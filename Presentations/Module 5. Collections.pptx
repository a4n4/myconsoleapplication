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handoutMasterIdLst>
    <p:handoutMasterId r:id="rId62"/>
  </p:handoutMasterIdLst>
  <p:sldIdLst>
    <p:sldId id="257" r:id="rId2"/>
    <p:sldId id="259" r:id="rId3"/>
    <p:sldId id="300" r:id="rId4"/>
    <p:sldId id="311" r:id="rId5"/>
    <p:sldId id="312" r:id="rId6"/>
    <p:sldId id="314" r:id="rId7"/>
    <p:sldId id="293" r:id="rId8"/>
    <p:sldId id="313" r:id="rId9"/>
    <p:sldId id="292" r:id="rId10"/>
    <p:sldId id="315" r:id="rId11"/>
    <p:sldId id="262" r:id="rId12"/>
    <p:sldId id="302" r:id="rId13"/>
    <p:sldId id="277" r:id="rId14"/>
    <p:sldId id="317" r:id="rId15"/>
    <p:sldId id="278" r:id="rId16"/>
    <p:sldId id="303" r:id="rId17"/>
    <p:sldId id="316" r:id="rId18"/>
    <p:sldId id="318" r:id="rId19"/>
    <p:sldId id="306" r:id="rId20"/>
    <p:sldId id="264" r:id="rId21"/>
    <p:sldId id="282" r:id="rId22"/>
    <p:sldId id="283" r:id="rId23"/>
    <p:sldId id="265" r:id="rId24"/>
    <p:sldId id="319" r:id="rId25"/>
    <p:sldId id="266" r:id="rId26"/>
    <p:sldId id="288" r:id="rId27"/>
    <p:sldId id="287" r:id="rId28"/>
    <p:sldId id="325" r:id="rId29"/>
    <p:sldId id="308" r:id="rId30"/>
    <p:sldId id="267" r:id="rId31"/>
    <p:sldId id="320" r:id="rId32"/>
    <p:sldId id="328" r:id="rId33"/>
    <p:sldId id="329" r:id="rId34"/>
    <p:sldId id="340" r:id="rId35"/>
    <p:sldId id="341" r:id="rId36"/>
    <p:sldId id="330" r:id="rId37"/>
    <p:sldId id="331" r:id="rId38"/>
    <p:sldId id="332" r:id="rId39"/>
    <p:sldId id="334" r:id="rId40"/>
    <p:sldId id="335" r:id="rId41"/>
    <p:sldId id="338" r:id="rId42"/>
    <p:sldId id="337" r:id="rId43"/>
    <p:sldId id="336" r:id="rId44"/>
    <p:sldId id="339" r:id="rId45"/>
    <p:sldId id="327" r:id="rId46"/>
    <p:sldId id="290" r:id="rId47"/>
    <p:sldId id="322" r:id="rId48"/>
    <p:sldId id="324" r:id="rId49"/>
    <p:sldId id="301" r:id="rId50"/>
    <p:sldId id="285" r:id="rId51"/>
    <p:sldId id="289" r:id="rId52"/>
    <p:sldId id="323" r:id="rId53"/>
    <p:sldId id="326" r:id="rId54"/>
    <p:sldId id="286" r:id="rId55"/>
    <p:sldId id="321" r:id="rId56"/>
    <p:sldId id="295" r:id="rId57"/>
    <p:sldId id="296" r:id="rId58"/>
    <p:sldId id="297" r:id="rId59"/>
    <p:sldId id="272" r:id="rId60"/>
  </p:sldIdLst>
  <p:sldSz cx="12192000" cy="6858000"/>
  <p:notesSz cx="6858000" cy="9144000"/>
  <p:custDataLst>
    <p:tags r:id="rId63"/>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na Sofii" initials="MS" lastIdx="10" clrIdx="0">
    <p:extLst>
      <p:ext uri="{19B8F6BF-5375-455C-9EA6-DF929625EA0E}">
        <p15:presenceInfo xmlns:p15="http://schemas.microsoft.com/office/powerpoint/2012/main" userId="S::MSF@simcorp.com::c6efa36b-6f78-4df2-92ed-4da21e89d024" providerId="AD"/>
      </p:ext>
    </p:extLst>
  </p:cmAuthor>
  <p:cmAuthor id="2" name="Serhii Litvinov" initials="SL" lastIdx="9" clrIdx="1">
    <p:extLst>
      <p:ext uri="{19B8F6BF-5375-455C-9EA6-DF929625EA0E}">
        <p15:presenceInfo xmlns:p15="http://schemas.microsoft.com/office/powerpoint/2012/main" userId="S::SGLI@simcorp.com::13e31772-44c1-46fd-b5ca-e73152eb61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AC00"/>
    <a:srgbClr val="00DEE6"/>
    <a:srgbClr val="A8A9AE"/>
    <a:srgbClr val="44B8D6"/>
    <a:srgbClr val="15AAA6"/>
    <a:srgbClr val="A5C8CF"/>
    <a:srgbClr val="547A8B"/>
    <a:srgbClr val="010B19"/>
    <a:srgbClr val="CCCCCC"/>
    <a:srgbClr val="DADADA"/>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84213-73CB-468F-9D13-4A1166FEDB43}" v="28" dt="2021-11-30T17:30:36.269"/>
    <p1510:client id="{0FBE3899-99DE-2EEF-3CEF-6F86133A9442}" v="9" dt="2021-11-30T17:40:11.724"/>
    <p1510:client id="{2C666BF0-B62C-C73A-B662-B1F9403BBE6E}" v="12" dt="2022-02-16T16:08:38.914"/>
    <p1510:client id="{352D7CB1-63CF-9830-023E-D5765B312743}" v="13" dt="2021-11-30T16:48:51.520"/>
    <p1510:client id="{44AE7EA5-6FFA-2BB7-195F-7F788324FB2C}" v="5" dt="2022-02-16T16:07:50.877"/>
    <p1510:client id="{82EBE52C-A91C-EE08-AD27-E5CC0558B4DF}" v="7" dt="2022-01-17T10:19:15.294"/>
    <p1510:client id="{9AB06E1B-7ADE-4105-B3D8-BEE9647781BA}" v="2" dt="2021-12-01T08:38:58.245"/>
    <p1510:client id="{FC668E04-0C4A-669F-AADE-9D64D8ABEA64}" v="10" dt="2022-02-16T15:28:11.550"/>
    <p1510:client id="{FE05997C-F361-0A68-972F-05FA0FD90700}" v="180" dt="2022-01-19T13:16:02.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6" d="100"/>
          <a:sy n="126" d="100"/>
        </p:scale>
        <p:origin x="2670"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7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liia Serhiienko (IMK)" userId="S::imk@simcorp.com::edd23dcc-9af8-4661-8842-9e32cdbf806d" providerId="AD" clId="Web-{A9592D3D-1B98-0170-F2A7-685FAC50D199}"/>
    <pc:docChg chg="modSld">
      <pc:chgData name="Yuliia Serhiienko (IMK)" userId="S::imk@simcorp.com::edd23dcc-9af8-4661-8842-9e32cdbf806d" providerId="AD" clId="Web-{A9592D3D-1B98-0170-F2A7-685FAC50D199}" dt="2021-11-18T21:51:17.036" v="41"/>
      <pc:docMkLst>
        <pc:docMk/>
      </pc:docMkLst>
      <pc:sldChg chg="modSp">
        <pc:chgData name="Yuliia Serhiienko (IMK)" userId="S::imk@simcorp.com::edd23dcc-9af8-4661-8842-9e32cdbf806d" providerId="AD" clId="Web-{A9592D3D-1B98-0170-F2A7-685FAC50D199}" dt="2021-11-18T21:46:36.419" v="0" actId="14100"/>
        <pc:sldMkLst>
          <pc:docMk/>
          <pc:sldMk cId="3200127780" sldId="330"/>
        </pc:sldMkLst>
        <pc:spChg chg="mod">
          <ac:chgData name="Yuliia Serhiienko (IMK)" userId="S::imk@simcorp.com::edd23dcc-9af8-4661-8842-9e32cdbf806d" providerId="AD" clId="Web-{A9592D3D-1B98-0170-F2A7-685FAC50D199}" dt="2021-11-18T21:46:36.419" v="0" actId="14100"/>
          <ac:spMkLst>
            <pc:docMk/>
            <pc:sldMk cId="3200127780" sldId="330"/>
            <ac:spMk id="7" creationId="{00895C22-6FD9-4B51-95A0-BF7BF5D3D492}"/>
          </ac:spMkLst>
        </pc:spChg>
      </pc:sldChg>
      <pc:sldChg chg="addSp delSp modSp">
        <pc:chgData name="Yuliia Serhiienko (IMK)" userId="S::imk@simcorp.com::edd23dcc-9af8-4661-8842-9e32cdbf806d" providerId="AD" clId="Web-{A9592D3D-1B98-0170-F2A7-685FAC50D199}" dt="2021-11-18T21:51:17.036" v="41"/>
        <pc:sldMkLst>
          <pc:docMk/>
          <pc:sldMk cId="4248126867" sldId="331"/>
        </pc:sldMkLst>
        <pc:spChg chg="add del mod">
          <ac:chgData name="Yuliia Serhiienko (IMK)" userId="S::imk@simcorp.com::edd23dcc-9af8-4661-8842-9e32cdbf806d" providerId="AD" clId="Web-{A9592D3D-1B98-0170-F2A7-685FAC50D199}" dt="2021-11-18T21:49:47.565" v="23"/>
          <ac:spMkLst>
            <pc:docMk/>
            <pc:sldMk cId="4248126867" sldId="331"/>
            <ac:spMk id="2" creationId="{8D6247EF-638A-44E7-BDA8-66C3A416F31E}"/>
          </ac:spMkLst>
        </pc:spChg>
        <pc:spChg chg="add del mod">
          <ac:chgData name="Yuliia Serhiienko (IMK)" userId="S::imk@simcorp.com::edd23dcc-9af8-4661-8842-9e32cdbf806d" providerId="AD" clId="Web-{A9592D3D-1B98-0170-F2A7-685FAC50D199}" dt="2021-11-18T21:49:58.299" v="27"/>
          <ac:spMkLst>
            <pc:docMk/>
            <pc:sldMk cId="4248126867" sldId="331"/>
            <ac:spMk id="3" creationId="{801EAFF2-9FB6-432D-AB24-AFFFC1112CD5}"/>
          </ac:spMkLst>
        </pc:spChg>
        <pc:spChg chg="add del mod">
          <ac:chgData name="Yuliia Serhiienko (IMK)" userId="S::imk@simcorp.com::edd23dcc-9af8-4661-8842-9e32cdbf806d" providerId="AD" clId="Web-{A9592D3D-1B98-0170-F2A7-685FAC50D199}" dt="2021-11-18T21:51:07.864" v="37"/>
          <ac:spMkLst>
            <pc:docMk/>
            <pc:sldMk cId="4248126867" sldId="331"/>
            <ac:spMk id="4" creationId="{300A3B9C-8596-4750-8053-C7620E94AFEA}"/>
          </ac:spMkLst>
        </pc:spChg>
        <pc:spChg chg="add del mod">
          <ac:chgData name="Yuliia Serhiienko (IMK)" userId="S::imk@simcorp.com::edd23dcc-9af8-4661-8842-9e32cdbf806d" providerId="AD" clId="Web-{A9592D3D-1B98-0170-F2A7-685FAC50D199}" dt="2021-11-18T21:51:17.036" v="41"/>
          <ac:spMkLst>
            <pc:docMk/>
            <pc:sldMk cId="4248126867" sldId="331"/>
            <ac:spMk id="6" creationId="{761BC0E7-F619-4241-8671-73B0BF5C2C1D}"/>
          </ac:spMkLst>
        </pc:spChg>
      </pc:sldChg>
    </pc:docChg>
  </pc:docChgLst>
  <pc:docChgLst>
    <pc:chgData name="Serhii Litvinov" userId="13e31772-44c1-46fd-b5ca-e73152eb6195" providerId="ADAL" clId="{A605F48A-51E7-40BC-81FC-5CC3A065A98D}"/>
    <pc:docChg chg="modSld sldOrd">
      <pc:chgData name="Serhii Litvinov" userId="13e31772-44c1-46fd-b5ca-e73152eb6195" providerId="ADAL" clId="{A605F48A-51E7-40BC-81FC-5CC3A065A98D}" dt="2021-02-26T10:33:52.526" v="1"/>
      <pc:docMkLst>
        <pc:docMk/>
      </pc:docMkLst>
      <pc:sldChg chg="ord">
        <pc:chgData name="Serhii Litvinov" userId="13e31772-44c1-46fd-b5ca-e73152eb6195" providerId="ADAL" clId="{A605F48A-51E7-40BC-81FC-5CC3A065A98D}" dt="2021-02-26T10:33:52.526" v="1"/>
        <pc:sldMkLst>
          <pc:docMk/>
          <pc:sldMk cId="3742545507" sldId="324"/>
        </pc:sldMkLst>
      </pc:sldChg>
    </pc:docChg>
  </pc:docChgLst>
  <pc:docChgLst>
    <pc:chgData name="Serhii Harmash (SHHR)" userId="S::shhr@simcorp.com::19965dc1-3670-4089-9e09-ab6aab33a005" providerId="AD" clId="Web-{FC668E04-0C4A-669F-AADE-9D64D8ABEA64}"/>
    <pc:docChg chg="modSld">
      <pc:chgData name="Serhii Harmash (SHHR)" userId="S::shhr@simcorp.com::19965dc1-3670-4089-9e09-ab6aab33a005" providerId="AD" clId="Web-{FC668E04-0C4A-669F-AADE-9D64D8ABEA64}" dt="2022-02-16T15:28:10.504" v="7" actId="20577"/>
      <pc:docMkLst>
        <pc:docMk/>
      </pc:docMkLst>
      <pc:sldChg chg="modSp">
        <pc:chgData name="Serhii Harmash (SHHR)" userId="S::shhr@simcorp.com::19965dc1-3670-4089-9e09-ab6aab33a005" providerId="AD" clId="Web-{FC668E04-0C4A-669F-AADE-9D64D8ABEA64}" dt="2022-02-16T15:28:10.504" v="7" actId="20577"/>
        <pc:sldMkLst>
          <pc:docMk/>
          <pc:sldMk cId="2290537795" sldId="300"/>
        </pc:sldMkLst>
        <pc:spChg chg="mod">
          <ac:chgData name="Serhii Harmash (SHHR)" userId="S::shhr@simcorp.com::19965dc1-3670-4089-9e09-ab6aab33a005" providerId="AD" clId="Web-{FC668E04-0C4A-669F-AADE-9D64D8ABEA64}" dt="2022-02-16T15:28:10.504" v="7" actId="20577"/>
          <ac:spMkLst>
            <pc:docMk/>
            <pc:sldMk cId="2290537795" sldId="300"/>
            <ac:spMk id="6" creationId="{4CC1AD27-88C4-49F2-95DA-CCBA9271EBDC}"/>
          </ac:spMkLst>
        </pc:spChg>
      </pc:sldChg>
    </pc:docChg>
  </pc:docChgLst>
  <pc:docChgLst>
    <pc:chgData name="Serhii Harmash" userId="19965dc1-3670-4089-9e09-ab6aab33a005" providerId="ADAL" clId="{6CC9C420-CAEA-4AFD-9B71-D712CC6E817E}"/>
    <pc:docChg chg="modSld">
      <pc:chgData name="Serhii Harmash" userId="19965dc1-3670-4089-9e09-ab6aab33a005" providerId="ADAL" clId="{6CC9C420-CAEA-4AFD-9B71-D712CC6E817E}" dt="2021-11-30T15:42:46.612" v="6" actId="20577"/>
      <pc:docMkLst>
        <pc:docMk/>
      </pc:docMkLst>
      <pc:sldChg chg="modSp mod">
        <pc:chgData name="Serhii Harmash" userId="19965dc1-3670-4089-9e09-ab6aab33a005" providerId="ADAL" clId="{6CC9C420-CAEA-4AFD-9B71-D712CC6E817E}" dt="2021-11-30T15:42:46.612" v="6" actId="20577"/>
        <pc:sldMkLst>
          <pc:docMk/>
          <pc:sldMk cId="362718405" sldId="334"/>
        </pc:sldMkLst>
        <pc:spChg chg="mod">
          <ac:chgData name="Serhii Harmash" userId="19965dc1-3670-4089-9e09-ab6aab33a005" providerId="ADAL" clId="{6CC9C420-CAEA-4AFD-9B71-D712CC6E817E}" dt="2021-11-30T15:42:46.612" v="6" actId="20577"/>
          <ac:spMkLst>
            <pc:docMk/>
            <pc:sldMk cId="362718405" sldId="334"/>
            <ac:spMk id="9" creationId="{616A1DDA-D678-420F-969E-B31D5A729A49}"/>
          </ac:spMkLst>
        </pc:spChg>
      </pc:sldChg>
    </pc:docChg>
  </pc:docChgLst>
  <pc:docChgLst>
    <pc:chgData name="Serhii Litvinov" userId="13e31772-44c1-46fd-b5ca-e73152eb6195" providerId="ADAL" clId="{42B13017-2953-4355-A562-9C0C39CB625D}"/>
    <pc:docChg chg="undo custSel addSld modSld sldOrd">
      <pc:chgData name="Serhii Litvinov" userId="13e31772-44c1-46fd-b5ca-e73152eb6195" providerId="ADAL" clId="{42B13017-2953-4355-A562-9C0C39CB625D}" dt="2021-02-26T07:34:06.880" v="181" actId="20577"/>
      <pc:docMkLst>
        <pc:docMk/>
      </pc:docMkLst>
      <pc:sldChg chg="modSp mod">
        <pc:chgData name="Serhii Litvinov" userId="13e31772-44c1-46fd-b5ca-e73152eb6195" providerId="ADAL" clId="{42B13017-2953-4355-A562-9C0C39CB625D}" dt="2021-02-25T20:03:25.756" v="57" actId="20577"/>
        <pc:sldMkLst>
          <pc:docMk/>
          <pc:sldMk cId="738792783" sldId="259"/>
        </pc:sldMkLst>
        <pc:spChg chg="mod">
          <ac:chgData name="Serhii Litvinov" userId="13e31772-44c1-46fd-b5ca-e73152eb6195" providerId="ADAL" clId="{42B13017-2953-4355-A562-9C0C39CB625D}" dt="2021-02-25T20:03:25.756" v="57" actId="20577"/>
          <ac:spMkLst>
            <pc:docMk/>
            <pc:sldMk cId="738792783" sldId="259"/>
            <ac:spMk id="5" creationId="{67E8D471-BA5C-4AAC-A2C9-82DB42DEB307}"/>
          </ac:spMkLst>
        </pc:spChg>
      </pc:sldChg>
      <pc:sldChg chg="modNotesTx">
        <pc:chgData name="Serhii Litvinov" userId="13e31772-44c1-46fd-b5ca-e73152eb6195" providerId="ADAL" clId="{42B13017-2953-4355-A562-9C0C39CB625D}" dt="2021-02-25T21:13:50.745" v="124" actId="20577"/>
        <pc:sldMkLst>
          <pc:docMk/>
          <pc:sldMk cId="2092654969" sldId="277"/>
        </pc:sldMkLst>
      </pc:sldChg>
      <pc:sldChg chg="modSp mod">
        <pc:chgData name="Serhii Litvinov" userId="13e31772-44c1-46fd-b5ca-e73152eb6195" providerId="ADAL" clId="{42B13017-2953-4355-A562-9C0C39CB625D}" dt="2021-02-26T07:18:09.096" v="173" actId="20577"/>
        <pc:sldMkLst>
          <pc:docMk/>
          <pc:sldMk cId="1607055006" sldId="292"/>
        </pc:sldMkLst>
        <pc:spChg chg="mod">
          <ac:chgData name="Serhii Litvinov" userId="13e31772-44c1-46fd-b5ca-e73152eb6195" providerId="ADAL" clId="{42B13017-2953-4355-A562-9C0C39CB625D}" dt="2021-02-26T07:18:09.096" v="173" actId="20577"/>
          <ac:spMkLst>
            <pc:docMk/>
            <pc:sldMk cId="1607055006" sldId="292"/>
            <ac:spMk id="5" creationId="{D94AE662-716C-4DF3-B7FD-BD977EC809A2}"/>
          </ac:spMkLst>
        </pc:spChg>
      </pc:sldChg>
      <pc:sldChg chg="ord">
        <pc:chgData name="Serhii Litvinov" userId="13e31772-44c1-46fd-b5ca-e73152eb6195" providerId="ADAL" clId="{42B13017-2953-4355-A562-9C0C39CB625D}" dt="2021-02-26T07:10:17.201" v="147"/>
        <pc:sldMkLst>
          <pc:docMk/>
          <pc:sldMk cId="3140106217" sldId="293"/>
        </pc:sldMkLst>
      </pc:sldChg>
      <pc:sldChg chg="modNotesTx">
        <pc:chgData name="Serhii Litvinov" userId="13e31772-44c1-46fd-b5ca-e73152eb6195" providerId="ADAL" clId="{42B13017-2953-4355-A562-9C0C39CB625D}" dt="2021-02-26T07:10:06.036" v="145" actId="113"/>
        <pc:sldMkLst>
          <pc:docMk/>
          <pc:sldMk cId="2290537795" sldId="300"/>
        </pc:sldMkLst>
      </pc:sldChg>
      <pc:sldChg chg="modSp mod">
        <pc:chgData name="Serhii Litvinov" userId="13e31772-44c1-46fd-b5ca-e73152eb6195" providerId="ADAL" clId="{42B13017-2953-4355-A562-9C0C39CB625D}" dt="2021-02-26T07:34:06.880" v="181" actId="20577"/>
        <pc:sldMkLst>
          <pc:docMk/>
          <pc:sldMk cId="2748173074" sldId="303"/>
        </pc:sldMkLst>
        <pc:spChg chg="mod">
          <ac:chgData name="Serhii Litvinov" userId="13e31772-44c1-46fd-b5ca-e73152eb6195" providerId="ADAL" clId="{42B13017-2953-4355-A562-9C0C39CB625D}" dt="2021-02-26T07:34:06.880" v="181" actId="20577"/>
          <ac:spMkLst>
            <pc:docMk/>
            <pc:sldMk cId="2748173074" sldId="303"/>
            <ac:spMk id="5" creationId="{3AA3122D-F8CB-4302-90E0-A11AFCD93832}"/>
          </ac:spMkLst>
        </pc:spChg>
      </pc:sldChg>
      <pc:sldChg chg="modNotesTx">
        <pc:chgData name="Serhii Litvinov" userId="13e31772-44c1-46fd-b5ca-e73152eb6195" providerId="ADAL" clId="{42B13017-2953-4355-A562-9C0C39CB625D}" dt="2021-02-25T14:20:55.066" v="55" actId="20577"/>
        <pc:sldMkLst>
          <pc:docMk/>
          <pc:sldMk cId="4017778086" sldId="312"/>
        </pc:sldMkLst>
      </pc:sldChg>
      <pc:sldChg chg="ord modNotesTx">
        <pc:chgData name="Serhii Litvinov" userId="13e31772-44c1-46fd-b5ca-e73152eb6195" providerId="ADAL" clId="{42B13017-2953-4355-A562-9C0C39CB625D}" dt="2021-02-26T07:10:33.998" v="158" actId="20577"/>
        <pc:sldMkLst>
          <pc:docMk/>
          <pc:sldMk cId="2689372507" sldId="313"/>
        </pc:sldMkLst>
      </pc:sldChg>
      <pc:sldChg chg="ord modNotesTx">
        <pc:chgData name="Serhii Litvinov" userId="13e31772-44c1-46fd-b5ca-e73152eb6195" providerId="ADAL" clId="{42B13017-2953-4355-A562-9C0C39CB625D}" dt="2021-02-26T07:10:02.845" v="144" actId="113"/>
        <pc:sldMkLst>
          <pc:docMk/>
          <pc:sldMk cId="196219292" sldId="314"/>
        </pc:sldMkLst>
      </pc:sldChg>
      <pc:sldChg chg="modSp mod modNotesTx">
        <pc:chgData name="Serhii Litvinov" userId="13e31772-44c1-46fd-b5ca-e73152eb6195" providerId="ADAL" clId="{42B13017-2953-4355-A562-9C0C39CB625D}" dt="2021-02-25T21:14:05.311" v="126" actId="20577"/>
        <pc:sldMkLst>
          <pc:docMk/>
          <pc:sldMk cId="1732770792" sldId="317"/>
        </pc:sldMkLst>
        <pc:spChg chg="mod">
          <ac:chgData name="Serhii Litvinov" userId="13e31772-44c1-46fd-b5ca-e73152eb6195" providerId="ADAL" clId="{42B13017-2953-4355-A562-9C0C39CB625D}" dt="2021-02-25T21:14:05.311" v="126" actId="20577"/>
          <ac:spMkLst>
            <pc:docMk/>
            <pc:sldMk cId="1732770792" sldId="317"/>
            <ac:spMk id="5" creationId="{DAE6F1D5-B199-4E04-88C2-34BD651EAA8D}"/>
          </ac:spMkLst>
        </pc:spChg>
      </pc:sldChg>
      <pc:sldChg chg="addSp modSp mod">
        <pc:chgData name="Serhii Litvinov" userId="13e31772-44c1-46fd-b5ca-e73152eb6195" providerId="ADAL" clId="{42B13017-2953-4355-A562-9C0C39CB625D}" dt="2021-02-25T20:58:13.986" v="110" actId="13926"/>
        <pc:sldMkLst>
          <pc:docMk/>
          <pc:sldMk cId="1281173241" sldId="323"/>
        </pc:sldMkLst>
        <pc:spChg chg="mod">
          <ac:chgData name="Serhii Litvinov" userId="13e31772-44c1-46fd-b5ca-e73152eb6195" providerId="ADAL" clId="{42B13017-2953-4355-A562-9C0C39CB625D}" dt="2021-02-25T20:56:03.663" v="100" actId="14100"/>
          <ac:spMkLst>
            <pc:docMk/>
            <pc:sldMk cId="1281173241" sldId="323"/>
            <ac:spMk id="5" creationId="{FA7B4BDF-076D-44FB-8390-5D866ACACFCB}"/>
          </ac:spMkLst>
        </pc:spChg>
        <pc:spChg chg="add mod">
          <ac:chgData name="Serhii Litvinov" userId="13e31772-44c1-46fd-b5ca-e73152eb6195" providerId="ADAL" clId="{42B13017-2953-4355-A562-9C0C39CB625D}" dt="2021-02-25T20:58:13.986" v="110" actId="13926"/>
          <ac:spMkLst>
            <pc:docMk/>
            <pc:sldMk cId="1281173241" sldId="323"/>
            <ac:spMk id="6" creationId="{9616C56D-F152-4043-94F6-4698B33C8543}"/>
          </ac:spMkLst>
        </pc:spChg>
      </pc:sldChg>
      <pc:sldChg chg="modSp add mod ord">
        <pc:chgData name="Serhii Litvinov" userId="13e31772-44c1-46fd-b5ca-e73152eb6195" providerId="ADAL" clId="{42B13017-2953-4355-A562-9C0C39CB625D}" dt="2021-02-25T20:45:15.524" v="94" actId="404"/>
        <pc:sldMkLst>
          <pc:docMk/>
          <pc:sldMk cId="3742545507" sldId="324"/>
        </pc:sldMkLst>
        <pc:spChg chg="mod">
          <ac:chgData name="Serhii Litvinov" userId="13e31772-44c1-46fd-b5ca-e73152eb6195" providerId="ADAL" clId="{42B13017-2953-4355-A562-9C0C39CB625D}" dt="2021-02-25T20:45:15.524" v="94" actId="404"/>
          <ac:spMkLst>
            <pc:docMk/>
            <pc:sldMk cId="3742545507" sldId="324"/>
            <ac:spMk id="5" creationId="{FA7B4BDF-076D-44FB-8390-5D866ACACFCB}"/>
          </ac:spMkLst>
        </pc:spChg>
      </pc:sldChg>
      <pc:sldChg chg="addSp delSp modSp add mod modNotesTx">
        <pc:chgData name="Serhii Litvinov" userId="13e31772-44c1-46fd-b5ca-e73152eb6195" providerId="ADAL" clId="{42B13017-2953-4355-A562-9C0C39CB625D}" dt="2021-02-25T20:13:32.151" v="88" actId="20577"/>
        <pc:sldMkLst>
          <pc:docMk/>
          <pc:sldMk cId="2667277492" sldId="325"/>
        </pc:sldMkLst>
        <pc:spChg chg="add mod">
          <ac:chgData name="Serhii Litvinov" userId="13e31772-44c1-46fd-b5ca-e73152eb6195" providerId="ADAL" clId="{42B13017-2953-4355-A562-9C0C39CB625D}" dt="2021-02-25T20:13:24.468" v="87" actId="1076"/>
          <ac:spMkLst>
            <pc:docMk/>
            <pc:sldMk cId="2667277492" sldId="325"/>
            <ac:spMk id="5" creationId="{231A6D91-F8FE-409E-A515-77570F1A1031}"/>
          </ac:spMkLst>
        </pc:spChg>
        <pc:spChg chg="add mod">
          <ac:chgData name="Serhii Litvinov" userId="13e31772-44c1-46fd-b5ca-e73152eb6195" providerId="ADAL" clId="{42B13017-2953-4355-A562-9C0C39CB625D}" dt="2021-02-25T20:13:18.436" v="86" actId="1076"/>
          <ac:spMkLst>
            <pc:docMk/>
            <pc:sldMk cId="2667277492" sldId="325"/>
            <ac:spMk id="6" creationId="{9E357203-5AB5-43DF-BF59-C5EBB60B1FCC}"/>
          </ac:spMkLst>
        </pc:spChg>
        <pc:picChg chg="del">
          <ac:chgData name="Serhii Litvinov" userId="13e31772-44c1-46fd-b5ca-e73152eb6195" providerId="ADAL" clId="{42B13017-2953-4355-A562-9C0C39CB625D}" dt="2021-02-25T20:10:47.339" v="59" actId="478"/>
          <ac:picMkLst>
            <pc:docMk/>
            <pc:sldMk cId="2667277492" sldId="325"/>
            <ac:picMk id="7" creationId="{ADB0A869-9835-4BAE-AC29-AF7E81A3B84A}"/>
          </ac:picMkLst>
        </pc:picChg>
      </pc:sldChg>
      <pc:sldChg chg="addSp delSp modSp add mod">
        <pc:chgData name="Serhii Litvinov" userId="13e31772-44c1-46fd-b5ca-e73152eb6195" providerId="ADAL" clId="{42B13017-2953-4355-A562-9C0C39CB625D}" dt="2021-02-25T21:08:14.569" v="119" actId="13926"/>
        <pc:sldMkLst>
          <pc:docMk/>
          <pc:sldMk cId="837045730" sldId="326"/>
        </pc:sldMkLst>
        <pc:spChg chg="del">
          <ac:chgData name="Serhii Litvinov" userId="13e31772-44c1-46fd-b5ca-e73152eb6195" providerId="ADAL" clId="{42B13017-2953-4355-A562-9C0C39CB625D}" dt="2021-02-25T21:07:46.539" v="112" actId="478"/>
          <ac:spMkLst>
            <pc:docMk/>
            <pc:sldMk cId="837045730" sldId="326"/>
            <ac:spMk id="5" creationId="{FA7B4BDF-076D-44FB-8390-5D866ACACFCB}"/>
          </ac:spMkLst>
        </pc:spChg>
        <pc:spChg chg="del">
          <ac:chgData name="Serhii Litvinov" userId="13e31772-44c1-46fd-b5ca-e73152eb6195" providerId="ADAL" clId="{42B13017-2953-4355-A562-9C0C39CB625D}" dt="2021-02-25T21:07:47.984" v="113" actId="478"/>
          <ac:spMkLst>
            <pc:docMk/>
            <pc:sldMk cId="837045730" sldId="326"/>
            <ac:spMk id="6" creationId="{9616C56D-F152-4043-94F6-4698B33C8543}"/>
          </ac:spMkLst>
        </pc:spChg>
        <pc:spChg chg="add mod">
          <ac:chgData name="Serhii Litvinov" userId="13e31772-44c1-46fd-b5ca-e73152eb6195" providerId="ADAL" clId="{42B13017-2953-4355-A562-9C0C39CB625D}" dt="2021-02-25T21:08:14.569" v="119" actId="13926"/>
          <ac:spMkLst>
            <pc:docMk/>
            <pc:sldMk cId="837045730" sldId="326"/>
            <ac:spMk id="7" creationId="{CD0AABB1-D4CE-4A2F-8FFC-266C5F90F236}"/>
          </ac:spMkLst>
        </pc:spChg>
      </pc:sldChg>
    </pc:docChg>
  </pc:docChgLst>
  <pc:docChgLst>
    <pc:chgData name="Yuliia Serhiienko (IMK)" userId="S::imk@simcorp.com::edd23dcc-9af8-4661-8842-9e32cdbf806d" providerId="AD" clId="Web-{BA9549F8-80F7-11E5-DDE1-414458A4AEC9}"/>
    <pc:docChg chg="modSld">
      <pc:chgData name="Yuliia Serhiienko (IMK)" userId="S::imk@simcorp.com::edd23dcc-9af8-4661-8842-9e32cdbf806d" providerId="AD" clId="Web-{BA9549F8-80F7-11E5-DDE1-414458A4AEC9}" dt="2021-11-17T23:22:42.127" v="83" actId="20577"/>
      <pc:docMkLst>
        <pc:docMk/>
      </pc:docMkLst>
      <pc:sldChg chg="modSp modNotes">
        <pc:chgData name="Yuliia Serhiienko (IMK)" userId="S::imk@simcorp.com::edd23dcc-9af8-4661-8842-9e32cdbf806d" providerId="AD" clId="Web-{BA9549F8-80F7-11E5-DDE1-414458A4AEC9}" dt="2021-11-17T23:22:42.127" v="83" actId="20577"/>
        <pc:sldMkLst>
          <pc:docMk/>
          <pc:sldMk cId="2689139463" sldId="328"/>
        </pc:sldMkLst>
        <pc:spChg chg="mod">
          <ac:chgData name="Yuliia Serhiienko (IMK)" userId="S::imk@simcorp.com::edd23dcc-9af8-4661-8842-9e32cdbf806d" providerId="AD" clId="Web-{BA9549F8-80F7-11E5-DDE1-414458A4AEC9}" dt="2021-11-17T23:10:01.287" v="1" actId="20577"/>
          <ac:spMkLst>
            <pc:docMk/>
            <pc:sldMk cId="2689139463" sldId="328"/>
            <ac:spMk id="2" creationId="{234295C7-7AFA-44F6-9029-EE64FFF16020}"/>
          </ac:spMkLst>
        </pc:spChg>
        <pc:spChg chg="mod">
          <ac:chgData name="Yuliia Serhiienko (IMK)" userId="S::imk@simcorp.com::edd23dcc-9af8-4661-8842-9e32cdbf806d" providerId="AD" clId="Web-{BA9549F8-80F7-11E5-DDE1-414458A4AEC9}" dt="2021-11-17T23:22:42.127" v="83" actId="20577"/>
          <ac:spMkLst>
            <pc:docMk/>
            <pc:sldMk cId="2689139463" sldId="328"/>
            <ac:spMk id="5" creationId="{B5AAE5BD-D840-4D21-ADFD-9BB95C847915}"/>
          </ac:spMkLst>
        </pc:spChg>
      </pc:sldChg>
    </pc:docChg>
  </pc:docChgLst>
  <pc:docChgLst>
    <pc:chgData name="Serhii Litvinov" userId="13e31772-44c1-46fd-b5ca-e73152eb6195" providerId="ADAL" clId="{5EF1573D-C18F-4A50-B1D7-5E5A20095DCF}"/>
    <pc:docChg chg="undo redo custSel addSld delSld modSld sldOrd">
      <pc:chgData name="Serhii Litvinov" userId="13e31772-44c1-46fd-b5ca-e73152eb6195" providerId="ADAL" clId="{5EF1573D-C18F-4A50-B1D7-5E5A20095DCF}" dt="2021-02-21T11:07:32.110" v="3578" actId="20577"/>
      <pc:docMkLst>
        <pc:docMk/>
      </pc:docMkLst>
      <pc:sldChg chg="modSp mod">
        <pc:chgData name="Serhii Litvinov" userId="13e31772-44c1-46fd-b5ca-e73152eb6195" providerId="ADAL" clId="{5EF1573D-C18F-4A50-B1D7-5E5A20095DCF}" dt="2021-01-27T16:09:47.610" v="7" actId="20577"/>
        <pc:sldMkLst>
          <pc:docMk/>
          <pc:sldMk cId="3760000651" sldId="257"/>
        </pc:sldMkLst>
        <pc:spChg chg="mod">
          <ac:chgData name="Serhii Litvinov" userId="13e31772-44c1-46fd-b5ca-e73152eb6195" providerId="ADAL" clId="{5EF1573D-C18F-4A50-B1D7-5E5A20095DCF}" dt="2021-01-27T16:09:47.610" v="7" actId="20577"/>
          <ac:spMkLst>
            <pc:docMk/>
            <pc:sldMk cId="3760000651" sldId="257"/>
            <ac:spMk id="3" creationId="{EA5CBAAD-7DBF-4465-9940-43EA34DC9B30}"/>
          </ac:spMkLst>
        </pc:spChg>
      </pc:sldChg>
      <pc:sldChg chg="addSp delSp modSp mod">
        <pc:chgData name="Serhii Litvinov" userId="13e31772-44c1-46fd-b5ca-e73152eb6195" providerId="ADAL" clId="{5EF1573D-C18F-4A50-B1D7-5E5A20095DCF}" dt="2021-02-15T09:23:43.657" v="2362" actId="1076"/>
        <pc:sldMkLst>
          <pc:docMk/>
          <pc:sldMk cId="1630302365" sldId="265"/>
        </pc:sldMkLst>
        <pc:spChg chg="mod">
          <ac:chgData name="Serhii Litvinov" userId="13e31772-44c1-46fd-b5ca-e73152eb6195" providerId="ADAL" clId="{5EF1573D-C18F-4A50-B1D7-5E5A20095DCF}" dt="2021-02-13T14:50:16.798" v="2175" actId="20577"/>
          <ac:spMkLst>
            <pc:docMk/>
            <pc:sldMk cId="1630302365" sldId="265"/>
            <ac:spMk id="2" creationId="{88523B62-B5AC-458F-9950-4A708D69A45A}"/>
          </ac:spMkLst>
        </pc:spChg>
        <pc:spChg chg="mod">
          <ac:chgData name="Serhii Litvinov" userId="13e31772-44c1-46fd-b5ca-e73152eb6195" providerId="ADAL" clId="{5EF1573D-C18F-4A50-B1D7-5E5A20095DCF}" dt="2021-02-13T14:50:21.887" v="2185" actId="20577"/>
          <ac:spMkLst>
            <pc:docMk/>
            <pc:sldMk cId="1630302365" sldId="265"/>
            <ac:spMk id="4" creationId="{5DC2DA4B-0443-4B08-9404-90EAC3F560C6}"/>
          </ac:spMkLst>
        </pc:spChg>
        <pc:spChg chg="mod">
          <ac:chgData name="Serhii Litvinov" userId="13e31772-44c1-46fd-b5ca-e73152eb6195" providerId="ADAL" clId="{5EF1573D-C18F-4A50-B1D7-5E5A20095DCF}" dt="2021-02-15T09:23:33.886" v="2359" actId="5793"/>
          <ac:spMkLst>
            <pc:docMk/>
            <pc:sldMk cId="1630302365" sldId="265"/>
            <ac:spMk id="5" creationId="{65C9CC0D-FEF8-4D6C-84F8-9346595C0657}"/>
          </ac:spMkLst>
        </pc:spChg>
        <pc:picChg chg="del">
          <ac:chgData name="Serhii Litvinov" userId="13e31772-44c1-46fd-b5ca-e73152eb6195" providerId="ADAL" clId="{5EF1573D-C18F-4A50-B1D7-5E5A20095DCF}" dt="2021-02-14T11:58:45.145" v="2203" actId="478"/>
          <ac:picMkLst>
            <pc:docMk/>
            <pc:sldMk cId="1630302365" sldId="265"/>
            <ac:picMk id="7" creationId="{2612D7B1-77E1-4A05-B4A9-59A86773AA7C}"/>
          </ac:picMkLst>
        </pc:picChg>
        <pc:picChg chg="del">
          <ac:chgData name="Serhii Litvinov" userId="13e31772-44c1-46fd-b5ca-e73152eb6195" providerId="ADAL" clId="{5EF1573D-C18F-4A50-B1D7-5E5A20095DCF}" dt="2021-02-14T11:58:39.754" v="2201" actId="478"/>
          <ac:picMkLst>
            <pc:docMk/>
            <pc:sldMk cId="1630302365" sldId="265"/>
            <ac:picMk id="8" creationId="{794831C7-3F37-45C3-9D21-9666FCB6689C}"/>
          </ac:picMkLst>
        </pc:picChg>
        <pc:picChg chg="add mod">
          <ac:chgData name="Serhii Litvinov" userId="13e31772-44c1-46fd-b5ca-e73152eb6195" providerId="ADAL" clId="{5EF1573D-C18F-4A50-B1D7-5E5A20095DCF}" dt="2021-02-15T09:23:43.657" v="2362" actId="1076"/>
          <ac:picMkLst>
            <pc:docMk/>
            <pc:sldMk cId="1630302365" sldId="265"/>
            <ac:picMk id="10" creationId="{3A1C2BC8-6FE0-49F3-81AD-538DB6C35AA6}"/>
          </ac:picMkLst>
        </pc:picChg>
      </pc:sldChg>
      <pc:sldChg chg="addSp delSp modSp mod">
        <pc:chgData name="Serhii Litvinov" userId="13e31772-44c1-46fd-b5ca-e73152eb6195" providerId="ADAL" clId="{5EF1573D-C18F-4A50-B1D7-5E5A20095DCF}" dt="2021-02-15T09:21:30.333" v="2355" actId="1076"/>
        <pc:sldMkLst>
          <pc:docMk/>
          <pc:sldMk cId="3184684751" sldId="267"/>
        </pc:sldMkLst>
        <pc:spChg chg="mod">
          <ac:chgData name="Serhii Litvinov" userId="13e31772-44c1-46fd-b5ca-e73152eb6195" providerId="ADAL" clId="{5EF1573D-C18F-4A50-B1D7-5E5A20095DCF}" dt="2021-02-14T14:13:24.920" v="2237"/>
          <ac:spMkLst>
            <pc:docMk/>
            <pc:sldMk cId="3184684751" sldId="267"/>
            <ac:spMk id="2" creationId="{DEE92A44-A0FF-410B-A973-893887718F26}"/>
          </ac:spMkLst>
        </pc:spChg>
        <pc:spChg chg="mod">
          <ac:chgData name="Serhii Litvinov" userId="13e31772-44c1-46fd-b5ca-e73152eb6195" providerId="ADAL" clId="{5EF1573D-C18F-4A50-B1D7-5E5A20095DCF}" dt="2021-02-14T14:13:31.767" v="2247" actId="20577"/>
          <ac:spMkLst>
            <pc:docMk/>
            <pc:sldMk cId="3184684751" sldId="267"/>
            <ac:spMk id="4" creationId="{03E4B3EA-F58D-4653-882D-60FB5532E291}"/>
          </ac:spMkLst>
        </pc:spChg>
        <pc:spChg chg="mod">
          <ac:chgData name="Serhii Litvinov" userId="13e31772-44c1-46fd-b5ca-e73152eb6195" providerId="ADAL" clId="{5EF1573D-C18F-4A50-B1D7-5E5A20095DCF}" dt="2021-02-15T09:21:22.811" v="2352" actId="5793"/>
          <ac:spMkLst>
            <pc:docMk/>
            <pc:sldMk cId="3184684751" sldId="267"/>
            <ac:spMk id="7" creationId="{0C5AFF7F-2528-4011-8134-8EE72054583B}"/>
          </ac:spMkLst>
        </pc:spChg>
        <pc:picChg chg="del">
          <ac:chgData name="Serhii Litvinov" userId="13e31772-44c1-46fd-b5ca-e73152eb6195" providerId="ADAL" clId="{5EF1573D-C18F-4A50-B1D7-5E5A20095DCF}" dt="2021-02-14T14:12:42.463" v="2232" actId="478"/>
          <ac:picMkLst>
            <pc:docMk/>
            <pc:sldMk cId="3184684751" sldId="267"/>
            <ac:picMk id="5" creationId="{6242E10F-DE7C-4F1E-9FBA-DF5F84A3DDE8}"/>
          </ac:picMkLst>
        </pc:picChg>
        <pc:picChg chg="del">
          <ac:chgData name="Serhii Litvinov" userId="13e31772-44c1-46fd-b5ca-e73152eb6195" providerId="ADAL" clId="{5EF1573D-C18F-4A50-B1D7-5E5A20095DCF}" dt="2021-02-14T14:12:47.834" v="2234" actId="478"/>
          <ac:picMkLst>
            <pc:docMk/>
            <pc:sldMk cId="3184684751" sldId="267"/>
            <ac:picMk id="8" creationId="{605A63DF-37CA-4916-A41E-55EF98AB2C2C}"/>
          </ac:picMkLst>
        </pc:picChg>
        <pc:picChg chg="add mod">
          <ac:chgData name="Serhii Litvinov" userId="13e31772-44c1-46fd-b5ca-e73152eb6195" providerId="ADAL" clId="{5EF1573D-C18F-4A50-B1D7-5E5A20095DCF}" dt="2021-02-15T09:21:30.333" v="2355" actId="1076"/>
          <ac:picMkLst>
            <pc:docMk/>
            <pc:sldMk cId="3184684751" sldId="267"/>
            <ac:picMk id="10" creationId="{157FF029-CA22-41FF-9654-8F5BAD5F8833}"/>
          </ac:picMkLst>
        </pc:picChg>
      </pc:sldChg>
      <pc:sldChg chg="del">
        <pc:chgData name="Serhii Litvinov" userId="13e31772-44c1-46fd-b5ca-e73152eb6195" providerId="ADAL" clId="{5EF1573D-C18F-4A50-B1D7-5E5A20095DCF}" dt="2021-02-21T10:56:13.201" v="3441" actId="2696"/>
        <pc:sldMkLst>
          <pc:docMk/>
          <pc:sldMk cId="3590179309" sldId="268"/>
        </pc:sldMkLst>
      </pc:sldChg>
      <pc:sldChg chg="del">
        <pc:chgData name="Serhii Litvinov" userId="13e31772-44c1-46fd-b5ca-e73152eb6195" providerId="ADAL" clId="{5EF1573D-C18F-4A50-B1D7-5E5A20095DCF}" dt="2021-02-21T10:56:15.867" v="3442" actId="2696"/>
        <pc:sldMkLst>
          <pc:docMk/>
          <pc:sldMk cId="2604005682" sldId="269"/>
        </pc:sldMkLst>
      </pc:sldChg>
      <pc:sldChg chg="del">
        <pc:chgData name="Serhii Litvinov" userId="13e31772-44c1-46fd-b5ca-e73152eb6195" providerId="ADAL" clId="{5EF1573D-C18F-4A50-B1D7-5E5A20095DCF}" dt="2021-02-21T10:56:19.253" v="3443" actId="2696"/>
        <pc:sldMkLst>
          <pc:docMk/>
          <pc:sldMk cId="635899319" sldId="270"/>
        </pc:sldMkLst>
      </pc:sldChg>
      <pc:sldChg chg="modNotesTx">
        <pc:chgData name="Serhii Litvinov" userId="13e31772-44c1-46fd-b5ca-e73152eb6195" providerId="ADAL" clId="{5EF1573D-C18F-4A50-B1D7-5E5A20095DCF}" dt="2021-02-10T20:27:30.349" v="1523" actId="20577"/>
        <pc:sldMkLst>
          <pc:docMk/>
          <pc:sldMk cId="2092654969" sldId="277"/>
        </pc:sldMkLst>
      </pc:sldChg>
      <pc:sldChg chg="modSp mod modShow">
        <pc:chgData name="Serhii Litvinov" userId="13e31772-44c1-46fd-b5ca-e73152eb6195" providerId="ADAL" clId="{5EF1573D-C18F-4A50-B1D7-5E5A20095DCF}" dt="2021-02-20T14:53:10.284" v="3114" actId="404"/>
        <pc:sldMkLst>
          <pc:docMk/>
          <pc:sldMk cId="3019382220" sldId="278"/>
        </pc:sldMkLst>
        <pc:spChg chg="mod">
          <ac:chgData name="Serhii Litvinov" userId="13e31772-44c1-46fd-b5ca-e73152eb6195" providerId="ADAL" clId="{5EF1573D-C18F-4A50-B1D7-5E5A20095DCF}" dt="2021-02-20T14:12:24.798" v="3037" actId="20577"/>
          <ac:spMkLst>
            <pc:docMk/>
            <pc:sldMk cId="3019382220" sldId="278"/>
            <ac:spMk id="2" creationId="{6D99BC07-04E6-4BA8-ACF5-3222B9675231}"/>
          </ac:spMkLst>
        </pc:spChg>
        <pc:spChg chg="mod">
          <ac:chgData name="Serhii Litvinov" userId="13e31772-44c1-46fd-b5ca-e73152eb6195" providerId="ADAL" clId="{5EF1573D-C18F-4A50-B1D7-5E5A20095DCF}" dt="2021-02-20T14:12:29.854" v="3044" actId="20577"/>
          <ac:spMkLst>
            <pc:docMk/>
            <pc:sldMk cId="3019382220" sldId="278"/>
            <ac:spMk id="4" creationId="{0B868F0D-5343-4888-81A2-C7924AC2DBDD}"/>
          </ac:spMkLst>
        </pc:spChg>
        <pc:spChg chg="mod">
          <ac:chgData name="Serhii Litvinov" userId="13e31772-44c1-46fd-b5ca-e73152eb6195" providerId="ADAL" clId="{5EF1573D-C18F-4A50-B1D7-5E5A20095DCF}" dt="2021-02-20T14:53:10.284" v="3114" actId="404"/>
          <ac:spMkLst>
            <pc:docMk/>
            <pc:sldMk cId="3019382220" sldId="278"/>
            <ac:spMk id="5" creationId="{2F51B686-531A-4960-BF36-E6E70CA9C4E8}"/>
          </ac:spMkLst>
        </pc:spChg>
      </pc:sldChg>
      <pc:sldChg chg="modSp del mod modShow">
        <pc:chgData name="Serhii Litvinov" userId="13e31772-44c1-46fd-b5ca-e73152eb6195" providerId="ADAL" clId="{5EF1573D-C18F-4A50-B1D7-5E5A20095DCF}" dt="2021-02-21T10:44:18.351" v="3233" actId="2696"/>
        <pc:sldMkLst>
          <pc:docMk/>
          <pc:sldMk cId="3504094033" sldId="279"/>
        </pc:sldMkLst>
        <pc:spChg chg="mod">
          <ac:chgData name="Serhii Litvinov" userId="13e31772-44c1-46fd-b5ca-e73152eb6195" providerId="ADAL" clId="{5EF1573D-C18F-4A50-B1D7-5E5A20095DCF}" dt="2021-02-20T14:12:36.573" v="3054" actId="20577"/>
          <ac:spMkLst>
            <pc:docMk/>
            <pc:sldMk cId="3504094033" sldId="279"/>
            <ac:spMk id="2" creationId="{6743A008-D943-40F2-AA1F-57E209BDFBA7}"/>
          </ac:spMkLst>
        </pc:spChg>
        <pc:spChg chg="mod">
          <ac:chgData name="Serhii Litvinov" userId="13e31772-44c1-46fd-b5ca-e73152eb6195" providerId="ADAL" clId="{5EF1573D-C18F-4A50-B1D7-5E5A20095DCF}" dt="2021-02-20T14:12:40.877" v="3061" actId="20577"/>
          <ac:spMkLst>
            <pc:docMk/>
            <pc:sldMk cId="3504094033" sldId="279"/>
            <ac:spMk id="4" creationId="{31FDDA61-F7C1-4C55-A852-E9E167798803}"/>
          </ac:spMkLst>
        </pc:spChg>
        <pc:spChg chg="mod">
          <ac:chgData name="Serhii Litvinov" userId="13e31772-44c1-46fd-b5ca-e73152eb6195" providerId="ADAL" clId="{5EF1573D-C18F-4A50-B1D7-5E5A20095DCF}" dt="2021-02-20T14:43:23.367" v="3108" actId="20577"/>
          <ac:spMkLst>
            <pc:docMk/>
            <pc:sldMk cId="3504094033" sldId="279"/>
            <ac:spMk id="5" creationId="{FD102D53-0187-4786-ABD2-77AEF942ED95}"/>
          </ac:spMkLst>
        </pc:spChg>
      </pc:sldChg>
      <pc:sldChg chg="modSp del mod modShow">
        <pc:chgData name="Serhii Litvinov" userId="13e31772-44c1-46fd-b5ca-e73152eb6195" providerId="ADAL" clId="{5EF1573D-C18F-4A50-B1D7-5E5A20095DCF}" dt="2021-02-21T10:44:21.013" v="3234" actId="2696"/>
        <pc:sldMkLst>
          <pc:docMk/>
          <pc:sldMk cId="3467060607" sldId="280"/>
        </pc:sldMkLst>
        <pc:spChg chg="mod">
          <ac:chgData name="Serhii Litvinov" userId="13e31772-44c1-46fd-b5ca-e73152eb6195" providerId="ADAL" clId="{5EF1573D-C18F-4A50-B1D7-5E5A20095DCF}" dt="2021-02-20T14:12:46.573" v="3071" actId="20577"/>
          <ac:spMkLst>
            <pc:docMk/>
            <pc:sldMk cId="3467060607" sldId="280"/>
            <ac:spMk id="2" creationId="{DC828F58-7963-4EE8-85EF-174428D31BBD}"/>
          </ac:spMkLst>
        </pc:spChg>
        <pc:spChg chg="mod">
          <ac:chgData name="Serhii Litvinov" userId="13e31772-44c1-46fd-b5ca-e73152eb6195" providerId="ADAL" clId="{5EF1573D-C18F-4A50-B1D7-5E5A20095DCF}" dt="2021-02-20T14:12:53.005" v="3078" actId="20577"/>
          <ac:spMkLst>
            <pc:docMk/>
            <pc:sldMk cId="3467060607" sldId="280"/>
            <ac:spMk id="4" creationId="{B789C022-DA5C-4E73-A00E-E9FFC0E46927}"/>
          </ac:spMkLst>
        </pc:spChg>
        <pc:spChg chg="mod">
          <ac:chgData name="Serhii Litvinov" userId="13e31772-44c1-46fd-b5ca-e73152eb6195" providerId="ADAL" clId="{5EF1573D-C18F-4A50-B1D7-5E5A20095DCF}" dt="2021-02-20T14:43:13.130" v="3084" actId="20577"/>
          <ac:spMkLst>
            <pc:docMk/>
            <pc:sldMk cId="3467060607" sldId="280"/>
            <ac:spMk id="5" creationId="{4B26A569-5085-408B-9A7E-5DC9A19FDAC4}"/>
          </ac:spMkLst>
        </pc:spChg>
      </pc:sldChg>
      <pc:sldChg chg="modSp mod modShow">
        <pc:chgData name="Serhii Litvinov" userId="13e31772-44c1-46fd-b5ca-e73152eb6195" providerId="ADAL" clId="{5EF1573D-C18F-4A50-B1D7-5E5A20095DCF}" dt="2021-02-20T15:10:24.826" v="3160" actId="403"/>
        <pc:sldMkLst>
          <pc:docMk/>
          <pc:sldMk cId="880140881" sldId="282"/>
        </pc:sldMkLst>
        <pc:spChg chg="mod">
          <ac:chgData name="Serhii Litvinov" userId="13e31772-44c1-46fd-b5ca-e73152eb6195" providerId="ADAL" clId="{5EF1573D-C18F-4A50-B1D7-5E5A20095DCF}" dt="2021-02-20T14:57:12.440" v="3126" actId="20577"/>
          <ac:spMkLst>
            <pc:docMk/>
            <pc:sldMk cId="880140881" sldId="282"/>
            <ac:spMk id="2" creationId="{B5CAF4F7-61BC-4AAD-8B53-2F425A5A70FC}"/>
          </ac:spMkLst>
        </pc:spChg>
        <pc:spChg chg="mod">
          <ac:chgData name="Serhii Litvinov" userId="13e31772-44c1-46fd-b5ca-e73152eb6195" providerId="ADAL" clId="{5EF1573D-C18F-4A50-B1D7-5E5A20095DCF}" dt="2021-02-20T14:57:17.113" v="3133" actId="20577"/>
          <ac:spMkLst>
            <pc:docMk/>
            <pc:sldMk cId="880140881" sldId="282"/>
            <ac:spMk id="4" creationId="{B59B1661-2575-43F4-822D-42F2AF5A7C43}"/>
          </ac:spMkLst>
        </pc:spChg>
        <pc:spChg chg="mod">
          <ac:chgData name="Serhii Litvinov" userId="13e31772-44c1-46fd-b5ca-e73152eb6195" providerId="ADAL" clId="{5EF1573D-C18F-4A50-B1D7-5E5A20095DCF}" dt="2021-02-20T15:10:24.826" v="3160" actId="403"/>
          <ac:spMkLst>
            <pc:docMk/>
            <pc:sldMk cId="880140881" sldId="282"/>
            <ac:spMk id="5" creationId="{98D5A2FD-02D7-4858-B531-14A376394456}"/>
          </ac:spMkLst>
        </pc:spChg>
      </pc:sldChg>
      <pc:sldChg chg="modSp mod modShow">
        <pc:chgData name="Serhii Litvinov" userId="13e31772-44c1-46fd-b5ca-e73152eb6195" providerId="ADAL" clId="{5EF1573D-C18F-4A50-B1D7-5E5A20095DCF}" dt="2021-02-20T15:18:41.577" v="3171" actId="20577"/>
        <pc:sldMkLst>
          <pc:docMk/>
          <pc:sldMk cId="371710531" sldId="283"/>
        </pc:sldMkLst>
        <pc:spChg chg="mod">
          <ac:chgData name="Serhii Litvinov" userId="13e31772-44c1-46fd-b5ca-e73152eb6195" providerId="ADAL" clId="{5EF1573D-C18F-4A50-B1D7-5E5A20095DCF}" dt="2021-02-20T14:57:39.511" v="3143" actId="20577"/>
          <ac:spMkLst>
            <pc:docMk/>
            <pc:sldMk cId="371710531" sldId="283"/>
            <ac:spMk id="2" creationId="{3D59F4E1-6CE4-4677-84A4-E4F3EC9B70C3}"/>
          </ac:spMkLst>
        </pc:spChg>
        <pc:spChg chg="mod">
          <ac:chgData name="Serhii Litvinov" userId="13e31772-44c1-46fd-b5ca-e73152eb6195" providerId="ADAL" clId="{5EF1573D-C18F-4A50-B1D7-5E5A20095DCF}" dt="2021-02-20T14:57:44.219" v="3152" actId="20577"/>
          <ac:spMkLst>
            <pc:docMk/>
            <pc:sldMk cId="371710531" sldId="283"/>
            <ac:spMk id="4" creationId="{6182C045-7752-4C80-919F-6258F96577EB}"/>
          </ac:spMkLst>
        </pc:spChg>
        <pc:spChg chg="mod">
          <ac:chgData name="Serhii Litvinov" userId="13e31772-44c1-46fd-b5ca-e73152eb6195" providerId="ADAL" clId="{5EF1573D-C18F-4A50-B1D7-5E5A20095DCF}" dt="2021-02-20T15:18:41.577" v="3171" actId="20577"/>
          <ac:spMkLst>
            <pc:docMk/>
            <pc:sldMk cId="371710531" sldId="283"/>
            <ac:spMk id="5" creationId="{D44E8EFF-6B5E-4A99-8389-CD6CEB4B8DA8}"/>
          </ac:spMkLst>
        </pc:spChg>
      </pc:sldChg>
      <pc:sldChg chg="del">
        <pc:chgData name="Serhii Litvinov" userId="13e31772-44c1-46fd-b5ca-e73152eb6195" providerId="ADAL" clId="{5EF1573D-C18F-4A50-B1D7-5E5A20095DCF}" dt="2021-02-21T10:46:00.184" v="3235" actId="2696"/>
        <pc:sldMkLst>
          <pc:docMk/>
          <pc:sldMk cId="2540106375" sldId="284"/>
        </pc:sldMkLst>
      </pc:sldChg>
      <pc:sldChg chg="addSp delSp modSp mod">
        <pc:chgData name="Serhii Litvinov" userId="13e31772-44c1-46fd-b5ca-e73152eb6195" providerId="ADAL" clId="{5EF1573D-C18F-4A50-B1D7-5E5A20095DCF}" dt="2021-02-15T09:21:37.658" v="2356" actId="1076"/>
        <pc:sldMkLst>
          <pc:docMk/>
          <pc:sldMk cId="1060645490" sldId="286"/>
        </pc:sldMkLst>
        <pc:spChg chg="mod">
          <ac:chgData name="Serhii Litvinov" userId="13e31772-44c1-46fd-b5ca-e73152eb6195" providerId="ADAL" clId="{5EF1573D-C18F-4A50-B1D7-5E5A20095DCF}" dt="2021-02-14T14:56:19.158" v="2280" actId="20577"/>
          <ac:spMkLst>
            <pc:docMk/>
            <pc:sldMk cId="1060645490" sldId="286"/>
            <ac:spMk id="2" creationId="{01FA9E8A-0277-4FDC-8080-368309138CEC}"/>
          </ac:spMkLst>
        </pc:spChg>
        <pc:spChg chg="mod">
          <ac:chgData name="Serhii Litvinov" userId="13e31772-44c1-46fd-b5ca-e73152eb6195" providerId="ADAL" clId="{5EF1573D-C18F-4A50-B1D7-5E5A20095DCF}" dt="2021-02-14T14:56:24.070" v="2291" actId="20577"/>
          <ac:spMkLst>
            <pc:docMk/>
            <pc:sldMk cId="1060645490" sldId="286"/>
            <ac:spMk id="4" creationId="{0B348983-7DE3-45B8-8C73-7150F6443B55}"/>
          </ac:spMkLst>
        </pc:spChg>
        <pc:spChg chg="mod">
          <ac:chgData name="Serhii Litvinov" userId="13e31772-44c1-46fd-b5ca-e73152eb6195" providerId="ADAL" clId="{5EF1573D-C18F-4A50-B1D7-5E5A20095DCF}" dt="2021-02-15T09:18:41.198" v="2346" actId="14100"/>
          <ac:spMkLst>
            <pc:docMk/>
            <pc:sldMk cId="1060645490" sldId="286"/>
            <ac:spMk id="6" creationId="{9039BADA-5CC0-4ECD-9823-51965EB9DD3D}"/>
          </ac:spMkLst>
        </pc:spChg>
        <pc:picChg chg="del">
          <ac:chgData name="Serhii Litvinov" userId="13e31772-44c1-46fd-b5ca-e73152eb6195" providerId="ADAL" clId="{5EF1573D-C18F-4A50-B1D7-5E5A20095DCF}" dt="2021-02-14T19:13:09.819" v="2330" actId="478"/>
          <ac:picMkLst>
            <pc:docMk/>
            <pc:sldMk cId="1060645490" sldId="286"/>
            <ac:picMk id="5" creationId="{700EDF77-1833-4A0C-B4D2-D6E7DD720FC6}"/>
          </ac:picMkLst>
        </pc:picChg>
        <pc:picChg chg="del">
          <ac:chgData name="Serhii Litvinov" userId="13e31772-44c1-46fd-b5ca-e73152eb6195" providerId="ADAL" clId="{5EF1573D-C18F-4A50-B1D7-5E5A20095DCF}" dt="2021-02-14T19:13:11.247" v="2331" actId="478"/>
          <ac:picMkLst>
            <pc:docMk/>
            <pc:sldMk cId="1060645490" sldId="286"/>
            <ac:picMk id="8" creationId="{979F0427-7AD4-4D67-B9F0-9EEAFEB4339C}"/>
          </ac:picMkLst>
        </pc:picChg>
        <pc:picChg chg="add mod">
          <ac:chgData name="Serhii Litvinov" userId="13e31772-44c1-46fd-b5ca-e73152eb6195" providerId="ADAL" clId="{5EF1573D-C18F-4A50-B1D7-5E5A20095DCF}" dt="2021-02-15T09:21:37.658" v="2356" actId="1076"/>
          <ac:picMkLst>
            <pc:docMk/>
            <pc:sldMk cId="1060645490" sldId="286"/>
            <ac:picMk id="10" creationId="{197E99E2-DB68-4AA9-8A66-549A8AB3800D}"/>
          </ac:picMkLst>
        </pc:picChg>
      </pc:sldChg>
      <pc:sldChg chg="addSp delSp modSp mod modShow">
        <pc:chgData name="Serhii Litvinov" userId="13e31772-44c1-46fd-b5ca-e73152eb6195" providerId="ADAL" clId="{5EF1573D-C18F-4A50-B1D7-5E5A20095DCF}" dt="2021-02-21T10:43:58.302" v="3232" actId="20577"/>
        <pc:sldMkLst>
          <pc:docMk/>
          <pc:sldMk cId="648727758" sldId="287"/>
        </pc:sldMkLst>
        <pc:spChg chg="mod">
          <ac:chgData name="Serhii Litvinov" userId="13e31772-44c1-46fd-b5ca-e73152eb6195" providerId="ADAL" clId="{5EF1573D-C18F-4A50-B1D7-5E5A20095DCF}" dt="2021-02-21T10:43:53.757" v="3225" actId="20577"/>
          <ac:spMkLst>
            <pc:docMk/>
            <pc:sldMk cId="648727758" sldId="287"/>
            <ac:spMk id="2" creationId="{4A217082-3A79-4E51-90C1-CC13AD5960FE}"/>
          </ac:spMkLst>
        </pc:spChg>
        <pc:spChg chg="mod">
          <ac:chgData name="Serhii Litvinov" userId="13e31772-44c1-46fd-b5ca-e73152eb6195" providerId="ADAL" clId="{5EF1573D-C18F-4A50-B1D7-5E5A20095DCF}" dt="2021-02-21T10:43:58.302" v="3232" actId="20577"/>
          <ac:spMkLst>
            <pc:docMk/>
            <pc:sldMk cId="648727758" sldId="287"/>
            <ac:spMk id="4" creationId="{64F4CF80-DBD3-4E21-BDB4-42E30C4DC220}"/>
          </ac:spMkLst>
        </pc:spChg>
        <pc:picChg chg="del">
          <ac:chgData name="Serhii Litvinov" userId="13e31772-44c1-46fd-b5ca-e73152eb6195" providerId="ADAL" clId="{5EF1573D-C18F-4A50-B1D7-5E5A20095DCF}" dt="2021-02-20T15:31:26.785" v="3194" actId="478"/>
          <ac:picMkLst>
            <pc:docMk/>
            <pc:sldMk cId="648727758" sldId="287"/>
            <ac:picMk id="5" creationId="{28860E69-B80D-4464-AADE-E5B49E754BAC}"/>
          </ac:picMkLst>
        </pc:picChg>
        <pc:picChg chg="add mod">
          <ac:chgData name="Serhii Litvinov" userId="13e31772-44c1-46fd-b5ca-e73152eb6195" providerId="ADAL" clId="{5EF1573D-C18F-4A50-B1D7-5E5A20095DCF}" dt="2021-02-20T15:31:29.511" v="3196" actId="1076"/>
          <ac:picMkLst>
            <pc:docMk/>
            <pc:sldMk cId="648727758" sldId="287"/>
            <ac:picMk id="7" creationId="{ADB0A869-9835-4BAE-AC29-AF7E81A3B84A}"/>
          </ac:picMkLst>
        </pc:picChg>
      </pc:sldChg>
      <pc:sldChg chg="modSp mod ord modShow">
        <pc:chgData name="Serhii Litvinov" userId="13e31772-44c1-46fd-b5ca-e73152eb6195" providerId="ADAL" clId="{5EF1573D-C18F-4A50-B1D7-5E5A20095DCF}" dt="2021-02-21T10:43:47.678" v="3215" actId="20577"/>
        <pc:sldMkLst>
          <pc:docMk/>
          <pc:sldMk cId="3191708356" sldId="288"/>
        </pc:sldMkLst>
        <pc:spChg chg="mod">
          <ac:chgData name="Serhii Litvinov" userId="13e31772-44c1-46fd-b5ca-e73152eb6195" providerId="ADAL" clId="{5EF1573D-C18F-4A50-B1D7-5E5A20095DCF}" dt="2021-02-21T10:43:42.672" v="3208" actId="20577"/>
          <ac:spMkLst>
            <pc:docMk/>
            <pc:sldMk cId="3191708356" sldId="288"/>
            <ac:spMk id="2" creationId="{E3408EA1-5D8C-4DB2-BAD2-333DA2CDB587}"/>
          </ac:spMkLst>
        </pc:spChg>
        <pc:spChg chg="mod">
          <ac:chgData name="Serhii Litvinov" userId="13e31772-44c1-46fd-b5ca-e73152eb6195" providerId="ADAL" clId="{5EF1573D-C18F-4A50-B1D7-5E5A20095DCF}" dt="2021-02-21T10:43:47.678" v="3215" actId="20577"/>
          <ac:spMkLst>
            <pc:docMk/>
            <pc:sldMk cId="3191708356" sldId="288"/>
            <ac:spMk id="4" creationId="{06830B36-DA7E-4EBE-88EC-0176EB784B2F}"/>
          </ac:spMkLst>
        </pc:spChg>
        <pc:spChg chg="mod">
          <ac:chgData name="Serhii Litvinov" userId="13e31772-44c1-46fd-b5ca-e73152eb6195" providerId="ADAL" clId="{5EF1573D-C18F-4A50-B1D7-5E5A20095DCF}" dt="2021-02-20T15:30:52.044" v="3193" actId="20577"/>
          <ac:spMkLst>
            <pc:docMk/>
            <pc:sldMk cId="3191708356" sldId="288"/>
            <ac:spMk id="5" creationId="{798D6976-A09B-4C9E-9E31-259BB6D3E3B8}"/>
          </ac:spMkLst>
        </pc:spChg>
      </pc:sldChg>
      <pc:sldChg chg="addSp delSp modSp mod">
        <pc:chgData name="Serhii Litvinov" userId="13e31772-44c1-46fd-b5ca-e73152eb6195" providerId="ADAL" clId="{5EF1573D-C18F-4A50-B1D7-5E5A20095DCF}" dt="2021-02-21T11:02:12.123" v="3559" actId="20577"/>
        <pc:sldMkLst>
          <pc:docMk/>
          <pc:sldMk cId="3554090714" sldId="290"/>
        </pc:sldMkLst>
        <pc:spChg chg="add del mod">
          <ac:chgData name="Serhii Litvinov" userId="13e31772-44c1-46fd-b5ca-e73152eb6195" providerId="ADAL" clId="{5EF1573D-C18F-4A50-B1D7-5E5A20095DCF}" dt="2021-02-21T10:53:16.237" v="3425" actId="478"/>
          <ac:spMkLst>
            <pc:docMk/>
            <pc:sldMk cId="3554090714" sldId="290"/>
            <ac:spMk id="5" creationId="{E7F21E26-C098-4189-B6C6-8FC5C4DCE28C}"/>
          </ac:spMkLst>
        </pc:spChg>
        <pc:spChg chg="mod">
          <ac:chgData name="Serhii Litvinov" userId="13e31772-44c1-46fd-b5ca-e73152eb6195" providerId="ADAL" clId="{5EF1573D-C18F-4A50-B1D7-5E5A20095DCF}" dt="2021-02-21T10:56:42.819" v="3444" actId="1076"/>
          <ac:spMkLst>
            <pc:docMk/>
            <pc:sldMk cId="3554090714" sldId="290"/>
            <ac:spMk id="6" creationId="{BC4427F9-0A19-4276-857E-B561DB8D83D3}"/>
          </ac:spMkLst>
        </pc:spChg>
        <pc:spChg chg="mod">
          <ac:chgData name="Serhii Litvinov" userId="13e31772-44c1-46fd-b5ca-e73152eb6195" providerId="ADAL" clId="{5EF1573D-C18F-4A50-B1D7-5E5A20095DCF}" dt="2021-02-21T10:56:42.819" v="3444" actId="1076"/>
          <ac:spMkLst>
            <pc:docMk/>
            <pc:sldMk cId="3554090714" sldId="290"/>
            <ac:spMk id="7" creationId="{560895DE-EA85-45AC-82C4-3C9C717957E4}"/>
          </ac:spMkLst>
        </pc:spChg>
        <pc:spChg chg="add del mod">
          <ac:chgData name="Serhii Litvinov" userId="13e31772-44c1-46fd-b5ca-e73152eb6195" providerId="ADAL" clId="{5EF1573D-C18F-4A50-B1D7-5E5A20095DCF}" dt="2021-02-21T10:57:06.300" v="3449" actId="478"/>
          <ac:spMkLst>
            <pc:docMk/>
            <pc:sldMk cId="3554090714" sldId="290"/>
            <ac:spMk id="8" creationId="{F43F56B7-A37B-4CE6-993A-8431F5D0FE3C}"/>
          </ac:spMkLst>
        </pc:spChg>
        <pc:spChg chg="add mod">
          <ac:chgData name="Serhii Litvinov" userId="13e31772-44c1-46fd-b5ca-e73152eb6195" providerId="ADAL" clId="{5EF1573D-C18F-4A50-B1D7-5E5A20095DCF}" dt="2021-02-21T11:00:44.871" v="3538" actId="1076"/>
          <ac:spMkLst>
            <pc:docMk/>
            <pc:sldMk cId="3554090714" sldId="290"/>
            <ac:spMk id="15" creationId="{298D3C8E-3858-481B-842B-568065A0ACDA}"/>
          </ac:spMkLst>
        </pc:spChg>
        <pc:spChg chg="mod">
          <ac:chgData name="Serhii Litvinov" userId="13e31772-44c1-46fd-b5ca-e73152eb6195" providerId="ADAL" clId="{5EF1573D-C18F-4A50-B1D7-5E5A20095DCF}" dt="2021-02-21T10:56:42.819" v="3444" actId="1076"/>
          <ac:spMkLst>
            <pc:docMk/>
            <pc:sldMk cId="3554090714" sldId="290"/>
            <ac:spMk id="19" creationId="{A5F27C05-E631-4BFF-BBB7-0FFC7CB72857}"/>
          </ac:spMkLst>
        </pc:spChg>
        <pc:spChg chg="add del mod">
          <ac:chgData name="Serhii Litvinov" userId="13e31772-44c1-46fd-b5ca-e73152eb6195" providerId="ADAL" clId="{5EF1573D-C18F-4A50-B1D7-5E5A20095DCF}" dt="2021-02-21T11:00:50.459" v="3539" actId="478"/>
          <ac:spMkLst>
            <pc:docMk/>
            <pc:sldMk cId="3554090714" sldId="290"/>
            <ac:spMk id="23" creationId="{C4DA33AE-CD89-45E5-AB1D-937C8DB8DD6B}"/>
          </ac:spMkLst>
        </pc:spChg>
        <pc:spChg chg="add mod">
          <ac:chgData name="Serhii Litvinov" userId="13e31772-44c1-46fd-b5ca-e73152eb6195" providerId="ADAL" clId="{5EF1573D-C18F-4A50-B1D7-5E5A20095DCF}" dt="2021-02-21T10:59:48.947" v="3502" actId="571"/>
          <ac:spMkLst>
            <pc:docMk/>
            <pc:sldMk cId="3554090714" sldId="290"/>
            <ac:spMk id="25" creationId="{E24DA060-925B-48B2-83D2-39779C6976EF}"/>
          </ac:spMkLst>
        </pc:spChg>
        <pc:spChg chg="add mod">
          <ac:chgData name="Serhii Litvinov" userId="13e31772-44c1-46fd-b5ca-e73152eb6195" providerId="ADAL" clId="{5EF1573D-C18F-4A50-B1D7-5E5A20095DCF}" dt="2021-02-21T11:00:25.382" v="3535" actId="1076"/>
          <ac:spMkLst>
            <pc:docMk/>
            <pc:sldMk cId="3554090714" sldId="290"/>
            <ac:spMk id="28" creationId="{64AB181A-A757-4648-82B9-5B68EB260CCA}"/>
          </ac:spMkLst>
        </pc:spChg>
        <pc:spChg chg="add mod">
          <ac:chgData name="Serhii Litvinov" userId="13e31772-44c1-46fd-b5ca-e73152eb6195" providerId="ADAL" clId="{5EF1573D-C18F-4A50-B1D7-5E5A20095DCF}" dt="2021-02-21T11:00:32.009" v="3537" actId="1076"/>
          <ac:spMkLst>
            <pc:docMk/>
            <pc:sldMk cId="3554090714" sldId="290"/>
            <ac:spMk id="31" creationId="{C1AB98AC-D970-4C58-A38E-1C4DF7F6B7A0}"/>
          </ac:spMkLst>
        </pc:spChg>
        <pc:spChg chg="add mod">
          <ac:chgData name="Serhii Litvinov" userId="13e31772-44c1-46fd-b5ca-e73152eb6195" providerId="ADAL" clId="{5EF1573D-C18F-4A50-B1D7-5E5A20095DCF}" dt="2021-02-21T11:00:59.303" v="3540" actId="571"/>
          <ac:spMkLst>
            <pc:docMk/>
            <pc:sldMk cId="3554090714" sldId="290"/>
            <ac:spMk id="32" creationId="{D79016CE-4E56-47E8-8667-B84E7567466B}"/>
          </ac:spMkLst>
        </pc:spChg>
        <pc:spChg chg="add mod">
          <ac:chgData name="Serhii Litvinov" userId="13e31772-44c1-46fd-b5ca-e73152eb6195" providerId="ADAL" clId="{5EF1573D-C18F-4A50-B1D7-5E5A20095DCF}" dt="2021-02-21T11:01:41.381" v="3541" actId="571"/>
          <ac:spMkLst>
            <pc:docMk/>
            <pc:sldMk cId="3554090714" sldId="290"/>
            <ac:spMk id="37" creationId="{6C6B1387-0644-4265-B10F-9CBF3EDDD4EC}"/>
          </ac:spMkLst>
        </pc:spChg>
        <pc:spChg chg="add mod">
          <ac:chgData name="Serhii Litvinov" userId="13e31772-44c1-46fd-b5ca-e73152eb6195" providerId="ADAL" clId="{5EF1573D-C18F-4A50-B1D7-5E5A20095DCF}" dt="2021-02-21T11:01:41.381" v="3541" actId="571"/>
          <ac:spMkLst>
            <pc:docMk/>
            <pc:sldMk cId="3554090714" sldId="290"/>
            <ac:spMk id="40" creationId="{D02D58E4-D295-4F2F-9A16-8AF3C9589514}"/>
          </ac:spMkLst>
        </pc:spChg>
        <pc:spChg chg="add mod">
          <ac:chgData name="Serhii Litvinov" userId="13e31772-44c1-46fd-b5ca-e73152eb6195" providerId="ADAL" clId="{5EF1573D-C18F-4A50-B1D7-5E5A20095DCF}" dt="2021-02-21T11:01:41.381" v="3541" actId="571"/>
          <ac:spMkLst>
            <pc:docMk/>
            <pc:sldMk cId="3554090714" sldId="290"/>
            <ac:spMk id="41" creationId="{340F8109-26FE-49EB-A3A2-101E26939920}"/>
          </ac:spMkLst>
        </pc:spChg>
        <pc:spChg chg="add mod">
          <ac:chgData name="Serhii Litvinov" userId="13e31772-44c1-46fd-b5ca-e73152eb6195" providerId="ADAL" clId="{5EF1573D-C18F-4A50-B1D7-5E5A20095DCF}" dt="2021-02-21T11:02:12.123" v="3559" actId="20577"/>
          <ac:spMkLst>
            <pc:docMk/>
            <pc:sldMk cId="3554090714" sldId="290"/>
            <ac:spMk id="44" creationId="{A8E68581-66DF-483D-BC29-912853993076}"/>
          </ac:spMkLst>
        </pc:spChg>
        <pc:cxnChg chg="mod">
          <ac:chgData name="Serhii Litvinov" userId="13e31772-44c1-46fd-b5ca-e73152eb6195" providerId="ADAL" clId="{5EF1573D-C18F-4A50-B1D7-5E5A20095DCF}" dt="2021-02-21T10:56:42.819" v="3444" actId="1076"/>
          <ac:cxnSpMkLst>
            <pc:docMk/>
            <pc:sldMk cId="3554090714" sldId="290"/>
            <ac:cxnSpMk id="10" creationId="{CC90A085-8D93-458C-B711-DC5FCCC456DF}"/>
          </ac:cxnSpMkLst>
        </pc:cxnChg>
        <pc:cxnChg chg="add mod">
          <ac:chgData name="Serhii Litvinov" userId="13e31772-44c1-46fd-b5ca-e73152eb6195" providerId="ADAL" clId="{5EF1573D-C18F-4A50-B1D7-5E5A20095DCF}" dt="2021-02-21T10:59:13.588" v="3498" actId="692"/>
          <ac:cxnSpMkLst>
            <pc:docMk/>
            <pc:sldMk cId="3554090714" sldId="290"/>
            <ac:cxnSpMk id="11" creationId="{D3CCEE01-BC16-40E8-A6EF-CB333FCBA293}"/>
          </ac:cxnSpMkLst>
        </pc:cxnChg>
        <pc:cxnChg chg="add mod">
          <ac:chgData name="Serhii Litvinov" userId="13e31772-44c1-46fd-b5ca-e73152eb6195" providerId="ADAL" clId="{5EF1573D-C18F-4A50-B1D7-5E5A20095DCF}" dt="2021-02-21T10:59:13.588" v="3498" actId="692"/>
          <ac:cxnSpMkLst>
            <pc:docMk/>
            <pc:sldMk cId="3554090714" sldId="290"/>
            <ac:cxnSpMk id="14" creationId="{D17B5BA8-B552-4774-86D2-83E40CE59A5E}"/>
          </ac:cxnSpMkLst>
        </pc:cxnChg>
        <pc:cxnChg chg="add mod">
          <ac:chgData name="Serhii Litvinov" userId="13e31772-44c1-46fd-b5ca-e73152eb6195" providerId="ADAL" clId="{5EF1573D-C18F-4A50-B1D7-5E5A20095DCF}" dt="2021-02-21T10:59:35.534" v="3500" actId="571"/>
          <ac:cxnSpMkLst>
            <pc:docMk/>
            <pc:sldMk cId="3554090714" sldId="290"/>
            <ac:cxnSpMk id="20" creationId="{027A3972-644E-46B3-BAF2-4505DF576A50}"/>
          </ac:cxnSpMkLst>
        </pc:cxnChg>
        <pc:cxnChg chg="mod">
          <ac:chgData name="Serhii Litvinov" userId="13e31772-44c1-46fd-b5ca-e73152eb6195" providerId="ADAL" clId="{5EF1573D-C18F-4A50-B1D7-5E5A20095DCF}" dt="2021-02-21T10:56:42.819" v="3444" actId="1076"/>
          <ac:cxnSpMkLst>
            <pc:docMk/>
            <pc:sldMk cId="3554090714" sldId="290"/>
            <ac:cxnSpMk id="21" creationId="{529BE131-8EA4-467F-95E9-97D7591E03D1}"/>
          </ac:cxnSpMkLst>
        </pc:cxnChg>
        <pc:cxnChg chg="add mod">
          <ac:chgData name="Serhii Litvinov" userId="13e31772-44c1-46fd-b5ca-e73152eb6195" providerId="ADAL" clId="{5EF1573D-C18F-4A50-B1D7-5E5A20095DCF}" dt="2021-02-21T10:59:35.534" v="3500" actId="571"/>
          <ac:cxnSpMkLst>
            <pc:docMk/>
            <pc:sldMk cId="3554090714" sldId="290"/>
            <ac:cxnSpMk id="22" creationId="{731FDFB6-0374-467C-81AD-A776DA90BEE9}"/>
          </ac:cxnSpMkLst>
        </pc:cxnChg>
        <pc:cxnChg chg="add mod">
          <ac:chgData name="Serhii Litvinov" userId="13e31772-44c1-46fd-b5ca-e73152eb6195" providerId="ADAL" clId="{5EF1573D-C18F-4A50-B1D7-5E5A20095DCF}" dt="2021-02-21T10:59:48.947" v="3502" actId="571"/>
          <ac:cxnSpMkLst>
            <pc:docMk/>
            <pc:sldMk cId="3554090714" sldId="290"/>
            <ac:cxnSpMk id="24" creationId="{9053F57F-B2E1-4AEF-AA40-C0F9CAF019FD}"/>
          </ac:cxnSpMkLst>
        </pc:cxnChg>
        <pc:cxnChg chg="add mod">
          <ac:chgData name="Serhii Litvinov" userId="13e31772-44c1-46fd-b5ca-e73152eb6195" providerId="ADAL" clId="{5EF1573D-C18F-4A50-B1D7-5E5A20095DCF}" dt="2021-02-21T10:59:55.065" v="3503" actId="571"/>
          <ac:cxnSpMkLst>
            <pc:docMk/>
            <pc:sldMk cId="3554090714" sldId="290"/>
            <ac:cxnSpMk id="26" creationId="{6FC410D0-EB23-4B4C-B156-52A06512AA04}"/>
          </ac:cxnSpMkLst>
        </pc:cxnChg>
        <pc:cxnChg chg="add mod">
          <ac:chgData name="Serhii Litvinov" userId="13e31772-44c1-46fd-b5ca-e73152eb6195" providerId="ADAL" clId="{5EF1573D-C18F-4A50-B1D7-5E5A20095DCF}" dt="2021-02-21T10:59:55.065" v="3503" actId="571"/>
          <ac:cxnSpMkLst>
            <pc:docMk/>
            <pc:sldMk cId="3554090714" sldId="290"/>
            <ac:cxnSpMk id="27" creationId="{23B95F7D-906C-4116-93D9-44A21B25FE65}"/>
          </ac:cxnSpMkLst>
        </pc:cxnChg>
        <pc:cxnChg chg="add mod">
          <ac:chgData name="Serhii Litvinov" userId="13e31772-44c1-46fd-b5ca-e73152eb6195" providerId="ADAL" clId="{5EF1573D-C18F-4A50-B1D7-5E5A20095DCF}" dt="2021-02-21T10:59:58.838" v="3504" actId="571"/>
          <ac:cxnSpMkLst>
            <pc:docMk/>
            <pc:sldMk cId="3554090714" sldId="290"/>
            <ac:cxnSpMk id="29" creationId="{FB611473-0B6C-4F05-84C2-B587AF3BCA8E}"/>
          </ac:cxnSpMkLst>
        </pc:cxnChg>
        <pc:cxnChg chg="add mod">
          <ac:chgData name="Serhii Litvinov" userId="13e31772-44c1-46fd-b5ca-e73152eb6195" providerId="ADAL" clId="{5EF1573D-C18F-4A50-B1D7-5E5A20095DCF}" dt="2021-02-21T10:59:58.838" v="3504" actId="571"/>
          <ac:cxnSpMkLst>
            <pc:docMk/>
            <pc:sldMk cId="3554090714" sldId="290"/>
            <ac:cxnSpMk id="30" creationId="{4003CB80-3B13-4CE7-9CB2-16BE0E503C9F}"/>
          </ac:cxnSpMkLst>
        </pc:cxnChg>
        <pc:cxnChg chg="add mod">
          <ac:chgData name="Serhii Litvinov" userId="13e31772-44c1-46fd-b5ca-e73152eb6195" providerId="ADAL" clId="{5EF1573D-C18F-4A50-B1D7-5E5A20095DCF}" dt="2021-02-21T11:01:41.381" v="3541" actId="571"/>
          <ac:cxnSpMkLst>
            <pc:docMk/>
            <pc:sldMk cId="3554090714" sldId="290"/>
            <ac:cxnSpMk id="33" creationId="{4E24D43C-EAEB-4562-AA7F-7D7C4111B35E}"/>
          </ac:cxnSpMkLst>
        </pc:cxnChg>
        <pc:cxnChg chg="add mod">
          <ac:chgData name="Serhii Litvinov" userId="13e31772-44c1-46fd-b5ca-e73152eb6195" providerId="ADAL" clId="{5EF1573D-C18F-4A50-B1D7-5E5A20095DCF}" dt="2021-02-21T11:01:41.381" v="3541" actId="571"/>
          <ac:cxnSpMkLst>
            <pc:docMk/>
            <pc:sldMk cId="3554090714" sldId="290"/>
            <ac:cxnSpMk id="34" creationId="{84F1AE6B-A139-4C17-B072-F744E314DB5E}"/>
          </ac:cxnSpMkLst>
        </pc:cxnChg>
        <pc:cxnChg chg="add mod">
          <ac:chgData name="Serhii Litvinov" userId="13e31772-44c1-46fd-b5ca-e73152eb6195" providerId="ADAL" clId="{5EF1573D-C18F-4A50-B1D7-5E5A20095DCF}" dt="2021-02-21T11:01:41.381" v="3541" actId="571"/>
          <ac:cxnSpMkLst>
            <pc:docMk/>
            <pc:sldMk cId="3554090714" sldId="290"/>
            <ac:cxnSpMk id="35" creationId="{FB15D260-3CD4-42D7-92E2-F58028CAC008}"/>
          </ac:cxnSpMkLst>
        </pc:cxnChg>
        <pc:cxnChg chg="add mod">
          <ac:chgData name="Serhii Litvinov" userId="13e31772-44c1-46fd-b5ca-e73152eb6195" providerId="ADAL" clId="{5EF1573D-C18F-4A50-B1D7-5E5A20095DCF}" dt="2021-02-21T11:01:41.381" v="3541" actId="571"/>
          <ac:cxnSpMkLst>
            <pc:docMk/>
            <pc:sldMk cId="3554090714" sldId="290"/>
            <ac:cxnSpMk id="36" creationId="{F1C1CEB5-45E2-416E-9B5F-8297F9FCC5ED}"/>
          </ac:cxnSpMkLst>
        </pc:cxnChg>
        <pc:cxnChg chg="add mod">
          <ac:chgData name="Serhii Litvinov" userId="13e31772-44c1-46fd-b5ca-e73152eb6195" providerId="ADAL" clId="{5EF1573D-C18F-4A50-B1D7-5E5A20095DCF}" dt="2021-02-21T11:01:41.381" v="3541" actId="571"/>
          <ac:cxnSpMkLst>
            <pc:docMk/>
            <pc:sldMk cId="3554090714" sldId="290"/>
            <ac:cxnSpMk id="38" creationId="{89B627FF-A136-4C28-A8B2-F27A4FB9FC13}"/>
          </ac:cxnSpMkLst>
        </pc:cxnChg>
        <pc:cxnChg chg="add mod">
          <ac:chgData name="Serhii Litvinov" userId="13e31772-44c1-46fd-b5ca-e73152eb6195" providerId="ADAL" clId="{5EF1573D-C18F-4A50-B1D7-5E5A20095DCF}" dt="2021-02-21T11:01:41.381" v="3541" actId="571"/>
          <ac:cxnSpMkLst>
            <pc:docMk/>
            <pc:sldMk cId="3554090714" sldId="290"/>
            <ac:cxnSpMk id="39" creationId="{FF7332C3-69A9-4133-B8BE-8B660E7EE05B}"/>
          </ac:cxnSpMkLst>
        </pc:cxnChg>
        <pc:cxnChg chg="add mod">
          <ac:chgData name="Serhii Litvinov" userId="13e31772-44c1-46fd-b5ca-e73152eb6195" providerId="ADAL" clId="{5EF1573D-C18F-4A50-B1D7-5E5A20095DCF}" dt="2021-02-21T11:01:56.157" v="3542" actId="571"/>
          <ac:cxnSpMkLst>
            <pc:docMk/>
            <pc:sldMk cId="3554090714" sldId="290"/>
            <ac:cxnSpMk id="42" creationId="{8D2910E5-AE52-470A-B68D-F8476CD8E830}"/>
          </ac:cxnSpMkLst>
        </pc:cxnChg>
        <pc:cxnChg chg="add mod">
          <ac:chgData name="Serhii Litvinov" userId="13e31772-44c1-46fd-b5ca-e73152eb6195" providerId="ADAL" clId="{5EF1573D-C18F-4A50-B1D7-5E5A20095DCF}" dt="2021-02-21T11:01:56.157" v="3542" actId="571"/>
          <ac:cxnSpMkLst>
            <pc:docMk/>
            <pc:sldMk cId="3554090714" sldId="290"/>
            <ac:cxnSpMk id="43" creationId="{93E99BBB-C629-4E70-AA42-9713D15EBE70}"/>
          </ac:cxnSpMkLst>
        </pc:cxnChg>
      </pc:sldChg>
      <pc:sldChg chg="del">
        <pc:chgData name="Serhii Litvinov" userId="13e31772-44c1-46fd-b5ca-e73152eb6195" providerId="ADAL" clId="{5EF1573D-C18F-4A50-B1D7-5E5A20095DCF}" dt="2021-02-06T13:56:24.003" v="908" actId="2696"/>
        <pc:sldMkLst>
          <pc:docMk/>
          <pc:sldMk cId="1226722147" sldId="291"/>
        </pc:sldMkLst>
      </pc:sldChg>
      <pc:sldChg chg="modSp mod">
        <pc:chgData name="Serhii Litvinov" userId="13e31772-44c1-46fd-b5ca-e73152eb6195" providerId="ADAL" clId="{5EF1573D-C18F-4A50-B1D7-5E5A20095DCF}" dt="2021-02-07T15:42:28.608" v="1522" actId="255"/>
        <pc:sldMkLst>
          <pc:docMk/>
          <pc:sldMk cId="1607055006" sldId="292"/>
        </pc:sldMkLst>
        <pc:spChg chg="mod">
          <ac:chgData name="Serhii Litvinov" userId="13e31772-44c1-46fd-b5ca-e73152eb6195" providerId="ADAL" clId="{5EF1573D-C18F-4A50-B1D7-5E5A20095DCF}" dt="2021-02-07T15:22:30.321" v="1387" actId="20577"/>
          <ac:spMkLst>
            <pc:docMk/>
            <pc:sldMk cId="1607055006" sldId="292"/>
            <ac:spMk id="2" creationId="{EFDB786D-1806-4B70-B8D3-85D30248B7EC}"/>
          </ac:spMkLst>
        </pc:spChg>
        <pc:spChg chg="mod">
          <ac:chgData name="Serhii Litvinov" userId="13e31772-44c1-46fd-b5ca-e73152eb6195" providerId="ADAL" clId="{5EF1573D-C18F-4A50-B1D7-5E5A20095DCF}" dt="2021-02-07T15:22:37.753" v="1397" actId="20577"/>
          <ac:spMkLst>
            <pc:docMk/>
            <pc:sldMk cId="1607055006" sldId="292"/>
            <ac:spMk id="4" creationId="{9C8EC2E1-0F5C-49B0-8BEE-660EA4102A23}"/>
          </ac:spMkLst>
        </pc:spChg>
        <pc:spChg chg="mod">
          <ac:chgData name="Serhii Litvinov" userId="13e31772-44c1-46fd-b5ca-e73152eb6195" providerId="ADAL" clId="{5EF1573D-C18F-4A50-B1D7-5E5A20095DCF}" dt="2021-02-07T15:42:28.608" v="1522" actId="255"/>
          <ac:spMkLst>
            <pc:docMk/>
            <pc:sldMk cId="1607055006" sldId="292"/>
            <ac:spMk id="5" creationId="{D94AE662-716C-4DF3-B7FD-BD977EC809A2}"/>
          </ac:spMkLst>
        </pc:spChg>
        <pc:picChg chg="mod">
          <ac:chgData name="Serhii Litvinov" userId="13e31772-44c1-46fd-b5ca-e73152eb6195" providerId="ADAL" clId="{5EF1573D-C18F-4A50-B1D7-5E5A20095DCF}" dt="2021-02-07T14:41:23.106" v="1377" actId="1076"/>
          <ac:picMkLst>
            <pc:docMk/>
            <pc:sldMk cId="1607055006" sldId="292"/>
            <ac:picMk id="7" creationId="{4DD6503E-C3AF-49D3-9F4A-879F55CD6271}"/>
          </ac:picMkLst>
        </pc:picChg>
      </pc:sldChg>
      <pc:sldChg chg="addSp modSp mod ord modNotesTx">
        <pc:chgData name="Serhii Litvinov" userId="13e31772-44c1-46fd-b5ca-e73152eb6195" providerId="ADAL" clId="{5EF1573D-C18F-4A50-B1D7-5E5A20095DCF}" dt="2021-02-06T14:16:46.861" v="1228"/>
        <pc:sldMkLst>
          <pc:docMk/>
          <pc:sldMk cId="3140106217" sldId="293"/>
        </pc:sldMkLst>
        <pc:spChg chg="mod">
          <ac:chgData name="Serhii Litvinov" userId="13e31772-44c1-46fd-b5ca-e73152eb6195" providerId="ADAL" clId="{5EF1573D-C18F-4A50-B1D7-5E5A20095DCF}" dt="2021-02-06T13:59:07.628" v="958" actId="20577"/>
          <ac:spMkLst>
            <pc:docMk/>
            <pc:sldMk cId="3140106217" sldId="293"/>
            <ac:spMk id="4" creationId="{E4CCB6C1-D3A7-48D0-8C0E-51BEF39F8A20}"/>
          </ac:spMkLst>
        </pc:spChg>
        <pc:spChg chg="mod">
          <ac:chgData name="Serhii Litvinov" userId="13e31772-44c1-46fd-b5ca-e73152eb6195" providerId="ADAL" clId="{5EF1573D-C18F-4A50-B1D7-5E5A20095DCF}" dt="2021-02-06T14:14:54.537" v="1209" actId="1076"/>
          <ac:spMkLst>
            <pc:docMk/>
            <pc:sldMk cId="3140106217" sldId="293"/>
            <ac:spMk id="5" creationId="{FB3DD600-2DDA-4517-9DD6-45AB817AD292}"/>
          </ac:spMkLst>
        </pc:spChg>
        <pc:spChg chg="add mod">
          <ac:chgData name="Serhii Litvinov" userId="13e31772-44c1-46fd-b5ca-e73152eb6195" providerId="ADAL" clId="{5EF1573D-C18F-4A50-B1D7-5E5A20095DCF}" dt="2021-02-06T14:14:38.864" v="1207" actId="1076"/>
          <ac:spMkLst>
            <pc:docMk/>
            <pc:sldMk cId="3140106217" sldId="293"/>
            <ac:spMk id="6" creationId="{E28D52A4-AB32-440B-994E-AE2A86045885}"/>
          </ac:spMkLst>
        </pc:spChg>
      </pc:sldChg>
      <pc:sldChg chg="modSp del mod">
        <pc:chgData name="Serhii Litvinov" userId="13e31772-44c1-46fd-b5ca-e73152eb6195" providerId="ADAL" clId="{5EF1573D-C18F-4A50-B1D7-5E5A20095DCF}" dt="2021-02-13T14:16:53.717" v="2055" actId="2696"/>
        <pc:sldMkLst>
          <pc:docMk/>
          <pc:sldMk cId="3231958022" sldId="294"/>
        </pc:sldMkLst>
        <pc:spChg chg="mod">
          <ac:chgData name="Serhii Litvinov" userId="13e31772-44c1-46fd-b5ca-e73152eb6195" providerId="ADAL" clId="{5EF1573D-C18F-4A50-B1D7-5E5A20095DCF}" dt="2021-02-13T11:08:54.624" v="1532" actId="20577"/>
          <ac:spMkLst>
            <pc:docMk/>
            <pc:sldMk cId="3231958022" sldId="294"/>
            <ac:spMk id="2" creationId="{C40E2B74-B45C-4AFB-BE27-D9D541287008}"/>
          </ac:spMkLst>
        </pc:spChg>
        <pc:spChg chg="mod">
          <ac:chgData name="Serhii Litvinov" userId="13e31772-44c1-46fd-b5ca-e73152eb6195" providerId="ADAL" clId="{5EF1573D-C18F-4A50-B1D7-5E5A20095DCF}" dt="2021-02-13T11:09:00.560" v="1542" actId="20577"/>
          <ac:spMkLst>
            <pc:docMk/>
            <pc:sldMk cId="3231958022" sldId="294"/>
            <ac:spMk id="4" creationId="{D723DB61-E2FB-4D64-A9C4-827E30738574}"/>
          </ac:spMkLst>
        </pc:spChg>
      </pc:sldChg>
      <pc:sldChg chg="addSp delSp modSp mod">
        <pc:chgData name="Serhii Litvinov" userId="13e31772-44c1-46fd-b5ca-e73152eb6195" providerId="ADAL" clId="{5EF1573D-C18F-4A50-B1D7-5E5A20095DCF}" dt="2021-02-20T12:39:41.920" v="2375" actId="20577"/>
        <pc:sldMkLst>
          <pc:docMk/>
          <pc:sldMk cId="2290537795" sldId="300"/>
        </pc:sldMkLst>
        <pc:spChg chg="mod">
          <ac:chgData name="Serhii Litvinov" userId="13e31772-44c1-46fd-b5ca-e73152eb6195" providerId="ADAL" clId="{5EF1573D-C18F-4A50-B1D7-5E5A20095DCF}" dt="2021-02-20T12:39:41.920" v="2375" actId="20577"/>
          <ac:spMkLst>
            <pc:docMk/>
            <pc:sldMk cId="2290537795" sldId="300"/>
            <ac:spMk id="6" creationId="{4CC1AD27-88C4-49F2-95DA-CCBA9271EBDC}"/>
          </ac:spMkLst>
        </pc:spChg>
        <pc:picChg chg="del">
          <ac:chgData name="Serhii Litvinov" userId="13e31772-44c1-46fd-b5ca-e73152eb6195" providerId="ADAL" clId="{5EF1573D-C18F-4A50-B1D7-5E5A20095DCF}" dt="2021-02-14T19:52:57.191" v="2335" actId="478"/>
          <ac:picMkLst>
            <pc:docMk/>
            <pc:sldMk cId="2290537795" sldId="300"/>
            <ac:picMk id="5" creationId="{609ABD70-BE46-407E-9B51-9DF00C7ED982}"/>
          </ac:picMkLst>
        </pc:picChg>
        <pc:picChg chg="add mod">
          <ac:chgData name="Serhii Litvinov" userId="13e31772-44c1-46fd-b5ca-e73152eb6195" providerId="ADAL" clId="{5EF1573D-C18F-4A50-B1D7-5E5A20095DCF}" dt="2021-02-14T19:53:07.942" v="2337" actId="1076"/>
          <ac:picMkLst>
            <pc:docMk/>
            <pc:sldMk cId="2290537795" sldId="300"/>
            <ac:picMk id="8" creationId="{427DA304-CBAE-4FCA-8D72-B58C62F6FC3C}"/>
          </ac:picMkLst>
        </pc:picChg>
      </pc:sldChg>
      <pc:sldChg chg="modNotesTx">
        <pc:chgData name="Serhii Litvinov" userId="13e31772-44c1-46fd-b5ca-e73152eb6195" providerId="ADAL" clId="{5EF1573D-C18F-4A50-B1D7-5E5A20095DCF}" dt="2021-02-07T15:38:56.076" v="1487" actId="20577"/>
        <pc:sldMkLst>
          <pc:docMk/>
          <pc:sldMk cId="368465176" sldId="302"/>
        </pc:sldMkLst>
      </pc:sldChg>
      <pc:sldChg chg="addSp modSp new mod modShow modNotesTx">
        <pc:chgData name="Serhii Litvinov" userId="13e31772-44c1-46fd-b5ca-e73152eb6195" providerId="ADAL" clId="{5EF1573D-C18F-4A50-B1D7-5E5A20095DCF}" dt="2021-02-06T12:50:58.668" v="301" actId="729"/>
        <pc:sldMkLst>
          <pc:docMk/>
          <pc:sldMk cId="896584103" sldId="311"/>
        </pc:sldMkLst>
        <pc:spChg chg="mod">
          <ac:chgData name="Serhii Litvinov" userId="13e31772-44c1-46fd-b5ca-e73152eb6195" providerId="ADAL" clId="{5EF1573D-C18F-4A50-B1D7-5E5A20095DCF}" dt="2021-02-06T12:16:34.121" v="100" actId="20577"/>
          <ac:spMkLst>
            <pc:docMk/>
            <pc:sldMk cId="896584103" sldId="311"/>
            <ac:spMk id="2" creationId="{A98D8957-6B19-4B20-9400-216CA83869B6}"/>
          </ac:spMkLst>
        </pc:spChg>
        <pc:spChg chg="mod">
          <ac:chgData name="Serhii Litvinov" userId="13e31772-44c1-46fd-b5ca-e73152eb6195" providerId="ADAL" clId="{5EF1573D-C18F-4A50-B1D7-5E5A20095DCF}" dt="2021-02-06T12:17:20.410" v="114" actId="20577"/>
          <ac:spMkLst>
            <pc:docMk/>
            <pc:sldMk cId="896584103" sldId="311"/>
            <ac:spMk id="4" creationId="{3DB2694C-B316-4CEF-AD42-78CB82F119CE}"/>
          </ac:spMkLst>
        </pc:spChg>
        <pc:spChg chg="add mod">
          <ac:chgData name="Serhii Litvinov" userId="13e31772-44c1-46fd-b5ca-e73152eb6195" providerId="ADAL" clId="{5EF1573D-C18F-4A50-B1D7-5E5A20095DCF}" dt="2021-02-06T12:43:10.754" v="141" actId="14100"/>
          <ac:spMkLst>
            <pc:docMk/>
            <pc:sldMk cId="896584103" sldId="311"/>
            <ac:spMk id="5" creationId="{0913648A-D897-4A1B-ABCD-C48148E2044F}"/>
          </ac:spMkLst>
        </pc:spChg>
        <pc:spChg chg="add mod">
          <ac:chgData name="Serhii Litvinov" userId="13e31772-44c1-46fd-b5ca-e73152eb6195" providerId="ADAL" clId="{5EF1573D-C18F-4A50-B1D7-5E5A20095DCF}" dt="2021-02-06T12:43:14.997" v="142" actId="14100"/>
          <ac:spMkLst>
            <pc:docMk/>
            <pc:sldMk cId="896584103" sldId="311"/>
            <ac:spMk id="6" creationId="{128FC923-BCF4-482E-883C-BE1BA87F0A37}"/>
          </ac:spMkLst>
        </pc:spChg>
      </pc:sldChg>
      <pc:sldChg chg="addSp modSp add mod modShow modNotesTx">
        <pc:chgData name="Serhii Litvinov" userId="13e31772-44c1-46fd-b5ca-e73152eb6195" providerId="ADAL" clId="{5EF1573D-C18F-4A50-B1D7-5E5A20095DCF}" dt="2021-02-06T13:11:09.632" v="542" actId="6549"/>
        <pc:sldMkLst>
          <pc:docMk/>
          <pc:sldMk cId="4017778086" sldId="312"/>
        </pc:sldMkLst>
        <pc:spChg chg="mod">
          <ac:chgData name="Serhii Litvinov" userId="13e31772-44c1-46fd-b5ca-e73152eb6195" providerId="ADAL" clId="{5EF1573D-C18F-4A50-B1D7-5E5A20095DCF}" dt="2021-02-06T12:43:30.694" v="149" actId="20577"/>
          <ac:spMkLst>
            <pc:docMk/>
            <pc:sldMk cId="4017778086" sldId="312"/>
            <ac:spMk id="4" creationId="{3DB2694C-B316-4CEF-AD42-78CB82F119CE}"/>
          </ac:spMkLst>
        </pc:spChg>
        <pc:spChg chg="mod">
          <ac:chgData name="Serhii Litvinov" userId="13e31772-44c1-46fd-b5ca-e73152eb6195" providerId="ADAL" clId="{5EF1573D-C18F-4A50-B1D7-5E5A20095DCF}" dt="2021-02-06T13:10:42.894" v="484" actId="13926"/>
          <ac:spMkLst>
            <pc:docMk/>
            <pc:sldMk cId="4017778086" sldId="312"/>
            <ac:spMk id="5" creationId="{0913648A-D897-4A1B-ABCD-C48148E2044F}"/>
          </ac:spMkLst>
        </pc:spChg>
        <pc:spChg chg="mod">
          <ac:chgData name="Serhii Litvinov" userId="13e31772-44c1-46fd-b5ca-e73152eb6195" providerId="ADAL" clId="{5EF1573D-C18F-4A50-B1D7-5E5A20095DCF}" dt="2021-02-06T13:10:38.167" v="483" actId="13926"/>
          <ac:spMkLst>
            <pc:docMk/>
            <pc:sldMk cId="4017778086" sldId="312"/>
            <ac:spMk id="6" creationId="{128FC923-BCF4-482E-883C-BE1BA87F0A37}"/>
          </ac:spMkLst>
        </pc:spChg>
        <pc:spChg chg="add mod">
          <ac:chgData name="Serhii Litvinov" userId="13e31772-44c1-46fd-b5ca-e73152eb6195" providerId="ADAL" clId="{5EF1573D-C18F-4A50-B1D7-5E5A20095DCF}" dt="2021-02-06T13:09:26.505" v="470" actId="14100"/>
          <ac:spMkLst>
            <pc:docMk/>
            <pc:sldMk cId="4017778086" sldId="312"/>
            <ac:spMk id="7" creationId="{873E83C9-E431-4116-B031-DE01439E2E29}"/>
          </ac:spMkLst>
        </pc:spChg>
      </pc:sldChg>
      <pc:sldChg chg="modSp add mod modNotesTx">
        <pc:chgData name="Serhii Litvinov" userId="13e31772-44c1-46fd-b5ca-e73152eb6195" providerId="ADAL" clId="{5EF1573D-C18F-4A50-B1D7-5E5A20095DCF}" dt="2021-02-06T13:17:56.444" v="756" actId="20577"/>
        <pc:sldMkLst>
          <pc:docMk/>
          <pc:sldMk cId="2689372507" sldId="313"/>
        </pc:sldMkLst>
        <pc:spChg chg="mod">
          <ac:chgData name="Serhii Litvinov" userId="13e31772-44c1-46fd-b5ca-e73152eb6195" providerId="ADAL" clId="{5EF1573D-C18F-4A50-B1D7-5E5A20095DCF}" dt="2021-02-06T13:15:13.774" v="549" actId="13926"/>
          <ac:spMkLst>
            <pc:docMk/>
            <pc:sldMk cId="2689372507" sldId="313"/>
            <ac:spMk id="5" creationId="{0913648A-D897-4A1B-ABCD-C48148E2044F}"/>
          </ac:spMkLst>
        </pc:spChg>
        <pc:spChg chg="mod">
          <ac:chgData name="Serhii Litvinov" userId="13e31772-44c1-46fd-b5ca-e73152eb6195" providerId="ADAL" clId="{5EF1573D-C18F-4A50-B1D7-5E5A20095DCF}" dt="2021-02-06T13:16:25.382" v="564" actId="13926"/>
          <ac:spMkLst>
            <pc:docMk/>
            <pc:sldMk cId="2689372507" sldId="313"/>
            <ac:spMk id="6" creationId="{128FC923-BCF4-482E-883C-BE1BA87F0A37}"/>
          </ac:spMkLst>
        </pc:spChg>
      </pc:sldChg>
      <pc:sldChg chg="addSp delSp modSp add mod">
        <pc:chgData name="Serhii Litvinov" userId="13e31772-44c1-46fd-b5ca-e73152eb6195" providerId="ADAL" clId="{5EF1573D-C18F-4A50-B1D7-5E5A20095DCF}" dt="2021-02-06T13:56:07.600" v="907" actId="20577"/>
        <pc:sldMkLst>
          <pc:docMk/>
          <pc:sldMk cId="196219292" sldId="314"/>
        </pc:sldMkLst>
        <pc:spChg chg="del">
          <ac:chgData name="Serhii Litvinov" userId="13e31772-44c1-46fd-b5ca-e73152eb6195" providerId="ADAL" clId="{5EF1573D-C18F-4A50-B1D7-5E5A20095DCF}" dt="2021-02-06T13:37:25.483" v="758" actId="478"/>
          <ac:spMkLst>
            <pc:docMk/>
            <pc:sldMk cId="196219292" sldId="314"/>
            <ac:spMk id="5" creationId="{00BEC17A-5A6B-4BBB-9F5D-E4DF0F29588A}"/>
          </ac:spMkLst>
        </pc:spChg>
        <pc:spChg chg="add mod">
          <ac:chgData name="Serhii Litvinov" userId="13e31772-44c1-46fd-b5ca-e73152eb6195" providerId="ADAL" clId="{5EF1573D-C18F-4A50-B1D7-5E5A20095DCF}" dt="2021-02-06T13:53:52.277" v="859" actId="1076"/>
          <ac:spMkLst>
            <pc:docMk/>
            <pc:sldMk cId="196219292" sldId="314"/>
            <ac:spMk id="6" creationId="{10DFF8C2-644A-4695-BF02-D2262A202AA4}"/>
          </ac:spMkLst>
        </pc:spChg>
        <pc:spChg chg="add mod">
          <ac:chgData name="Serhii Litvinov" userId="13e31772-44c1-46fd-b5ca-e73152eb6195" providerId="ADAL" clId="{5EF1573D-C18F-4A50-B1D7-5E5A20095DCF}" dt="2021-02-06T13:56:07.600" v="907" actId="20577"/>
          <ac:spMkLst>
            <pc:docMk/>
            <pc:sldMk cId="196219292" sldId="314"/>
            <ac:spMk id="7" creationId="{1A90C01B-1B9B-410F-B13C-B052641F555F}"/>
          </ac:spMkLst>
        </pc:spChg>
        <pc:spChg chg="add del mod">
          <ac:chgData name="Serhii Litvinov" userId="13e31772-44c1-46fd-b5ca-e73152eb6195" providerId="ADAL" clId="{5EF1573D-C18F-4A50-B1D7-5E5A20095DCF}" dt="2021-02-06T13:50:12.574" v="813" actId="478"/>
          <ac:spMkLst>
            <pc:docMk/>
            <pc:sldMk cId="196219292" sldId="314"/>
            <ac:spMk id="9" creationId="{AD8E4189-2DD9-4B7B-92EA-E06A7B0F69E4}"/>
          </ac:spMkLst>
        </pc:spChg>
        <pc:cxnChg chg="add del mod">
          <ac:chgData name="Serhii Litvinov" userId="13e31772-44c1-46fd-b5ca-e73152eb6195" providerId="ADAL" clId="{5EF1573D-C18F-4A50-B1D7-5E5A20095DCF}" dt="2021-02-06T13:51:22.398" v="823" actId="478"/>
          <ac:cxnSpMkLst>
            <pc:docMk/>
            <pc:sldMk cId="196219292" sldId="314"/>
            <ac:cxnSpMk id="11" creationId="{F4F80179-667D-44D5-AC0A-E090A9050502}"/>
          </ac:cxnSpMkLst>
        </pc:cxnChg>
        <pc:cxnChg chg="add mod">
          <ac:chgData name="Serhii Litvinov" userId="13e31772-44c1-46fd-b5ca-e73152eb6195" providerId="ADAL" clId="{5EF1573D-C18F-4A50-B1D7-5E5A20095DCF}" dt="2021-02-06T13:54:08.476" v="862" actId="14100"/>
          <ac:cxnSpMkLst>
            <pc:docMk/>
            <pc:sldMk cId="196219292" sldId="314"/>
            <ac:cxnSpMk id="12" creationId="{3A1F42BC-0007-4AC0-A5E6-0DDEADDEEB14}"/>
          </ac:cxnSpMkLst>
        </pc:cxnChg>
        <pc:cxnChg chg="add del mod">
          <ac:chgData name="Serhii Litvinov" userId="13e31772-44c1-46fd-b5ca-e73152eb6195" providerId="ADAL" clId="{5EF1573D-C18F-4A50-B1D7-5E5A20095DCF}" dt="2021-02-06T13:52:02.349" v="831" actId="478"/>
          <ac:cxnSpMkLst>
            <pc:docMk/>
            <pc:sldMk cId="196219292" sldId="314"/>
            <ac:cxnSpMk id="17" creationId="{82B82901-DD8E-4507-BF6B-F3C2A04202BB}"/>
          </ac:cxnSpMkLst>
        </pc:cxnChg>
        <pc:cxnChg chg="add del mod">
          <ac:chgData name="Serhii Litvinov" userId="13e31772-44c1-46fd-b5ca-e73152eb6195" providerId="ADAL" clId="{5EF1573D-C18F-4A50-B1D7-5E5A20095DCF}" dt="2021-02-06T13:52:44.956" v="838" actId="478"/>
          <ac:cxnSpMkLst>
            <pc:docMk/>
            <pc:sldMk cId="196219292" sldId="314"/>
            <ac:cxnSpMk id="25" creationId="{7ACFB6A6-B66E-4DA4-935E-9A569847869C}"/>
          </ac:cxnSpMkLst>
        </pc:cxnChg>
        <pc:cxnChg chg="add del mod">
          <ac:chgData name="Serhii Litvinov" userId="13e31772-44c1-46fd-b5ca-e73152eb6195" providerId="ADAL" clId="{5EF1573D-C18F-4A50-B1D7-5E5A20095DCF}" dt="2021-02-06T13:53:02.333" v="843" actId="478"/>
          <ac:cxnSpMkLst>
            <pc:docMk/>
            <pc:sldMk cId="196219292" sldId="314"/>
            <ac:cxnSpMk id="32" creationId="{925E8B20-B53E-4570-B218-AFF0453A91E1}"/>
          </ac:cxnSpMkLst>
        </pc:cxnChg>
        <pc:cxnChg chg="add mod">
          <ac:chgData name="Serhii Litvinov" userId="13e31772-44c1-46fd-b5ca-e73152eb6195" providerId="ADAL" clId="{5EF1573D-C18F-4A50-B1D7-5E5A20095DCF}" dt="2021-02-06T13:55:35.025" v="892" actId="14100"/>
          <ac:cxnSpMkLst>
            <pc:docMk/>
            <pc:sldMk cId="196219292" sldId="314"/>
            <ac:cxnSpMk id="38" creationId="{5568D895-AC9B-41CA-8325-A8D1411934E7}"/>
          </ac:cxnSpMkLst>
        </pc:cxnChg>
      </pc:sldChg>
      <pc:sldChg chg="addSp delSp modSp add mod">
        <pc:chgData name="Serhii Litvinov" userId="13e31772-44c1-46fd-b5ca-e73152eb6195" providerId="ADAL" clId="{5EF1573D-C18F-4A50-B1D7-5E5A20095DCF}" dt="2021-02-07T15:26:44.932" v="1446" actId="13926"/>
        <pc:sldMkLst>
          <pc:docMk/>
          <pc:sldMk cId="867468372" sldId="315"/>
        </pc:sldMkLst>
        <pc:spChg chg="mod">
          <ac:chgData name="Serhii Litvinov" userId="13e31772-44c1-46fd-b5ca-e73152eb6195" providerId="ADAL" clId="{5EF1573D-C18F-4A50-B1D7-5E5A20095DCF}" dt="2021-02-07T15:23:01.229" v="1409" actId="20577"/>
          <ac:spMkLst>
            <pc:docMk/>
            <pc:sldMk cId="867468372" sldId="315"/>
            <ac:spMk id="4" creationId="{9C8EC2E1-0F5C-49B0-8BEE-660EA4102A23}"/>
          </ac:spMkLst>
        </pc:spChg>
        <pc:spChg chg="del">
          <ac:chgData name="Serhii Litvinov" userId="13e31772-44c1-46fd-b5ca-e73152eb6195" providerId="ADAL" clId="{5EF1573D-C18F-4A50-B1D7-5E5A20095DCF}" dt="2021-02-07T15:23:09.818" v="1410" actId="478"/>
          <ac:spMkLst>
            <pc:docMk/>
            <pc:sldMk cId="867468372" sldId="315"/>
            <ac:spMk id="5" creationId="{D94AE662-716C-4DF3-B7FD-BD977EC809A2}"/>
          </ac:spMkLst>
        </pc:spChg>
        <pc:spChg chg="add mod">
          <ac:chgData name="Serhii Litvinov" userId="13e31772-44c1-46fd-b5ca-e73152eb6195" providerId="ADAL" clId="{5EF1573D-C18F-4A50-B1D7-5E5A20095DCF}" dt="2021-02-07T15:26:44.932" v="1446" actId="13926"/>
          <ac:spMkLst>
            <pc:docMk/>
            <pc:sldMk cId="867468372" sldId="315"/>
            <ac:spMk id="6" creationId="{CA4028BB-393C-4A5C-AE5E-93E892DA5C96}"/>
          </ac:spMkLst>
        </pc:spChg>
        <pc:spChg chg="add del mod">
          <ac:chgData name="Serhii Litvinov" userId="13e31772-44c1-46fd-b5ca-e73152eb6195" providerId="ADAL" clId="{5EF1573D-C18F-4A50-B1D7-5E5A20095DCF}" dt="2021-02-07T15:24:12.822" v="1423" actId="478"/>
          <ac:spMkLst>
            <pc:docMk/>
            <pc:sldMk cId="867468372" sldId="315"/>
            <ac:spMk id="9" creationId="{DADEDB02-F99B-4B88-A5FE-1EC531AD4032}"/>
          </ac:spMkLst>
        </pc:spChg>
        <pc:spChg chg="add mod">
          <ac:chgData name="Serhii Litvinov" userId="13e31772-44c1-46fd-b5ca-e73152eb6195" providerId="ADAL" clId="{5EF1573D-C18F-4A50-B1D7-5E5A20095DCF}" dt="2021-02-07T15:26:15.513" v="1442" actId="13926"/>
          <ac:spMkLst>
            <pc:docMk/>
            <pc:sldMk cId="867468372" sldId="315"/>
            <ac:spMk id="10" creationId="{F92E1095-6696-463E-8154-AD0A07D89923}"/>
          </ac:spMkLst>
        </pc:spChg>
        <pc:picChg chg="del">
          <ac:chgData name="Serhii Litvinov" userId="13e31772-44c1-46fd-b5ca-e73152eb6195" providerId="ADAL" clId="{5EF1573D-C18F-4A50-B1D7-5E5A20095DCF}" dt="2021-02-07T15:23:12.747" v="1411" actId="478"/>
          <ac:picMkLst>
            <pc:docMk/>
            <pc:sldMk cId="867468372" sldId="315"/>
            <ac:picMk id="7" creationId="{4DD6503E-C3AF-49D3-9F4A-879F55CD6271}"/>
          </ac:picMkLst>
        </pc:picChg>
      </pc:sldChg>
      <pc:sldChg chg="modSp new del mod modShow">
        <pc:chgData name="Serhii Litvinov" userId="13e31772-44c1-46fd-b5ca-e73152eb6195" providerId="ADAL" clId="{5EF1573D-C18F-4A50-B1D7-5E5A20095DCF}" dt="2021-02-13T11:08:25.793" v="1524" actId="2696"/>
        <pc:sldMkLst>
          <pc:docMk/>
          <pc:sldMk cId="1508290191" sldId="316"/>
        </pc:sldMkLst>
        <pc:spChg chg="mod">
          <ac:chgData name="Serhii Litvinov" userId="13e31772-44c1-46fd-b5ca-e73152eb6195" providerId="ADAL" clId="{5EF1573D-C18F-4A50-B1D7-5E5A20095DCF}" dt="2021-02-07T15:41:00.163" v="1498" actId="20577"/>
          <ac:spMkLst>
            <pc:docMk/>
            <pc:sldMk cId="1508290191" sldId="316"/>
            <ac:spMk id="2" creationId="{E52A1FE0-873F-457B-9B99-816FF742CE58}"/>
          </ac:spMkLst>
        </pc:spChg>
        <pc:spChg chg="mod">
          <ac:chgData name="Serhii Litvinov" userId="13e31772-44c1-46fd-b5ca-e73152eb6195" providerId="ADAL" clId="{5EF1573D-C18F-4A50-B1D7-5E5A20095DCF}" dt="2021-02-07T15:41:04.751" v="1505" actId="20577"/>
          <ac:spMkLst>
            <pc:docMk/>
            <pc:sldMk cId="1508290191" sldId="316"/>
            <ac:spMk id="4" creationId="{6BC71406-ADB1-40AD-8E0B-BBF2DDCFED3D}"/>
          </ac:spMkLst>
        </pc:spChg>
      </pc:sldChg>
      <pc:sldChg chg="addSp delSp modSp add mod">
        <pc:chgData name="Serhii Litvinov" userId="13e31772-44c1-46fd-b5ca-e73152eb6195" providerId="ADAL" clId="{5EF1573D-C18F-4A50-B1D7-5E5A20095DCF}" dt="2021-02-15T09:26:21.720" v="2370" actId="1076"/>
        <pc:sldMkLst>
          <pc:docMk/>
          <pc:sldMk cId="2013328925" sldId="316"/>
        </pc:sldMkLst>
        <pc:spChg chg="mod">
          <ac:chgData name="Serhii Litvinov" userId="13e31772-44c1-46fd-b5ca-e73152eb6195" providerId="ADAL" clId="{5EF1573D-C18F-4A50-B1D7-5E5A20095DCF}" dt="2021-02-13T14:17:01.813" v="2057" actId="20577"/>
          <ac:spMkLst>
            <pc:docMk/>
            <pc:sldMk cId="2013328925" sldId="316"/>
            <ac:spMk id="4" creationId="{D723DB61-E2FB-4D64-A9C4-827E30738574}"/>
          </ac:spMkLst>
        </pc:spChg>
        <pc:spChg chg="mod">
          <ac:chgData name="Serhii Litvinov" userId="13e31772-44c1-46fd-b5ca-e73152eb6195" providerId="ADAL" clId="{5EF1573D-C18F-4A50-B1D7-5E5A20095DCF}" dt="2021-02-15T09:26:06.845" v="2364" actId="5793"/>
          <ac:spMkLst>
            <pc:docMk/>
            <pc:sldMk cId="2013328925" sldId="316"/>
            <ac:spMk id="5" creationId="{A4E2AE50-39DE-4D1B-A301-C5B9C30670C0}"/>
          </ac:spMkLst>
        </pc:spChg>
        <pc:picChg chg="del">
          <ac:chgData name="Serhii Litvinov" userId="13e31772-44c1-46fd-b5ca-e73152eb6195" providerId="ADAL" clId="{5EF1573D-C18F-4A50-B1D7-5E5A20095DCF}" dt="2021-02-13T14:09:00.025" v="1692" actId="478"/>
          <ac:picMkLst>
            <pc:docMk/>
            <pc:sldMk cId="2013328925" sldId="316"/>
            <ac:picMk id="6" creationId="{DFDD3307-6404-4EFE-9FFE-23085E400D6D}"/>
          </ac:picMkLst>
        </pc:picChg>
        <pc:picChg chg="del">
          <ac:chgData name="Serhii Litvinov" userId="13e31772-44c1-46fd-b5ca-e73152eb6195" providerId="ADAL" clId="{5EF1573D-C18F-4A50-B1D7-5E5A20095DCF}" dt="2021-02-13T14:09:04.200" v="1694" actId="478"/>
          <ac:picMkLst>
            <pc:docMk/>
            <pc:sldMk cId="2013328925" sldId="316"/>
            <ac:picMk id="7" creationId="{002153DD-6E2D-49B5-AB13-3990D4F309E4}"/>
          </ac:picMkLst>
        </pc:picChg>
        <pc:picChg chg="add mod">
          <ac:chgData name="Serhii Litvinov" userId="13e31772-44c1-46fd-b5ca-e73152eb6195" providerId="ADAL" clId="{5EF1573D-C18F-4A50-B1D7-5E5A20095DCF}" dt="2021-02-15T09:26:21.720" v="2370" actId="1076"/>
          <ac:picMkLst>
            <pc:docMk/>
            <pc:sldMk cId="2013328925" sldId="316"/>
            <ac:picMk id="10" creationId="{4FFE5537-1DF9-4502-ABBB-4991641474A9}"/>
          </ac:picMkLst>
        </pc:picChg>
      </pc:sldChg>
      <pc:sldChg chg="addSp delSp modSp add mod modNotesTx">
        <pc:chgData name="Serhii Litvinov" userId="13e31772-44c1-46fd-b5ca-e73152eb6195" providerId="ADAL" clId="{5EF1573D-C18F-4A50-B1D7-5E5A20095DCF}" dt="2021-02-20T14:04:50.644" v="3027" actId="20577"/>
        <pc:sldMkLst>
          <pc:docMk/>
          <pc:sldMk cId="1732770792" sldId="317"/>
        </pc:sldMkLst>
        <pc:spChg chg="mod">
          <ac:chgData name="Serhii Litvinov" userId="13e31772-44c1-46fd-b5ca-e73152eb6195" providerId="ADAL" clId="{5EF1573D-C18F-4A50-B1D7-5E5A20095DCF}" dt="2021-02-13T11:51:59.299" v="1567" actId="20577"/>
          <ac:spMkLst>
            <pc:docMk/>
            <pc:sldMk cId="1732770792" sldId="317"/>
            <ac:spMk id="4" creationId="{6E0BA048-CDE7-4FC6-A07B-19507DFE1C4B}"/>
          </ac:spMkLst>
        </pc:spChg>
        <pc:spChg chg="del">
          <ac:chgData name="Serhii Litvinov" userId="13e31772-44c1-46fd-b5ca-e73152eb6195" providerId="ADAL" clId="{5EF1573D-C18F-4A50-B1D7-5E5A20095DCF}" dt="2021-02-13T11:51:52.050" v="1556" actId="478"/>
          <ac:spMkLst>
            <pc:docMk/>
            <pc:sldMk cId="1732770792" sldId="317"/>
            <ac:spMk id="5" creationId="{D5CC686A-4812-4FA0-9DB5-ECF0D6CCBF3C}"/>
          </ac:spMkLst>
        </pc:spChg>
        <pc:spChg chg="add mod">
          <ac:chgData name="Serhii Litvinov" userId="13e31772-44c1-46fd-b5ca-e73152eb6195" providerId="ADAL" clId="{5EF1573D-C18F-4A50-B1D7-5E5A20095DCF}" dt="2021-02-20T13:49:03.264" v="2921" actId="14100"/>
          <ac:spMkLst>
            <pc:docMk/>
            <pc:sldMk cId="1732770792" sldId="317"/>
            <ac:spMk id="5" creationId="{DAE6F1D5-B199-4E04-88C2-34BD651EAA8D}"/>
          </ac:spMkLst>
        </pc:spChg>
        <pc:graphicFrameChg chg="add del mod modGraphic">
          <ac:chgData name="Serhii Litvinov" userId="13e31772-44c1-46fd-b5ca-e73152eb6195" providerId="ADAL" clId="{5EF1573D-C18F-4A50-B1D7-5E5A20095DCF}" dt="2021-02-20T13:54:14.306" v="2924" actId="478"/>
          <ac:graphicFrameMkLst>
            <pc:docMk/>
            <pc:sldMk cId="1732770792" sldId="317"/>
            <ac:graphicFrameMk id="9" creationId="{4BBC494D-5DDE-4290-8A56-AB186EE2EE45}"/>
          </ac:graphicFrameMkLst>
        </pc:graphicFrameChg>
        <pc:graphicFrameChg chg="add del mod modGraphic">
          <ac:chgData name="Serhii Litvinov" userId="13e31772-44c1-46fd-b5ca-e73152eb6195" providerId="ADAL" clId="{5EF1573D-C18F-4A50-B1D7-5E5A20095DCF}" dt="2021-02-20T13:55:10.793" v="2938" actId="478"/>
          <ac:graphicFrameMkLst>
            <pc:docMk/>
            <pc:sldMk cId="1732770792" sldId="317"/>
            <ac:graphicFrameMk id="10" creationId="{4EDBFF49-C59B-481B-B620-ADAA2E6FF397}"/>
          </ac:graphicFrameMkLst>
        </pc:graphicFrameChg>
        <pc:graphicFrameChg chg="add del mod modGraphic">
          <ac:chgData name="Serhii Litvinov" userId="13e31772-44c1-46fd-b5ca-e73152eb6195" providerId="ADAL" clId="{5EF1573D-C18F-4A50-B1D7-5E5A20095DCF}" dt="2021-02-20T13:58:01.818" v="2972" actId="478"/>
          <ac:graphicFrameMkLst>
            <pc:docMk/>
            <pc:sldMk cId="1732770792" sldId="317"/>
            <ac:graphicFrameMk id="11" creationId="{CD70E68D-8DBD-47F3-B1FF-3C7D2B2CD6FB}"/>
          </ac:graphicFrameMkLst>
        </pc:graphicFrameChg>
        <pc:graphicFrameChg chg="add mod modGraphic">
          <ac:chgData name="Serhii Litvinov" userId="13e31772-44c1-46fd-b5ca-e73152eb6195" providerId="ADAL" clId="{5EF1573D-C18F-4A50-B1D7-5E5A20095DCF}" dt="2021-02-20T14:04:50.644" v="3027" actId="20577"/>
          <ac:graphicFrameMkLst>
            <pc:docMk/>
            <pc:sldMk cId="1732770792" sldId="317"/>
            <ac:graphicFrameMk id="12" creationId="{B63CB5D9-47D0-4B35-B83D-B50442DD805F}"/>
          </ac:graphicFrameMkLst>
        </pc:graphicFrameChg>
      </pc:sldChg>
      <pc:sldChg chg="add del">
        <pc:chgData name="Serhii Litvinov" userId="13e31772-44c1-46fd-b5ca-e73152eb6195" providerId="ADAL" clId="{5EF1573D-C18F-4A50-B1D7-5E5A20095DCF}" dt="2021-02-13T11:08:28.090" v="1525" actId="2696"/>
        <pc:sldMkLst>
          <pc:docMk/>
          <pc:sldMk cId="2283310503" sldId="317"/>
        </pc:sldMkLst>
      </pc:sldChg>
      <pc:sldChg chg="add del">
        <pc:chgData name="Serhii Litvinov" userId="13e31772-44c1-46fd-b5ca-e73152eb6195" providerId="ADAL" clId="{5EF1573D-C18F-4A50-B1D7-5E5A20095DCF}" dt="2021-02-13T11:08:30.856" v="1526" actId="2696"/>
        <pc:sldMkLst>
          <pc:docMk/>
          <pc:sldMk cId="1442870198" sldId="318"/>
        </pc:sldMkLst>
      </pc:sldChg>
      <pc:sldChg chg="modSp add mod">
        <pc:chgData name="Serhii Litvinov" userId="13e31772-44c1-46fd-b5ca-e73152eb6195" providerId="ADAL" clId="{5EF1573D-C18F-4A50-B1D7-5E5A20095DCF}" dt="2021-02-13T14:19:34.697" v="2090" actId="13926"/>
        <pc:sldMkLst>
          <pc:docMk/>
          <pc:sldMk cId="3641842218" sldId="318"/>
        </pc:sldMkLst>
        <pc:spChg chg="mod">
          <ac:chgData name="Serhii Litvinov" userId="13e31772-44c1-46fd-b5ca-e73152eb6195" providerId="ADAL" clId="{5EF1573D-C18F-4A50-B1D7-5E5A20095DCF}" dt="2021-02-13T14:19:34.697" v="2090" actId="13926"/>
          <ac:spMkLst>
            <pc:docMk/>
            <pc:sldMk cId="3641842218" sldId="318"/>
            <ac:spMk id="5" creationId="{A4E2AE50-39DE-4D1B-A301-C5B9C30670C0}"/>
          </ac:spMkLst>
        </pc:spChg>
      </pc:sldChg>
      <pc:sldChg chg="addSp delSp modSp add mod">
        <pc:chgData name="Serhii Litvinov" userId="13e31772-44c1-46fd-b5ca-e73152eb6195" providerId="ADAL" clId="{5EF1573D-C18F-4A50-B1D7-5E5A20095DCF}" dt="2021-02-14T12:01:31.917" v="2231" actId="403"/>
        <pc:sldMkLst>
          <pc:docMk/>
          <pc:sldMk cId="609813556" sldId="319"/>
        </pc:sldMkLst>
        <pc:spChg chg="mod">
          <ac:chgData name="Serhii Litvinov" userId="13e31772-44c1-46fd-b5ca-e73152eb6195" providerId="ADAL" clId="{5EF1573D-C18F-4A50-B1D7-5E5A20095DCF}" dt="2021-02-13T14:50:32.543" v="2197" actId="20577"/>
          <ac:spMkLst>
            <pc:docMk/>
            <pc:sldMk cId="609813556" sldId="319"/>
            <ac:spMk id="4" creationId="{5DC2DA4B-0443-4B08-9404-90EAC3F560C6}"/>
          </ac:spMkLst>
        </pc:spChg>
        <pc:spChg chg="del">
          <ac:chgData name="Serhii Litvinov" userId="13e31772-44c1-46fd-b5ca-e73152eb6195" providerId="ADAL" clId="{5EF1573D-C18F-4A50-B1D7-5E5A20095DCF}" dt="2021-02-13T14:50:41.596" v="2200" actId="478"/>
          <ac:spMkLst>
            <pc:docMk/>
            <pc:sldMk cId="609813556" sldId="319"/>
            <ac:spMk id="5" creationId="{65C9CC0D-FEF8-4D6C-84F8-9346595C0657}"/>
          </ac:spMkLst>
        </pc:spChg>
        <pc:spChg chg="add mod">
          <ac:chgData name="Serhii Litvinov" userId="13e31772-44c1-46fd-b5ca-e73152eb6195" providerId="ADAL" clId="{5EF1573D-C18F-4A50-B1D7-5E5A20095DCF}" dt="2021-02-14T12:01:31.917" v="2231" actId="403"/>
          <ac:spMkLst>
            <pc:docMk/>
            <pc:sldMk cId="609813556" sldId="319"/>
            <ac:spMk id="9" creationId="{B72D5BAF-3786-42DA-9801-8C8674E1C1BB}"/>
          </ac:spMkLst>
        </pc:spChg>
        <pc:picChg chg="del">
          <ac:chgData name="Serhii Litvinov" userId="13e31772-44c1-46fd-b5ca-e73152eb6195" providerId="ADAL" clId="{5EF1573D-C18F-4A50-B1D7-5E5A20095DCF}" dt="2021-02-13T14:50:38.796" v="2199" actId="478"/>
          <ac:picMkLst>
            <pc:docMk/>
            <pc:sldMk cId="609813556" sldId="319"/>
            <ac:picMk id="7" creationId="{2612D7B1-77E1-4A05-B4A9-59A86773AA7C}"/>
          </ac:picMkLst>
        </pc:picChg>
        <pc:picChg chg="del">
          <ac:chgData name="Serhii Litvinov" userId="13e31772-44c1-46fd-b5ca-e73152eb6195" providerId="ADAL" clId="{5EF1573D-C18F-4A50-B1D7-5E5A20095DCF}" dt="2021-02-13T14:50:37.966" v="2198" actId="478"/>
          <ac:picMkLst>
            <pc:docMk/>
            <pc:sldMk cId="609813556" sldId="319"/>
            <ac:picMk id="8" creationId="{794831C7-3F37-45C3-9D21-9666FCB6689C}"/>
          </ac:picMkLst>
        </pc:picChg>
      </pc:sldChg>
      <pc:sldChg chg="modSp add mod">
        <pc:chgData name="Serhii Litvinov" userId="13e31772-44c1-46fd-b5ca-e73152eb6195" providerId="ADAL" clId="{5EF1573D-C18F-4A50-B1D7-5E5A20095DCF}" dt="2021-02-14T14:14:54.310" v="2275" actId="20577"/>
        <pc:sldMkLst>
          <pc:docMk/>
          <pc:sldMk cId="2527073534" sldId="320"/>
        </pc:sldMkLst>
        <pc:spChg chg="mod">
          <ac:chgData name="Serhii Litvinov" userId="13e31772-44c1-46fd-b5ca-e73152eb6195" providerId="ADAL" clId="{5EF1573D-C18F-4A50-B1D7-5E5A20095DCF}" dt="2021-02-14T14:14:54.310" v="2275" actId="20577"/>
          <ac:spMkLst>
            <pc:docMk/>
            <pc:sldMk cId="2527073534" sldId="320"/>
            <ac:spMk id="4" creationId="{03E4B3EA-F58D-4653-882D-60FB5532E291}"/>
          </ac:spMkLst>
        </pc:spChg>
        <pc:spChg chg="mod">
          <ac:chgData name="Serhii Litvinov" userId="13e31772-44c1-46fd-b5ca-e73152eb6195" providerId="ADAL" clId="{5EF1573D-C18F-4A50-B1D7-5E5A20095DCF}" dt="2021-02-14T14:14:37.589" v="2264" actId="13926"/>
          <ac:spMkLst>
            <pc:docMk/>
            <pc:sldMk cId="2527073534" sldId="320"/>
            <ac:spMk id="7" creationId="{0C5AFF7F-2528-4011-8134-8EE72054583B}"/>
          </ac:spMkLst>
        </pc:spChg>
      </pc:sldChg>
      <pc:sldChg chg="delSp modSp add mod">
        <pc:chgData name="Serhii Litvinov" userId="13e31772-44c1-46fd-b5ca-e73152eb6195" providerId="ADAL" clId="{5EF1573D-C18F-4A50-B1D7-5E5A20095DCF}" dt="2021-02-14T19:12:43.405" v="2329" actId="13926"/>
        <pc:sldMkLst>
          <pc:docMk/>
          <pc:sldMk cId="290514803" sldId="321"/>
        </pc:sldMkLst>
        <pc:spChg chg="mod">
          <ac:chgData name="Serhii Litvinov" userId="13e31772-44c1-46fd-b5ca-e73152eb6195" providerId="ADAL" clId="{5EF1573D-C18F-4A50-B1D7-5E5A20095DCF}" dt="2021-02-14T14:56:28.919" v="2295" actId="20577"/>
          <ac:spMkLst>
            <pc:docMk/>
            <pc:sldMk cId="290514803" sldId="321"/>
            <ac:spMk id="2" creationId="{01FA9E8A-0277-4FDC-8080-368309138CEC}"/>
          </ac:spMkLst>
        </pc:spChg>
        <pc:spChg chg="mod">
          <ac:chgData name="Serhii Litvinov" userId="13e31772-44c1-46fd-b5ca-e73152eb6195" providerId="ADAL" clId="{5EF1573D-C18F-4A50-B1D7-5E5A20095DCF}" dt="2021-02-14T14:56:35.974" v="2317" actId="20577"/>
          <ac:spMkLst>
            <pc:docMk/>
            <pc:sldMk cId="290514803" sldId="321"/>
            <ac:spMk id="4" creationId="{0B348983-7DE3-45B8-8C73-7150F6443B55}"/>
          </ac:spMkLst>
        </pc:spChg>
        <pc:spChg chg="mod">
          <ac:chgData name="Serhii Litvinov" userId="13e31772-44c1-46fd-b5ca-e73152eb6195" providerId="ADAL" clId="{5EF1573D-C18F-4A50-B1D7-5E5A20095DCF}" dt="2021-02-14T19:12:43.405" v="2329" actId="13926"/>
          <ac:spMkLst>
            <pc:docMk/>
            <pc:sldMk cId="290514803" sldId="321"/>
            <ac:spMk id="6" creationId="{9039BADA-5CC0-4ECD-9823-51965EB9DD3D}"/>
          </ac:spMkLst>
        </pc:spChg>
        <pc:picChg chg="del">
          <ac:chgData name="Serhii Litvinov" userId="13e31772-44c1-46fd-b5ca-e73152eb6195" providerId="ADAL" clId="{5EF1573D-C18F-4A50-B1D7-5E5A20095DCF}" dt="2021-02-14T14:56:40.420" v="2318" actId="478"/>
          <ac:picMkLst>
            <pc:docMk/>
            <pc:sldMk cId="290514803" sldId="321"/>
            <ac:picMk id="5" creationId="{700EDF77-1833-4A0C-B4D2-D6E7DD720FC6}"/>
          </ac:picMkLst>
        </pc:picChg>
        <pc:picChg chg="del">
          <ac:chgData name="Serhii Litvinov" userId="13e31772-44c1-46fd-b5ca-e73152eb6195" providerId="ADAL" clId="{5EF1573D-C18F-4A50-B1D7-5E5A20095DCF}" dt="2021-02-14T14:56:45.268" v="2321" actId="478"/>
          <ac:picMkLst>
            <pc:docMk/>
            <pc:sldMk cId="290514803" sldId="321"/>
            <ac:picMk id="8" creationId="{979F0427-7AD4-4D67-B9F0-9EEAFEB4339C}"/>
          </ac:picMkLst>
        </pc:picChg>
      </pc:sldChg>
      <pc:sldChg chg="modSp add mod modShow">
        <pc:chgData name="Serhii Litvinov" userId="13e31772-44c1-46fd-b5ca-e73152eb6195" providerId="ADAL" clId="{5EF1573D-C18F-4A50-B1D7-5E5A20095DCF}" dt="2021-02-21T10:52:04.764" v="3323" actId="20577"/>
        <pc:sldMkLst>
          <pc:docMk/>
          <pc:sldMk cId="3660370745" sldId="322"/>
        </pc:sldMkLst>
        <pc:spChg chg="mod">
          <ac:chgData name="Serhii Litvinov" userId="13e31772-44c1-46fd-b5ca-e73152eb6195" providerId="ADAL" clId="{5EF1573D-C18F-4A50-B1D7-5E5A20095DCF}" dt="2021-02-21T10:51:58.493" v="3312" actId="20577"/>
          <ac:spMkLst>
            <pc:docMk/>
            <pc:sldMk cId="3660370745" sldId="322"/>
            <ac:spMk id="2" creationId="{41EE4F68-4EF0-435B-BDD5-0A6F7CFD1203}"/>
          </ac:spMkLst>
        </pc:spChg>
        <pc:spChg chg="mod">
          <ac:chgData name="Serhii Litvinov" userId="13e31772-44c1-46fd-b5ca-e73152eb6195" providerId="ADAL" clId="{5EF1573D-C18F-4A50-B1D7-5E5A20095DCF}" dt="2021-02-21T10:52:04.764" v="3323" actId="20577"/>
          <ac:spMkLst>
            <pc:docMk/>
            <pc:sldMk cId="3660370745" sldId="322"/>
            <ac:spMk id="4" creationId="{4911B24B-4C7A-49CE-8AE2-C91D7137A4F0}"/>
          </ac:spMkLst>
        </pc:spChg>
        <pc:spChg chg="mod">
          <ac:chgData name="Serhii Litvinov" userId="13e31772-44c1-46fd-b5ca-e73152eb6195" providerId="ADAL" clId="{5EF1573D-C18F-4A50-B1D7-5E5A20095DCF}" dt="2021-02-21T10:51:43.605" v="3303"/>
          <ac:spMkLst>
            <pc:docMk/>
            <pc:sldMk cId="3660370745" sldId="322"/>
            <ac:spMk id="7" creationId="{90C9EC04-148A-4F8F-9B59-C55AE5A5B09F}"/>
          </ac:spMkLst>
        </pc:spChg>
      </pc:sldChg>
      <pc:sldChg chg="modSp add mod modShow">
        <pc:chgData name="Serhii Litvinov" userId="13e31772-44c1-46fd-b5ca-e73152eb6195" providerId="ADAL" clId="{5EF1573D-C18F-4A50-B1D7-5E5A20095DCF}" dt="2021-02-21T11:07:32.110" v="3578" actId="20577"/>
        <pc:sldMkLst>
          <pc:docMk/>
          <pc:sldMk cId="1281173241" sldId="323"/>
        </pc:sldMkLst>
        <pc:spChg chg="mod">
          <ac:chgData name="Serhii Litvinov" userId="13e31772-44c1-46fd-b5ca-e73152eb6195" providerId="ADAL" clId="{5EF1573D-C18F-4A50-B1D7-5E5A20095DCF}" dt="2021-02-21T11:07:07.465" v="3569" actId="20577"/>
          <ac:spMkLst>
            <pc:docMk/>
            <pc:sldMk cId="1281173241" sldId="323"/>
            <ac:spMk id="2" creationId="{C43CE690-2EB7-4958-9B60-D51ED5E200A5}"/>
          </ac:spMkLst>
        </pc:spChg>
        <pc:spChg chg="mod">
          <ac:chgData name="Serhii Litvinov" userId="13e31772-44c1-46fd-b5ca-e73152eb6195" providerId="ADAL" clId="{5EF1573D-C18F-4A50-B1D7-5E5A20095DCF}" dt="2021-02-21T11:07:18.491" v="3576" actId="20577"/>
          <ac:spMkLst>
            <pc:docMk/>
            <pc:sldMk cId="1281173241" sldId="323"/>
            <ac:spMk id="4" creationId="{0174E659-BC5A-4AED-BECB-A975277EB222}"/>
          </ac:spMkLst>
        </pc:spChg>
        <pc:spChg chg="mod">
          <ac:chgData name="Serhii Litvinov" userId="13e31772-44c1-46fd-b5ca-e73152eb6195" providerId="ADAL" clId="{5EF1573D-C18F-4A50-B1D7-5E5A20095DCF}" dt="2021-02-21T11:07:32.110" v="3578" actId="20577"/>
          <ac:spMkLst>
            <pc:docMk/>
            <pc:sldMk cId="1281173241" sldId="323"/>
            <ac:spMk id="5" creationId="{FA7B4BDF-076D-44FB-8390-5D866ACACFCB}"/>
          </ac:spMkLst>
        </pc:spChg>
      </pc:sldChg>
      <pc:sldChg chg="addSp delSp modSp add del mod">
        <pc:chgData name="Serhii Litvinov" userId="13e31772-44c1-46fd-b5ca-e73152eb6195" providerId="ADAL" clId="{5EF1573D-C18F-4A50-B1D7-5E5A20095DCF}" dt="2021-02-21T10:51:11.018" v="3301" actId="2696"/>
        <pc:sldMkLst>
          <pc:docMk/>
          <pc:sldMk cId="3553284377" sldId="323"/>
        </pc:sldMkLst>
        <pc:spChg chg="del">
          <ac:chgData name="Serhii Litvinov" userId="13e31772-44c1-46fd-b5ca-e73152eb6195" providerId="ADAL" clId="{5EF1573D-C18F-4A50-B1D7-5E5A20095DCF}" dt="2021-02-21T10:47:41.130" v="3238" actId="478"/>
          <ac:spMkLst>
            <pc:docMk/>
            <pc:sldMk cId="3553284377" sldId="323"/>
            <ac:spMk id="6" creationId="{BC4427F9-0A19-4276-857E-B561DB8D83D3}"/>
          </ac:spMkLst>
        </pc:spChg>
        <pc:spChg chg="del">
          <ac:chgData name="Serhii Litvinov" userId="13e31772-44c1-46fd-b5ca-e73152eb6195" providerId="ADAL" clId="{5EF1573D-C18F-4A50-B1D7-5E5A20095DCF}" dt="2021-02-21T10:47:41.130" v="3238" actId="478"/>
          <ac:spMkLst>
            <pc:docMk/>
            <pc:sldMk cId="3553284377" sldId="323"/>
            <ac:spMk id="7" creationId="{560895DE-EA85-45AC-82C4-3C9C717957E4}"/>
          </ac:spMkLst>
        </pc:spChg>
        <pc:spChg chg="del">
          <ac:chgData name="Serhii Litvinov" userId="13e31772-44c1-46fd-b5ca-e73152eb6195" providerId="ADAL" clId="{5EF1573D-C18F-4A50-B1D7-5E5A20095DCF}" dt="2021-02-21T10:47:41.130" v="3238" actId="478"/>
          <ac:spMkLst>
            <pc:docMk/>
            <pc:sldMk cId="3553284377" sldId="323"/>
            <ac:spMk id="19" creationId="{A5F27C05-E631-4BFF-BBB7-0FFC7CB72857}"/>
          </ac:spMkLst>
        </pc:spChg>
        <pc:graphicFrameChg chg="add mod modGraphic">
          <ac:chgData name="Serhii Litvinov" userId="13e31772-44c1-46fd-b5ca-e73152eb6195" providerId="ADAL" clId="{5EF1573D-C18F-4A50-B1D7-5E5A20095DCF}" dt="2021-02-21T10:50:56.212" v="3300"/>
          <ac:graphicFrameMkLst>
            <pc:docMk/>
            <pc:sldMk cId="3553284377" sldId="323"/>
            <ac:graphicFrameMk id="5" creationId="{143A75B0-A740-439B-84D5-E4A0D07836A4}"/>
          </ac:graphicFrameMkLst>
        </pc:graphicFrameChg>
        <pc:cxnChg chg="del mod">
          <ac:chgData name="Serhii Litvinov" userId="13e31772-44c1-46fd-b5ca-e73152eb6195" providerId="ADAL" clId="{5EF1573D-C18F-4A50-B1D7-5E5A20095DCF}" dt="2021-02-21T10:47:41.130" v="3238" actId="478"/>
          <ac:cxnSpMkLst>
            <pc:docMk/>
            <pc:sldMk cId="3553284377" sldId="323"/>
            <ac:cxnSpMk id="10" creationId="{CC90A085-8D93-458C-B711-DC5FCCC456DF}"/>
          </ac:cxnSpMkLst>
        </pc:cxnChg>
        <pc:cxnChg chg="del mod">
          <ac:chgData name="Serhii Litvinov" userId="13e31772-44c1-46fd-b5ca-e73152eb6195" providerId="ADAL" clId="{5EF1573D-C18F-4A50-B1D7-5E5A20095DCF}" dt="2021-02-21T10:47:41.130" v="3238" actId="478"/>
          <ac:cxnSpMkLst>
            <pc:docMk/>
            <pc:sldMk cId="3553284377" sldId="323"/>
            <ac:cxnSpMk id="21" creationId="{529BE131-8EA4-467F-95E9-97D7591E03D1}"/>
          </ac:cxnSpMkLst>
        </pc:cxnChg>
      </pc:sldChg>
    </pc:docChg>
  </pc:docChgLst>
  <pc:docChgLst>
    <pc:chgData clId="Web-{BB397426-7B25-E9E6-D4A7-459568101261}"/>
    <pc:docChg chg="modSld">
      <pc:chgData name="" userId="" providerId="" clId="Web-{BB397426-7B25-E9E6-D4A7-459568101261}" dt="2021-02-23T13:33:56.575" v="1" actId="20577"/>
      <pc:docMkLst>
        <pc:docMk/>
      </pc:docMkLst>
      <pc:sldChg chg="modSp">
        <pc:chgData name="" userId="" providerId="" clId="Web-{BB397426-7B25-E9E6-D4A7-459568101261}" dt="2021-02-23T13:33:56.575" v="1" actId="20577"/>
        <pc:sldMkLst>
          <pc:docMk/>
          <pc:sldMk cId="3760000651" sldId="257"/>
        </pc:sldMkLst>
        <pc:spChg chg="mod">
          <ac:chgData name="" userId="" providerId="" clId="Web-{BB397426-7B25-E9E6-D4A7-459568101261}" dt="2021-02-23T13:33:56.575" v="1" actId="20577"/>
          <ac:spMkLst>
            <pc:docMk/>
            <pc:sldMk cId="3760000651" sldId="257"/>
            <ac:spMk id="5" creationId="{3F26BBC0-55E0-4EA1-B967-6CE1D18774D8}"/>
          </ac:spMkLst>
        </pc:spChg>
      </pc:sldChg>
    </pc:docChg>
  </pc:docChgLst>
  <pc:docChgLst>
    <pc:chgData name="Valeriia Kobzar (VRKR)" userId="S::vrkr@simcorp.com::abeb4f95-95bb-4875-81dd-0cbce4da8295" providerId="AD" clId="Web-{352D7CB1-63CF-9830-023E-D5765B312743}"/>
    <pc:docChg chg="modSld">
      <pc:chgData name="Valeriia Kobzar (VRKR)" userId="S::vrkr@simcorp.com::abeb4f95-95bb-4875-81dd-0cbce4da8295" providerId="AD" clId="Web-{352D7CB1-63CF-9830-023E-D5765B312743}" dt="2021-11-30T16:48:51.520" v="12" actId="20577"/>
      <pc:docMkLst>
        <pc:docMk/>
      </pc:docMkLst>
      <pc:sldChg chg="modSp">
        <pc:chgData name="Valeriia Kobzar (VRKR)" userId="S::vrkr@simcorp.com::abeb4f95-95bb-4875-81dd-0cbce4da8295" providerId="AD" clId="Web-{352D7CB1-63CF-9830-023E-D5765B312743}" dt="2021-11-30T14:40:28.834" v="10" actId="20577"/>
        <pc:sldMkLst>
          <pc:docMk/>
          <pc:sldMk cId="738792783" sldId="259"/>
        </pc:sldMkLst>
        <pc:spChg chg="mod">
          <ac:chgData name="Valeriia Kobzar (VRKR)" userId="S::vrkr@simcorp.com::abeb4f95-95bb-4875-81dd-0cbce4da8295" providerId="AD" clId="Web-{352D7CB1-63CF-9830-023E-D5765B312743}" dt="2021-11-30T14:40:28.834" v="10" actId="20577"/>
          <ac:spMkLst>
            <pc:docMk/>
            <pc:sldMk cId="738792783" sldId="259"/>
            <ac:spMk id="5" creationId="{67E8D471-BA5C-4AAC-A2C9-82DB42DEB307}"/>
          </ac:spMkLst>
        </pc:spChg>
      </pc:sldChg>
      <pc:sldChg chg="modSp">
        <pc:chgData name="Valeriia Kobzar (VRKR)" userId="S::vrkr@simcorp.com::abeb4f95-95bb-4875-81dd-0cbce4da8295" providerId="AD" clId="Web-{352D7CB1-63CF-9830-023E-D5765B312743}" dt="2021-11-30T16:48:51.520" v="12" actId="20577"/>
        <pc:sldMkLst>
          <pc:docMk/>
          <pc:sldMk cId="126691221" sldId="336"/>
        </pc:sldMkLst>
        <pc:spChg chg="mod">
          <ac:chgData name="Valeriia Kobzar (VRKR)" userId="S::vrkr@simcorp.com::abeb4f95-95bb-4875-81dd-0cbce4da8295" providerId="AD" clId="Web-{352D7CB1-63CF-9830-023E-D5765B312743}" dt="2021-11-30T16:48:51.520" v="12" actId="20577"/>
          <ac:spMkLst>
            <pc:docMk/>
            <pc:sldMk cId="126691221" sldId="336"/>
            <ac:spMk id="17" creationId="{767A0E5B-E06D-45A1-AE8B-C4019705C571}"/>
          </ac:spMkLst>
        </pc:spChg>
      </pc:sldChg>
    </pc:docChg>
  </pc:docChgLst>
  <pc:docChgLst>
    <pc:chgData name="Yuliia Serhiienko" userId="edd23dcc-9af8-4661-8842-9e32cdbf806d" providerId="ADAL" clId="{9AB06E1B-7ADE-4105-B3D8-BEE9647781BA}"/>
    <pc:docChg chg="undo redo custSel addSld delSld modSld sldOrd">
      <pc:chgData name="Yuliia Serhiienko" userId="edd23dcc-9af8-4661-8842-9e32cdbf806d" providerId="ADAL" clId="{9AB06E1B-7ADE-4105-B3D8-BEE9647781BA}" dt="2021-12-01T08:38:56.275" v="2386" actId="20578"/>
      <pc:docMkLst>
        <pc:docMk/>
      </pc:docMkLst>
      <pc:sldChg chg="modNotesTx">
        <pc:chgData name="Yuliia Serhiienko" userId="edd23dcc-9af8-4661-8842-9e32cdbf806d" providerId="ADAL" clId="{9AB06E1B-7ADE-4105-B3D8-BEE9647781BA}" dt="2021-12-01T07:29:42.238" v="2385"/>
        <pc:sldMkLst>
          <pc:docMk/>
          <pc:sldMk cId="449348749" sldId="266"/>
        </pc:sldMkLst>
      </pc:sldChg>
      <pc:sldChg chg="modSp mod">
        <pc:chgData name="Yuliia Serhiienko" userId="edd23dcc-9af8-4661-8842-9e32cdbf806d" providerId="ADAL" clId="{9AB06E1B-7ADE-4105-B3D8-BEE9647781BA}" dt="2021-11-17T23:54:42.074" v="270" actId="1076"/>
        <pc:sldMkLst>
          <pc:docMk/>
          <pc:sldMk cId="3191708356" sldId="288"/>
        </pc:sldMkLst>
        <pc:spChg chg="mod">
          <ac:chgData name="Yuliia Serhiienko" userId="edd23dcc-9af8-4661-8842-9e32cdbf806d" providerId="ADAL" clId="{9AB06E1B-7ADE-4105-B3D8-BEE9647781BA}" dt="2021-11-17T23:54:42.074" v="270" actId="1076"/>
          <ac:spMkLst>
            <pc:docMk/>
            <pc:sldMk cId="3191708356" sldId="288"/>
            <ac:spMk id="4" creationId="{06830B36-DA7E-4EBE-88EC-0176EB784B2F}"/>
          </ac:spMkLst>
        </pc:spChg>
      </pc:sldChg>
      <pc:sldChg chg="modSp">
        <pc:chgData name="Yuliia Serhiienko" userId="edd23dcc-9af8-4661-8842-9e32cdbf806d" providerId="ADAL" clId="{9AB06E1B-7ADE-4105-B3D8-BEE9647781BA}" dt="2021-12-01T08:38:56.275" v="2386" actId="20578"/>
        <pc:sldMkLst>
          <pc:docMk/>
          <pc:sldMk cId="2290537795" sldId="300"/>
        </pc:sldMkLst>
        <pc:spChg chg="mod">
          <ac:chgData name="Yuliia Serhiienko" userId="edd23dcc-9af8-4661-8842-9e32cdbf806d" providerId="ADAL" clId="{9AB06E1B-7ADE-4105-B3D8-BEE9647781BA}" dt="2021-12-01T08:38:56.275" v="2386" actId="20578"/>
          <ac:spMkLst>
            <pc:docMk/>
            <pc:sldMk cId="2290537795" sldId="300"/>
            <ac:spMk id="6" creationId="{4CC1AD27-88C4-49F2-95DA-CCBA9271EBDC}"/>
          </ac:spMkLst>
        </pc:spChg>
      </pc:sldChg>
      <pc:sldChg chg="addSp delSp modSp mod modNotesTx">
        <pc:chgData name="Yuliia Serhiienko" userId="edd23dcc-9af8-4661-8842-9e32cdbf806d" providerId="ADAL" clId="{9AB06E1B-7ADE-4105-B3D8-BEE9647781BA}" dt="2021-11-19T09:59:46.504" v="1285" actId="20577"/>
        <pc:sldMkLst>
          <pc:docMk/>
          <pc:sldMk cId="2689139463" sldId="328"/>
        </pc:sldMkLst>
        <pc:spChg chg="add del">
          <ac:chgData name="Yuliia Serhiienko" userId="edd23dcc-9af8-4661-8842-9e32cdbf806d" providerId="ADAL" clId="{9AB06E1B-7ADE-4105-B3D8-BEE9647781BA}" dt="2021-11-17T23:32:56.582" v="207" actId="478"/>
          <ac:spMkLst>
            <pc:docMk/>
            <pc:sldMk cId="2689139463" sldId="328"/>
            <ac:spMk id="4" creationId="{D8E92ED5-934B-4CFE-A40A-F3823403B319}"/>
          </ac:spMkLst>
        </pc:spChg>
        <pc:spChg chg="mod">
          <ac:chgData name="Yuliia Serhiienko" userId="edd23dcc-9af8-4661-8842-9e32cdbf806d" providerId="ADAL" clId="{9AB06E1B-7ADE-4105-B3D8-BEE9647781BA}" dt="2021-11-19T09:58:14.813" v="1274" actId="114"/>
          <ac:spMkLst>
            <pc:docMk/>
            <pc:sldMk cId="2689139463" sldId="328"/>
            <ac:spMk id="5" creationId="{B5AAE5BD-D840-4D21-ADFD-9BB95C847915}"/>
          </ac:spMkLst>
        </pc:spChg>
        <pc:spChg chg="add del">
          <ac:chgData name="Yuliia Serhiienko" userId="edd23dcc-9af8-4661-8842-9e32cdbf806d" providerId="ADAL" clId="{9AB06E1B-7ADE-4105-B3D8-BEE9647781BA}" dt="2021-11-17T23:51:34.530" v="259"/>
          <ac:spMkLst>
            <pc:docMk/>
            <pc:sldMk cId="2689139463" sldId="328"/>
            <ac:spMk id="10" creationId="{772BD3F2-1636-478B-B5A0-C5023D32FA87}"/>
          </ac:spMkLst>
        </pc:spChg>
        <pc:spChg chg="add del">
          <ac:chgData name="Yuliia Serhiienko" userId="edd23dcc-9af8-4661-8842-9e32cdbf806d" providerId="ADAL" clId="{9AB06E1B-7ADE-4105-B3D8-BEE9647781BA}" dt="2021-11-17T23:51:42.420" v="261"/>
          <ac:spMkLst>
            <pc:docMk/>
            <pc:sldMk cId="2689139463" sldId="328"/>
            <ac:spMk id="11" creationId="{3FBF8104-9ADB-4FC9-8436-35429D2BA48F}"/>
          </ac:spMkLst>
        </pc:spChg>
        <pc:spChg chg="add del">
          <ac:chgData name="Yuliia Serhiienko" userId="edd23dcc-9af8-4661-8842-9e32cdbf806d" providerId="ADAL" clId="{9AB06E1B-7ADE-4105-B3D8-BEE9647781BA}" dt="2021-11-17T23:51:59.484" v="263"/>
          <ac:spMkLst>
            <pc:docMk/>
            <pc:sldMk cId="2689139463" sldId="328"/>
            <ac:spMk id="12" creationId="{840411BC-B99F-4A86-9DCD-0CD0D66BBE2F}"/>
          </ac:spMkLst>
        </pc:spChg>
        <pc:cxnChg chg="add del mod">
          <ac:chgData name="Yuliia Serhiienko" userId="edd23dcc-9af8-4661-8842-9e32cdbf806d" providerId="ADAL" clId="{9AB06E1B-7ADE-4105-B3D8-BEE9647781BA}" dt="2021-11-17T23:50:45.021" v="253" actId="478"/>
          <ac:cxnSpMkLst>
            <pc:docMk/>
            <pc:sldMk cId="2689139463" sldId="328"/>
            <ac:cxnSpMk id="7" creationId="{92D8C000-D9B9-4A52-8CFD-A71647E4B5B4}"/>
          </ac:cxnSpMkLst>
        </pc:cxnChg>
        <pc:cxnChg chg="add del mod">
          <ac:chgData name="Yuliia Serhiienko" userId="edd23dcc-9af8-4661-8842-9e32cdbf806d" providerId="ADAL" clId="{9AB06E1B-7ADE-4105-B3D8-BEE9647781BA}" dt="2021-11-17T23:50:47.788" v="254" actId="478"/>
          <ac:cxnSpMkLst>
            <pc:docMk/>
            <pc:sldMk cId="2689139463" sldId="328"/>
            <ac:cxnSpMk id="8" creationId="{A8531BE4-9E82-4A7D-A691-22FE2D624863}"/>
          </ac:cxnSpMkLst>
        </pc:cxnChg>
        <pc:cxnChg chg="add del mod">
          <ac:chgData name="Yuliia Serhiienko" userId="edd23dcc-9af8-4661-8842-9e32cdbf806d" providerId="ADAL" clId="{9AB06E1B-7ADE-4105-B3D8-BEE9647781BA}" dt="2021-11-17T23:50:50.581" v="255" actId="478"/>
          <ac:cxnSpMkLst>
            <pc:docMk/>
            <pc:sldMk cId="2689139463" sldId="328"/>
            <ac:cxnSpMk id="9" creationId="{9F9E2296-B98E-45CB-99F6-B8BF9CF38488}"/>
          </ac:cxnSpMkLst>
        </pc:cxnChg>
      </pc:sldChg>
      <pc:sldChg chg="addSp delSp modSp add mod modNotesTx">
        <pc:chgData name="Yuliia Serhiienko" userId="edd23dcc-9af8-4661-8842-9e32cdbf806d" providerId="ADAL" clId="{9AB06E1B-7ADE-4105-B3D8-BEE9647781BA}" dt="2021-11-17T23:40:51.809" v="240" actId="6549"/>
        <pc:sldMkLst>
          <pc:docMk/>
          <pc:sldMk cId="139720926" sldId="329"/>
        </pc:sldMkLst>
        <pc:spChg chg="del">
          <ac:chgData name="Yuliia Serhiienko" userId="edd23dcc-9af8-4661-8842-9e32cdbf806d" providerId="ADAL" clId="{9AB06E1B-7ADE-4105-B3D8-BEE9647781BA}" dt="2021-11-17T23:37:16.299" v="225" actId="478"/>
          <ac:spMkLst>
            <pc:docMk/>
            <pc:sldMk cId="139720926" sldId="329"/>
            <ac:spMk id="2" creationId="{234295C7-7AFA-44F6-9029-EE64FFF16020}"/>
          </ac:spMkLst>
        </pc:spChg>
        <pc:spChg chg="del">
          <ac:chgData name="Yuliia Serhiienko" userId="edd23dcc-9af8-4661-8842-9e32cdbf806d" providerId="ADAL" clId="{9AB06E1B-7ADE-4105-B3D8-BEE9647781BA}" dt="2021-11-17T23:37:16.299" v="225" actId="478"/>
          <ac:spMkLst>
            <pc:docMk/>
            <pc:sldMk cId="139720926" sldId="329"/>
            <ac:spMk id="3" creationId="{F850CD29-0F45-4993-B5E7-894E1EF36D24}"/>
          </ac:spMkLst>
        </pc:spChg>
        <pc:spChg chg="del mod">
          <ac:chgData name="Yuliia Serhiienko" userId="edd23dcc-9af8-4661-8842-9e32cdbf806d" providerId="ADAL" clId="{9AB06E1B-7ADE-4105-B3D8-BEE9647781BA}" dt="2021-11-17T23:37:16.299" v="225" actId="478"/>
          <ac:spMkLst>
            <pc:docMk/>
            <pc:sldMk cId="139720926" sldId="329"/>
            <ac:spMk id="5" creationId="{B5AAE5BD-D840-4D21-ADFD-9BB95C847915}"/>
          </ac:spMkLst>
        </pc:spChg>
        <pc:spChg chg="add del mod">
          <ac:chgData name="Yuliia Serhiienko" userId="edd23dcc-9af8-4661-8842-9e32cdbf806d" providerId="ADAL" clId="{9AB06E1B-7ADE-4105-B3D8-BEE9647781BA}" dt="2021-11-17T23:40:16.348" v="235" actId="478"/>
          <ac:spMkLst>
            <pc:docMk/>
            <pc:sldMk cId="139720926" sldId="329"/>
            <ac:spMk id="6" creationId="{2839AF59-DBCB-4ED7-83F8-EDCCB8B9CEE0}"/>
          </ac:spMkLst>
        </pc:spChg>
        <pc:spChg chg="add mod">
          <ac:chgData name="Yuliia Serhiienko" userId="edd23dcc-9af8-4661-8842-9e32cdbf806d" providerId="ADAL" clId="{9AB06E1B-7ADE-4105-B3D8-BEE9647781BA}" dt="2021-11-17T23:39:50.900" v="233" actId="20577"/>
          <ac:spMkLst>
            <pc:docMk/>
            <pc:sldMk cId="139720926" sldId="329"/>
            <ac:spMk id="11" creationId="{117D7270-CAEA-40B4-8082-06FF1A992995}"/>
          </ac:spMkLst>
        </pc:spChg>
        <pc:spChg chg="add del mod">
          <ac:chgData name="Yuliia Serhiienko" userId="edd23dcc-9af8-4661-8842-9e32cdbf806d" providerId="ADAL" clId="{9AB06E1B-7ADE-4105-B3D8-BEE9647781BA}" dt="2021-11-17T23:40:26.918" v="238" actId="478"/>
          <ac:spMkLst>
            <pc:docMk/>
            <pc:sldMk cId="139720926" sldId="329"/>
            <ac:spMk id="13" creationId="{636467C8-EBC1-4EB1-82E9-E7D042953541}"/>
          </ac:spMkLst>
        </pc:spChg>
        <pc:spChg chg="add del mod">
          <ac:chgData name="Yuliia Serhiienko" userId="edd23dcc-9af8-4661-8842-9e32cdbf806d" providerId="ADAL" clId="{9AB06E1B-7ADE-4105-B3D8-BEE9647781BA}" dt="2021-11-17T23:40:21.805" v="237"/>
          <ac:spMkLst>
            <pc:docMk/>
            <pc:sldMk cId="139720926" sldId="329"/>
            <ac:spMk id="14" creationId="{2FB4A555-BE9D-4C4F-96A6-16A257B8670E}"/>
          </ac:spMkLst>
        </pc:spChg>
        <pc:spChg chg="add mod">
          <ac:chgData name="Yuliia Serhiienko" userId="edd23dcc-9af8-4661-8842-9e32cdbf806d" providerId="ADAL" clId="{9AB06E1B-7ADE-4105-B3D8-BEE9647781BA}" dt="2021-11-17T23:40:28.866" v="239"/>
          <ac:spMkLst>
            <pc:docMk/>
            <pc:sldMk cId="139720926" sldId="329"/>
            <ac:spMk id="15" creationId="{3CF140B9-A847-42A1-BAC5-1445BCA1992D}"/>
          </ac:spMkLst>
        </pc:spChg>
        <pc:cxnChg chg="del">
          <ac:chgData name="Yuliia Serhiienko" userId="edd23dcc-9af8-4661-8842-9e32cdbf806d" providerId="ADAL" clId="{9AB06E1B-7ADE-4105-B3D8-BEE9647781BA}" dt="2021-11-17T23:37:16.299" v="225" actId="478"/>
          <ac:cxnSpMkLst>
            <pc:docMk/>
            <pc:sldMk cId="139720926" sldId="329"/>
            <ac:cxnSpMk id="7" creationId="{92D8C000-D9B9-4A52-8CFD-A71647E4B5B4}"/>
          </ac:cxnSpMkLst>
        </pc:cxnChg>
        <pc:cxnChg chg="del">
          <ac:chgData name="Yuliia Serhiienko" userId="edd23dcc-9af8-4661-8842-9e32cdbf806d" providerId="ADAL" clId="{9AB06E1B-7ADE-4105-B3D8-BEE9647781BA}" dt="2021-11-17T23:37:16.299" v="225" actId="478"/>
          <ac:cxnSpMkLst>
            <pc:docMk/>
            <pc:sldMk cId="139720926" sldId="329"/>
            <ac:cxnSpMk id="8" creationId="{A8531BE4-9E82-4A7D-A691-22FE2D624863}"/>
          </ac:cxnSpMkLst>
        </pc:cxnChg>
        <pc:cxnChg chg="del">
          <ac:chgData name="Yuliia Serhiienko" userId="edd23dcc-9af8-4661-8842-9e32cdbf806d" providerId="ADAL" clId="{9AB06E1B-7ADE-4105-B3D8-BEE9647781BA}" dt="2021-11-17T23:37:16.299" v="225" actId="478"/>
          <ac:cxnSpMkLst>
            <pc:docMk/>
            <pc:sldMk cId="139720926" sldId="329"/>
            <ac:cxnSpMk id="9" creationId="{9F9E2296-B98E-45CB-99F6-B8BF9CF38488}"/>
          </ac:cxnSpMkLst>
        </pc:cxnChg>
      </pc:sldChg>
      <pc:sldChg chg="add del">
        <pc:chgData name="Yuliia Serhiienko" userId="edd23dcc-9af8-4661-8842-9e32cdbf806d" providerId="ADAL" clId="{9AB06E1B-7ADE-4105-B3D8-BEE9647781BA}" dt="2021-11-17T23:37:01.314" v="223"/>
        <pc:sldMkLst>
          <pc:docMk/>
          <pc:sldMk cId="3174388626" sldId="330"/>
        </pc:sldMkLst>
      </pc:sldChg>
      <pc:sldChg chg="addSp delSp modSp add mod">
        <pc:chgData name="Yuliia Serhiienko" userId="edd23dcc-9af8-4661-8842-9e32cdbf806d" providerId="ADAL" clId="{9AB06E1B-7ADE-4105-B3D8-BEE9647781BA}" dt="2021-11-19T10:00:41.751" v="1287" actId="20577"/>
        <pc:sldMkLst>
          <pc:docMk/>
          <pc:sldMk cId="3200127780" sldId="330"/>
        </pc:sldMkLst>
        <pc:spChg chg="add mod">
          <ac:chgData name="Yuliia Serhiienko" userId="edd23dcc-9af8-4661-8842-9e32cdbf806d" providerId="ADAL" clId="{9AB06E1B-7ADE-4105-B3D8-BEE9647781BA}" dt="2021-11-19T10:00:34.348" v="1286" actId="207"/>
          <ac:spMkLst>
            <pc:docMk/>
            <pc:sldMk cId="3200127780" sldId="330"/>
            <ac:spMk id="4" creationId="{ABD17A38-D2DB-406D-A53D-2FB5F795DABE}"/>
          </ac:spMkLst>
        </pc:spChg>
        <pc:spChg chg="add del mod">
          <ac:chgData name="Yuliia Serhiienko" userId="edd23dcc-9af8-4661-8842-9e32cdbf806d" providerId="ADAL" clId="{9AB06E1B-7ADE-4105-B3D8-BEE9647781BA}" dt="2021-11-17T23:59:14.151" v="279" actId="478"/>
          <ac:spMkLst>
            <pc:docMk/>
            <pc:sldMk cId="3200127780" sldId="330"/>
            <ac:spMk id="6" creationId="{BFF3870D-D823-48FB-8F37-42332440588F}"/>
          </ac:spMkLst>
        </pc:spChg>
        <pc:spChg chg="add mod">
          <ac:chgData name="Yuliia Serhiienko" userId="edd23dcc-9af8-4661-8842-9e32cdbf806d" providerId="ADAL" clId="{9AB06E1B-7ADE-4105-B3D8-BEE9647781BA}" dt="2021-11-19T10:00:41.751" v="1287" actId="20577"/>
          <ac:spMkLst>
            <pc:docMk/>
            <pc:sldMk cId="3200127780" sldId="330"/>
            <ac:spMk id="7" creationId="{00895C22-6FD9-4B51-95A0-BF7BF5D3D492}"/>
          </ac:spMkLst>
        </pc:spChg>
        <pc:spChg chg="del mod">
          <ac:chgData name="Yuliia Serhiienko" userId="edd23dcc-9af8-4661-8842-9e32cdbf806d" providerId="ADAL" clId="{9AB06E1B-7ADE-4105-B3D8-BEE9647781BA}" dt="2021-11-17T23:41:17.484" v="244"/>
          <ac:spMkLst>
            <pc:docMk/>
            <pc:sldMk cId="3200127780" sldId="330"/>
            <ac:spMk id="11" creationId="{117D7270-CAEA-40B4-8082-06FF1A992995}"/>
          </ac:spMkLst>
        </pc:spChg>
        <pc:spChg chg="mod">
          <ac:chgData name="Yuliia Serhiienko" userId="edd23dcc-9af8-4661-8842-9e32cdbf806d" providerId="ADAL" clId="{9AB06E1B-7ADE-4105-B3D8-BEE9647781BA}" dt="2021-11-17T23:55:17.722" v="273" actId="1076"/>
          <ac:spMkLst>
            <pc:docMk/>
            <pc:sldMk cId="3200127780" sldId="330"/>
            <ac:spMk id="15" creationId="{3CF140B9-A847-42A1-BAC5-1445BCA1992D}"/>
          </ac:spMkLst>
        </pc:spChg>
      </pc:sldChg>
      <pc:sldChg chg="addSp delSp modSp add mod">
        <pc:chgData name="Yuliia Serhiienko" userId="edd23dcc-9af8-4661-8842-9e32cdbf806d" providerId="ADAL" clId="{9AB06E1B-7ADE-4105-B3D8-BEE9647781BA}" dt="2021-11-19T08:27:56.117" v="1045" actId="207"/>
        <pc:sldMkLst>
          <pc:docMk/>
          <pc:sldMk cId="4248126867" sldId="331"/>
        </pc:sldMkLst>
        <pc:spChg chg="add mod">
          <ac:chgData name="Yuliia Serhiienko" userId="edd23dcc-9af8-4661-8842-9e32cdbf806d" providerId="ADAL" clId="{9AB06E1B-7ADE-4105-B3D8-BEE9647781BA}" dt="2021-11-18T22:04:46.709" v="581" actId="20577"/>
          <ac:spMkLst>
            <pc:docMk/>
            <pc:sldMk cId="4248126867" sldId="331"/>
            <ac:spMk id="4" creationId="{80567F30-8C83-4864-99FC-D74D53CD3EAC}"/>
          </ac:spMkLst>
        </pc:spChg>
        <pc:spChg chg="add mod">
          <ac:chgData name="Yuliia Serhiienko" userId="edd23dcc-9af8-4661-8842-9e32cdbf806d" providerId="ADAL" clId="{9AB06E1B-7ADE-4105-B3D8-BEE9647781BA}" dt="2021-11-18T22:35:54.904" v="762" actId="20577"/>
          <ac:spMkLst>
            <pc:docMk/>
            <pc:sldMk cId="4248126867" sldId="331"/>
            <ac:spMk id="6" creationId="{ED523194-6FB6-4FDF-B72D-D9F7722159BE}"/>
          </ac:spMkLst>
        </pc:spChg>
        <pc:spChg chg="add del mod">
          <ac:chgData name="Yuliia Serhiienko" userId="edd23dcc-9af8-4661-8842-9e32cdbf806d" providerId="ADAL" clId="{9AB06E1B-7ADE-4105-B3D8-BEE9647781BA}" dt="2021-11-18T22:33:25.761" v="638" actId="478"/>
          <ac:spMkLst>
            <pc:docMk/>
            <pc:sldMk cId="4248126867" sldId="331"/>
            <ac:spMk id="7" creationId="{486ED1EF-0F05-4D5D-A6AD-F20E954D6C89}"/>
          </ac:spMkLst>
        </pc:spChg>
        <pc:spChg chg="add mod">
          <ac:chgData name="Yuliia Serhiienko" userId="edd23dcc-9af8-4661-8842-9e32cdbf806d" providerId="ADAL" clId="{9AB06E1B-7ADE-4105-B3D8-BEE9647781BA}" dt="2021-11-19T08:27:56.117" v="1045" actId="207"/>
          <ac:spMkLst>
            <pc:docMk/>
            <pc:sldMk cId="4248126867" sldId="331"/>
            <ac:spMk id="8" creationId="{47F2ADDD-B3AE-4237-B08E-99CE5760FF5C}"/>
          </ac:spMkLst>
        </pc:spChg>
      </pc:sldChg>
      <pc:sldChg chg="addSp modSp add mod">
        <pc:chgData name="Yuliia Serhiienko" userId="edd23dcc-9af8-4661-8842-9e32cdbf806d" providerId="ADAL" clId="{9AB06E1B-7ADE-4105-B3D8-BEE9647781BA}" dt="2021-11-19T08:28:09.734" v="1046" actId="207"/>
        <pc:sldMkLst>
          <pc:docMk/>
          <pc:sldMk cId="667300049" sldId="332"/>
        </pc:sldMkLst>
        <pc:spChg chg="add mod">
          <ac:chgData name="Yuliia Serhiienko" userId="edd23dcc-9af8-4661-8842-9e32cdbf806d" providerId="ADAL" clId="{9AB06E1B-7ADE-4105-B3D8-BEE9647781BA}" dt="2021-11-19T08:28:09.734" v="1046" actId="207"/>
          <ac:spMkLst>
            <pc:docMk/>
            <pc:sldMk cId="667300049" sldId="332"/>
            <ac:spMk id="3" creationId="{15AEB0FC-F055-4E52-87A4-B49959776709}"/>
          </ac:spMkLst>
        </pc:spChg>
        <pc:spChg chg="add mod">
          <ac:chgData name="Yuliia Serhiienko" userId="edd23dcc-9af8-4661-8842-9e32cdbf806d" providerId="ADAL" clId="{9AB06E1B-7ADE-4105-B3D8-BEE9647781BA}" dt="2021-11-18T22:56:48.296" v="815" actId="1076"/>
          <ac:spMkLst>
            <pc:docMk/>
            <pc:sldMk cId="667300049" sldId="332"/>
            <ac:spMk id="4" creationId="{A2C08ECB-AAF0-4FA0-8711-474A53490B8C}"/>
          </ac:spMkLst>
        </pc:spChg>
        <pc:spChg chg="add mod">
          <ac:chgData name="Yuliia Serhiienko" userId="edd23dcc-9af8-4661-8842-9e32cdbf806d" providerId="ADAL" clId="{9AB06E1B-7ADE-4105-B3D8-BEE9647781BA}" dt="2021-11-18T22:57:12.210" v="826" actId="20577"/>
          <ac:spMkLst>
            <pc:docMk/>
            <pc:sldMk cId="667300049" sldId="332"/>
            <ac:spMk id="5" creationId="{DABD09B1-2F83-4465-8432-C6078F961372}"/>
          </ac:spMkLst>
        </pc:spChg>
        <pc:spChg chg="add mod">
          <ac:chgData name="Yuliia Serhiienko" userId="edd23dcc-9af8-4661-8842-9e32cdbf806d" providerId="ADAL" clId="{9AB06E1B-7ADE-4105-B3D8-BEE9647781BA}" dt="2021-11-18T23:05:13.534" v="835" actId="20577"/>
          <ac:spMkLst>
            <pc:docMk/>
            <pc:sldMk cId="667300049" sldId="332"/>
            <ac:spMk id="8" creationId="{A5BBFAEB-E3A0-40BE-B102-07D14E07481E}"/>
          </ac:spMkLst>
        </pc:spChg>
      </pc:sldChg>
      <pc:sldChg chg="delSp modSp add del mod">
        <pc:chgData name="Yuliia Serhiienko" userId="edd23dcc-9af8-4661-8842-9e32cdbf806d" providerId="ADAL" clId="{9AB06E1B-7ADE-4105-B3D8-BEE9647781BA}" dt="2021-11-18T23:16:48.533" v="948" actId="47"/>
        <pc:sldMkLst>
          <pc:docMk/>
          <pc:sldMk cId="2386763067" sldId="333"/>
        </pc:sldMkLst>
        <pc:spChg chg="mod">
          <ac:chgData name="Yuliia Serhiienko" userId="edd23dcc-9af8-4661-8842-9e32cdbf806d" providerId="ADAL" clId="{9AB06E1B-7ADE-4105-B3D8-BEE9647781BA}" dt="2021-11-18T23:08:12.966" v="853" actId="20577"/>
          <ac:spMkLst>
            <pc:docMk/>
            <pc:sldMk cId="2386763067" sldId="333"/>
            <ac:spMk id="3" creationId="{15AEB0FC-F055-4E52-87A4-B49959776709}"/>
          </ac:spMkLst>
        </pc:spChg>
        <pc:spChg chg="del">
          <ac:chgData name="Yuliia Serhiienko" userId="edd23dcc-9af8-4661-8842-9e32cdbf806d" providerId="ADAL" clId="{9AB06E1B-7ADE-4105-B3D8-BEE9647781BA}" dt="2021-11-18T23:08:51.844" v="856" actId="478"/>
          <ac:spMkLst>
            <pc:docMk/>
            <pc:sldMk cId="2386763067" sldId="333"/>
            <ac:spMk id="5" creationId="{DABD09B1-2F83-4465-8432-C6078F961372}"/>
          </ac:spMkLst>
        </pc:spChg>
      </pc:sldChg>
      <pc:sldChg chg="addSp delSp modSp add mod">
        <pc:chgData name="Yuliia Serhiienko" userId="edd23dcc-9af8-4661-8842-9e32cdbf806d" providerId="ADAL" clId="{9AB06E1B-7ADE-4105-B3D8-BEE9647781BA}" dt="2021-11-19T08:28:20.841" v="1047" actId="207"/>
        <pc:sldMkLst>
          <pc:docMk/>
          <pc:sldMk cId="362718405" sldId="334"/>
        </pc:sldMkLst>
        <pc:spChg chg="del">
          <ac:chgData name="Yuliia Serhiienko" userId="edd23dcc-9af8-4661-8842-9e32cdbf806d" providerId="ADAL" clId="{9AB06E1B-7ADE-4105-B3D8-BEE9647781BA}" dt="2021-11-18T23:16:55.712" v="949" actId="478"/>
          <ac:spMkLst>
            <pc:docMk/>
            <pc:sldMk cId="362718405" sldId="334"/>
            <ac:spMk id="3" creationId="{15AEB0FC-F055-4E52-87A4-B49959776709}"/>
          </ac:spMkLst>
        </pc:spChg>
        <pc:spChg chg="del">
          <ac:chgData name="Yuliia Serhiienko" userId="edd23dcc-9af8-4661-8842-9e32cdbf806d" providerId="ADAL" clId="{9AB06E1B-7ADE-4105-B3D8-BEE9647781BA}" dt="2021-11-18T23:14:25.880" v="863" actId="478"/>
          <ac:spMkLst>
            <pc:docMk/>
            <pc:sldMk cId="362718405" sldId="334"/>
            <ac:spMk id="4" creationId="{A2C08ECB-AAF0-4FA0-8711-474A53490B8C}"/>
          </ac:spMkLst>
        </pc:spChg>
        <pc:spChg chg="del mod">
          <ac:chgData name="Yuliia Serhiienko" userId="edd23dcc-9af8-4661-8842-9e32cdbf806d" providerId="ADAL" clId="{9AB06E1B-7ADE-4105-B3D8-BEE9647781BA}" dt="2021-11-18T23:09:04.614" v="859" actId="478"/>
          <ac:spMkLst>
            <pc:docMk/>
            <pc:sldMk cId="362718405" sldId="334"/>
            <ac:spMk id="5" creationId="{DABD09B1-2F83-4465-8432-C6078F961372}"/>
          </ac:spMkLst>
        </pc:spChg>
        <pc:spChg chg="add mod">
          <ac:chgData name="Yuliia Serhiienko" userId="edd23dcc-9af8-4661-8842-9e32cdbf806d" providerId="ADAL" clId="{9AB06E1B-7ADE-4105-B3D8-BEE9647781BA}" dt="2021-11-18T23:17:48.226" v="957" actId="14100"/>
          <ac:spMkLst>
            <pc:docMk/>
            <pc:sldMk cId="362718405" sldId="334"/>
            <ac:spMk id="7" creationId="{08762D2A-6F28-439E-876D-E80E8A59F8AE}"/>
          </ac:spMkLst>
        </pc:spChg>
        <pc:spChg chg="del">
          <ac:chgData name="Yuliia Serhiienko" userId="edd23dcc-9af8-4661-8842-9e32cdbf806d" providerId="ADAL" clId="{9AB06E1B-7ADE-4105-B3D8-BEE9647781BA}" dt="2021-11-18T23:14:30.848" v="864" actId="478"/>
          <ac:spMkLst>
            <pc:docMk/>
            <pc:sldMk cId="362718405" sldId="334"/>
            <ac:spMk id="8" creationId="{A5BBFAEB-E3A0-40BE-B102-07D14E07481E}"/>
          </ac:spMkLst>
        </pc:spChg>
        <pc:spChg chg="add mod">
          <ac:chgData name="Yuliia Serhiienko" userId="edd23dcc-9af8-4661-8842-9e32cdbf806d" providerId="ADAL" clId="{9AB06E1B-7ADE-4105-B3D8-BEE9647781BA}" dt="2021-11-18T23:09:13.123" v="862" actId="14100"/>
          <ac:spMkLst>
            <pc:docMk/>
            <pc:sldMk cId="362718405" sldId="334"/>
            <ac:spMk id="9" creationId="{616A1DDA-D678-420F-969E-B31D5A729A49}"/>
          </ac:spMkLst>
        </pc:spChg>
        <pc:spChg chg="add mod">
          <ac:chgData name="Yuliia Serhiienko" userId="edd23dcc-9af8-4661-8842-9e32cdbf806d" providerId="ADAL" clId="{9AB06E1B-7ADE-4105-B3D8-BEE9647781BA}" dt="2021-11-18T23:20:51.940" v="960" actId="20577"/>
          <ac:spMkLst>
            <pc:docMk/>
            <pc:sldMk cId="362718405" sldId="334"/>
            <ac:spMk id="10" creationId="{54973EE7-085E-4AD2-839A-1DE51C4F9301}"/>
          </ac:spMkLst>
        </pc:spChg>
        <pc:spChg chg="add mod">
          <ac:chgData name="Yuliia Serhiienko" userId="edd23dcc-9af8-4661-8842-9e32cdbf806d" providerId="ADAL" clId="{9AB06E1B-7ADE-4105-B3D8-BEE9647781BA}" dt="2021-11-19T08:28:20.841" v="1047" actId="207"/>
          <ac:spMkLst>
            <pc:docMk/>
            <pc:sldMk cId="362718405" sldId="334"/>
            <ac:spMk id="11" creationId="{57F30641-CE6A-4975-863F-2DBAE4B5F2DE}"/>
          </ac:spMkLst>
        </pc:spChg>
        <pc:spChg chg="add mod">
          <ac:chgData name="Yuliia Serhiienko" userId="edd23dcc-9af8-4661-8842-9e32cdbf806d" providerId="ADAL" clId="{9AB06E1B-7ADE-4105-B3D8-BEE9647781BA}" dt="2021-11-18T23:17:18.151" v="953" actId="1076"/>
          <ac:spMkLst>
            <pc:docMk/>
            <pc:sldMk cId="362718405" sldId="334"/>
            <ac:spMk id="12" creationId="{EBB78E88-D722-4300-AA1E-13CCCB02573F}"/>
          </ac:spMkLst>
        </pc:spChg>
        <pc:spChg chg="add del">
          <ac:chgData name="Yuliia Serhiienko" userId="edd23dcc-9af8-4661-8842-9e32cdbf806d" providerId="ADAL" clId="{9AB06E1B-7ADE-4105-B3D8-BEE9647781BA}" dt="2021-11-18T23:24:28.869" v="962" actId="22"/>
          <ac:spMkLst>
            <pc:docMk/>
            <pc:sldMk cId="362718405" sldId="334"/>
            <ac:spMk id="16" creationId="{79329A4C-97A7-48F8-ABAA-DC0DF9BC5407}"/>
          </ac:spMkLst>
        </pc:spChg>
        <pc:spChg chg="add mod">
          <ac:chgData name="Yuliia Serhiienko" userId="edd23dcc-9af8-4661-8842-9e32cdbf806d" providerId="ADAL" clId="{9AB06E1B-7ADE-4105-B3D8-BEE9647781BA}" dt="2021-11-18T23:25:19.112" v="1011" actId="20577"/>
          <ac:spMkLst>
            <pc:docMk/>
            <pc:sldMk cId="362718405" sldId="334"/>
            <ac:spMk id="17" creationId="{B9523952-0863-477A-8915-975FFCE1236B}"/>
          </ac:spMkLst>
        </pc:spChg>
      </pc:sldChg>
      <pc:sldChg chg="add del">
        <pc:chgData name="Yuliia Serhiienko" userId="edd23dcc-9af8-4661-8842-9e32cdbf806d" providerId="ADAL" clId="{9AB06E1B-7ADE-4105-B3D8-BEE9647781BA}" dt="2021-11-18T23:08:43.922" v="855"/>
        <pc:sldMkLst>
          <pc:docMk/>
          <pc:sldMk cId="3632914291" sldId="334"/>
        </pc:sldMkLst>
      </pc:sldChg>
      <pc:sldChg chg="addSp delSp modSp add mod ord">
        <pc:chgData name="Yuliia Serhiienko" userId="edd23dcc-9af8-4661-8842-9e32cdbf806d" providerId="ADAL" clId="{9AB06E1B-7ADE-4105-B3D8-BEE9647781BA}" dt="2021-11-19T09:54:59.903" v="1225" actId="207"/>
        <pc:sldMkLst>
          <pc:docMk/>
          <pc:sldMk cId="571162116" sldId="335"/>
        </pc:sldMkLst>
        <pc:spChg chg="del mod">
          <ac:chgData name="Yuliia Serhiienko" userId="edd23dcc-9af8-4661-8842-9e32cdbf806d" providerId="ADAL" clId="{9AB06E1B-7ADE-4105-B3D8-BEE9647781BA}" dt="2021-11-19T08:55:41.035" v="1050" actId="478"/>
          <ac:spMkLst>
            <pc:docMk/>
            <pc:sldMk cId="571162116" sldId="335"/>
            <ac:spMk id="3" creationId="{15AEB0FC-F055-4E52-87A4-B49959776709}"/>
          </ac:spMkLst>
        </pc:spChg>
        <pc:spChg chg="del">
          <ac:chgData name="Yuliia Serhiienko" userId="edd23dcc-9af8-4661-8842-9e32cdbf806d" providerId="ADAL" clId="{9AB06E1B-7ADE-4105-B3D8-BEE9647781BA}" dt="2021-11-18T23:28:57.391" v="1016" actId="478"/>
          <ac:spMkLst>
            <pc:docMk/>
            <pc:sldMk cId="571162116" sldId="335"/>
            <ac:spMk id="4" creationId="{A2C08ECB-AAF0-4FA0-8711-474A53490B8C}"/>
          </ac:spMkLst>
        </pc:spChg>
        <pc:spChg chg="del mod">
          <ac:chgData name="Yuliia Serhiienko" userId="edd23dcc-9af8-4661-8842-9e32cdbf806d" providerId="ADAL" clId="{9AB06E1B-7ADE-4105-B3D8-BEE9647781BA}" dt="2021-11-19T09:50:05.125" v="1183" actId="478"/>
          <ac:spMkLst>
            <pc:docMk/>
            <pc:sldMk cId="571162116" sldId="335"/>
            <ac:spMk id="5" creationId="{DABD09B1-2F83-4465-8432-C6078F961372}"/>
          </ac:spMkLst>
        </pc:spChg>
        <pc:spChg chg="del mod">
          <ac:chgData name="Yuliia Serhiienko" userId="edd23dcc-9af8-4661-8842-9e32cdbf806d" providerId="ADAL" clId="{9AB06E1B-7ADE-4105-B3D8-BEE9647781BA}" dt="2021-11-18T23:29:00.065" v="1018" actId="478"/>
          <ac:spMkLst>
            <pc:docMk/>
            <pc:sldMk cId="571162116" sldId="335"/>
            <ac:spMk id="8" creationId="{A5BBFAEB-E3A0-40BE-B102-07D14E07481E}"/>
          </ac:spMkLst>
        </pc:spChg>
        <pc:spChg chg="add del mod">
          <ac:chgData name="Yuliia Serhiienko" userId="edd23dcc-9af8-4661-8842-9e32cdbf806d" providerId="ADAL" clId="{9AB06E1B-7ADE-4105-B3D8-BEE9647781BA}" dt="2021-11-19T09:54:59.903" v="1225" actId="207"/>
          <ac:spMkLst>
            <pc:docMk/>
            <pc:sldMk cId="571162116" sldId="335"/>
            <ac:spMk id="9" creationId="{4BE7A785-7CEE-4D08-94B1-E0A95BA9697D}"/>
          </ac:spMkLst>
        </pc:spChg>
        <pc:spChg chg="add del">
          <ac:chgData name="Yuliia Serhiienko" userId="edd23dcc-9af8-4661-8842-9e32cdbf806d" providerId="ADAL" clId="{9AB06E1B-7ADE-4105-B3D8-BEE9647781BA}" dt="2021-11-19T08:55:52.942" v="1053" actId="22"/>
          <ac:spMkLst>
            <pc:docMk/>
            <pc:sldMk cId="571162116" sldId="335"/>
            <ac:spMk id="10" creationId="{66A0A84B-D7E3-407E-84D7-A4983B927573}"/>
          </ac:spMkLst>
        </pc:spChg>
        <pc:spChg chg="add del mod">
          <ac:chgData name="Yuliia Serhiienko" userId="edd23dcc-9af8-4661-8842-9e32cdbf806d" providerId="ADAL" clId="{9AB06E1B-7ADE-4105-B3D8-BEE9647781BA}" dt="2021-11-19T08:56:57.544" v="1056"/>
          <ac:spMkLst>
            <pc:docMk/>
            <pc:sldMk cId="571162116" sldId="335"/>
            <ac:spMk id="11" creationId="{C79EDC76-95C5-41BA-AD04-985450CFDF7F}"/>
          </ac:spMkLst>
        </pc:spChg>
        <pc:spChg chg="add del mod">
          <ac:chgData name="Yuliia Serhiienko" userId="edd23dcc-9af8-4661-8842-9e32cdbf806d" providerId="ADAL" clId="{9AB06E1B-7ADE-4105-B3D8-BEE9647781BA}" dt="2021-11-19T09:50:42.925" v="1192" actId="478"/>
          <ac:spMkLst>
            <pc:docMk/>
            <pc:sldMk cId="571162116" sldId="335"/>
            <ac:spMk id="13" creationId="{02EB628E-AF23-478D-B949-2913FA36596B}"/>
          </ac:spMkLst>
        </pc:spChg>
        <pc:spChg chg="add del mod">
          <ac:chgData name="Yuliia Serhiienko" userId="edd23dcc-9af8-4661-8842-9e32cdbf806d" providerId="ADAL" clId="{9AB06E1B-7ADE-4105-B3D8-BEE9647781BA}" dt="2021-11-19T09:50:40.763" v="1191" actId="478"/>
          <ac:spMkLst>
            <pc:docMk/>
            <pc:sldMk cId="571162116" sldId="335"/>
            <ac:spMk id="16" creationId="{0AFFD159-9E5B-4410-B0E8-53DFA3F4C441}"/>
          </ac:spMkLst>
        </pc:spChg>
        <pc:spChg chg="add mod">
          <ac:chgData name="Yuliia Serhiienko" userId="edd23dcc-9af8-4661-8842-9e32cdbf806d" providerId="ADAL" clId="{9AB06E1B-7ADE-4105-B3D8-BEE9647781BA}" dt="2021-11-19T08:59:02.672" v="1071" actId="313"/>
          <ac:spMkLst>
            <pc:docMk/>
            <pc:sldMk cId="571162116" sldId="335"/>
            <ac:spMk id="17" creationId="{767A0E5B-E06D-45A1-AE8B-C4019705C571}"/>
          </ac:spMkLst>
        </pc:spChg>
        <pc:spChg chg="add del mod">
          <ac:chgData name="Yuliia Serhiienko" userId="edd23dcc-9af8-4661-8842-9e32cdbf806d" providerId="ADAL" clId="{9AB06E1B-7ADE-4105-B3D8-BEE9647781BA}" dt="2021-11-19T09:51:25.737" v="1204" actId="478"/>
          <ac:spMkLst>
            <pc:docMk/>
            <pc:sldMk cId="571162116" sldId="335"/>
            <ac:spMk id="18" creationId="{997999A1-7691-49CC-A48C-505D2F3847D3}"/>
          </ac:spMkLst>
        </pc:spChg>
        <pc:spChg chg="add del">
          <ac:chgData name="Yuliia Serhiienko" userId="edd23dcc-9af8-4661-8842-9e32cdbf806d" providerId="ADAL" clId="{9AB06E1B-7ADE-4105-B3D8-BEE9647781BA}" dt="2021-11-19T09:43:21.243" v="1109" actId="22"/>
          <ac:spMkLst>
            <pc:docMk/>
            <pc:sldMk cId="571162116" sldId="335"/>
            <ac:spMk id="20" creationId="{19BCF950-F33B-465D-BE2C-C49CF4AEF9CA}"/>
          </ac:spMkLst>
        </pc:spChg>
        <pc:spChg chg="add del mod">
          <ac:chgData name="Yuliia Serhiienko" userId="edd23dcc-9af8-4661-8842-9e32cdbf806d" providerId="ADAL" clId="{9AB06E1B-7ADE-4105-B3D8-BEE9647781BA}" dt="2021-11-19T09:51:24.130" v="1203" actId="478"/>
          <ac:spMkLst>
            <pc:docMk/>
            <pc:sldMk cId="571162116" sldId="335"/>
            <ac:spMk id="22" creationId="{70561911-F223-43F2-88D5-719E949FC331}"/>
          </ac:spMkLst>
        </pc:spChg>
        <pc:spChg chg="add del mod">
          <ac:chgData name="Yuliia Serhiienko" userId="edd23dcc-9af8-4661-8842-9e32cdbf806d" providerId="ADAL" clId="{9AB06E1B-7ADE-4105-B3D8-BEE9647781BA}" dt="2021-11-19T09:51:03.798" v="1197" actId="478"/>
          <ac:spMkLst>
            <pc:docMk/>
            <pc:sldMk cId="571162116" sldId="335"/>
            <ac:spMk id="24" creationId="{C980199D-D660-40B5-9CD0-A3CE0E282AAF}"/>
          </ac:spMkLst>
        </pc:spChg>
        <pc:spChg chg="add del mod">
          <ac:chgData name="Yuliia Serhiienko" userId="edd23dcc-9af8-4661-8842-9e32cdbf806d" providerId="ADAL" clId="{9AB06E1B-7ADE-4105-B3D8-BEE9647781BA}" dt="2021-11-19T09:51:38.972" v="1208" actId="478"/>
          <ac:spMkLst>
            <pc:docMk/>
            <pc:sldMk cId="571162116" sldId="335"/>
            <ac:spMk id="26" creationId="{1A8503FF-DC7C-4D7D-A5FD-9A6A7904B8C9}"/>
          </ac:spMkLst>
        </pc:spChg>
      </pc:sldChg>
      <pc:sldChg chg="addSp delSp modSp add mod ord">
        <pc:chgData name="Yuliia Serhiienko" userId="edd23dcc-9af8-4661-8842-9e32cdbf806d" providerId="ADAL" clId="{9AB06E1B-7ADE-4105-B3D8-BEE9647781BA}" dt="2021-11-19T12:00:39.254" v="2165" actId="313"/>
        <pc:sldMkLst>
          <pc:docMk/>
          <pc:sldMk cId="126691221" sldId="336"/>
        </pc:sldMkLst>
        <pc:spChg chg="add mod">
          <ac:chgData name="Yuliia Serhiienko" userId="edd23dcc-9af8-4661-8842-9e32cdbf806d" providerId="ADAL" clId="{9AB06E1B-7ADE-4105-B3D8-BEE9647781BA}" dt="2021-11-19T12:00:39.254" v="2165" actId="313"/>
          <ac:spMkLst>
            <pc:docMk/>
            <pc:sldMk cId="126691221" sldId="336"/>
            <ac:spMk id="5" creationId="{9663E9DD-6851-47F7-962D-8F2223897AA1}"/>
          </ac:spMkLst>
        </pc:spChg>
        <pc:spChg chg="del">
          <ac:chgData name="Yuliia Serhiienko" userId="edd23dcc-9af8-4661-8842-9e32cdbf806d" providerId="ADAL" clId="{9AB06E1B-7ADE-4105-B3D8-BEE9647781BA}" dt="2021-11-19T09:55:25.990" v="1226" actId="478"/>
          <ac:spMkLst>
            <pc:docMk/>
            <pc:sldMk cId="126691221" sldId="336"/>
            <ac:spMk id="5" creationId="{DABD09B1-2F83-4465-8432-C6078F961372}"/>
          </ac:spMkLst>
        </pc:spChg>
        <pc:spChg chg="del mod">
          <ac:chgData name="Yuliia Serhiienko" userId="edd23dcc-9af8-4661-8842-9e32cdbf806d" providerId="ADAL" clId="{9AB06E1B-7ADE-4105-B3D8-BEE9647781BA}" dt="2021-11-19T09:49:05.459" v="1170" actId="478"/>
          <ac:spMkLst>
            <pc:docMk/>
            <pc:sldMk cId="126691221" sldId="336"/>
            <ac:spMk id="9" creationId="{4BE7A785-7CEE-4D08-94B1-E0A95BA9697D}"/>
          </ac:spMkLst>
        </pc:spChg>
        <pc:spChg chg="del">
          <ac:chgData name="Yuliia Serhiienko" userId="edd23dcc-9af8-4661-8842-9e32cdbf806d" providerId="ADAL" clId="{9AB06E1B-7ADE-4105-B3D8-BEE9647781BA}" dt="2021-11-19T09:49:12.679" v="1172" actId="478"/>
          <ac:spMkLst>
            <pc:docMk/>
            <pc:sldMk cId="126691221" sldId="336"/>
            <ac:spMk id="13" creationId="{02EB628E-AF23-478D-B949-2913FA36596B}"/>
          </ac:spMkLst>
        </pc:spChg>
        <pc:spChg chg="del">
          <ac:chgData name="Yuliia Serhiienko" userId="edd23dcc-9af8-4661-8842-9e32cdbf806d" providerId="ADAL" clId="{9AB06E1B-7ADE-4105-B3D8-BEE9647781BA}" dt="2021-11-19T09:49:09.229" v="1171" actId="478"/>
          <ac:spMkLst>
            <pc:docMk/>
            <pc:sldMk cId="126691221" sldId="336"/>
            <ac:spMk id="16" creationId="{0AFFD159-9E5B-4410-B0E8-53DFA3F4C441}"/>
          </ac:spMkLst>
        </pc:spChg>
        <pc:spChg chg="mod">
          <ac:chgData name="Yuliia Serhiienko" userId="edd23dcc-9af8-4661-8842-9e32cdbf806d" providerId="ADAL" clId="{9AB06E1B-7ADE-4105-B3D8-BEE9647781BA}" dt="2021-11-19T09:56:26.390" v="1250" actId="20577"/>
          <ac:spMkLst>
            <pc:docMk/>
            <pc:sldMk cId="126691221" sldId="336"/>
            <ac:spMk id="17" creationId="{767A0E5B-E06D-45A1-AE8B-C4019705C571}"/>
          </ac:spMkLst>
        </pc:spChg>
        <pc:spChg chg="del">
          <ac:chgData name="Yuliia Serhiienko" userId="edd23dcc-9af8-4661-8842-9e32cdbf806d" providerId="ADAL" clId="{9AB06E1B-7ADE-4105-B3D8-BEE9647781BA}" dt="2021-11-19T09:49:20.404" v="1175" actId="478"/>
          <ac:spMkLst>
            <pc:docMk/>
            <pc:sldMk cId="126691221" sldId="336"/>
            <ac:spMk id="18" creationId="{997999A1-7691-49CC-A48C-505D2F3847D3}"/>
          </ac:spMkLst>
        </pc:spChg>
        <pc:spChg chg="del">
          <ac:chgData name="Yuliia Serhiienko" userId="edd23dcc-9af8-4661-8842-9e32cdbf806d" providerId="ADAL" clId="{9AB06E1B-7ADE-4105-B3D8-BEE9647781BA}" dt="2021-11-19T09:49:18.297" v="1174" actId="478"/>
          <ac:spMkLst>
            <pc:docMk/>
            <pc:sldMk cId="126691221" sldId="336"/>
            <ac:spMk id="22" creationId="{70561911-F223-43F2-88D5-719E949FC331}"/>
          </ac:spMkLst>
        </pc:spChg>
        <pc:spChg chg="del">
          <ac:chgData name="Yuliia Serhiienko" userId="edd23dcc-9af8-4661-8842-9e32cdbf806d" providerId="ADAL" clId="{9AB06E1B-7ADE-4105-B3D8-BEE9647781BA}" dt="2021-11-19T09:49:16.058" v="1173" actId="478"/>
          <ac:spMkLst>
            <pc:docMk/>
            <pc:sldMk cId="126691221" sldId="336"/>
            <ac:spMk id="24" creationId="{C980199D-D660-40B5-9CD0-A3CE0E282AAF}"/>
          </ac:spMkLst>
        </pc:spChg>
        <pc:spChg chg="del">
          <ac:chgData name="Yuliia Serhiienko" userId="edd23dcc-9af8-4661-8842-9e32cdbf806d" providerId="ADAL" clId="{9AB06E1B-7ADE-4105-B3D8-BEE9647781BA}" dt="2021-11-19T09:49:22.354" v="1176" actId="478"/>
          <ac:spMkLst>
            <pc:docMk/>
            <pc:sldMk cId="126691221" sldId="336"/>
            <ac:spMk id="26" creationId="{1A8503FF-DC7C-4D7D-A5FD-9A6A7904B8C9}"/>
          </ac:spMkLst>
        </pc:spChg>
      </pc:sldChg>
      <pc:sldChg chg="add del">
        <pc:chgData name="Yuliia Serhiienko" userId="edd23dcc-9af8-4661-8842-9e32cdbf806d" providerId="ADAL" clId="{9AB06E1B-7ADE-4105-B3D8-BEE9647781BA}" dt="2021-11-19T09:55:30.093" v="1227" actId="47"/>
        <pc:sldMkLst>
          <pc:docMk/>
          <pc:sldMk cId="921921340" sldId="337"/>
        </pc:sldMkLst>
      </pc:sldChg>
      <pc:sldChg chg="addSp modSp add mod">
        <pc:chgData name="Yuliia Serhiienko" userId="edd23dcc-9af8-4661-8842-9e32cdbf806d" providerId="ADAL" clId="{9AB06E1B-7ADE-4105-B3D8-BEE9647781BA}" dt="2021-11-19T10:33:36.827" v="1559" actId="20577"/>
        <pc:sldMkLst>
          <pc:docMk/>
          <pc:sldMk cId="3034786885" sldId="337"/>
        </pc:sldMkLst>
        <pc:spChg chg="add mod">
          <ac:chgData name="Yuliia Serhiienko" userId="edd23dcc-9af8-4661-8842-9e32cdbf806d" providerId="ADAL" clId="{9AB06E1B-7ADE-4105-B3D8-BEE9647781BA}" dt="2021-11-19T10:33:36.827" v="1559" actId="20577"/>
          <ac:spMkLst>
            <pc:docMk/>
            <pc:sldMk cId="3034786885" sldId="337"/>
            <ac:spMk id="5" creationId="{814F0184-D4A9-44FD-8BAE-CF34AEF7EA10}"/>
          </ac:spMkLst>
        </pc:spChg>
        <pc:spChg chg="mod">
          <ac:chgData name="Yuliia Serhiienko" userId="edd23dcc-9af8-4661-8842-9e32cdbf806d" providerId="ADAL" clId="{9AB06E1B-7ADE-4105-B3D8-BEE9647781BA}" dt="2021-11-19T09:55:54.677" v="1238" actId="20577"/>
          <ac:spMkLst>
            <pc:docMk/>
            <pc:sldMk cId="3034786885" sldId="337"/>
            <ac:spMk id="17" creationId="{767A0E5B-E06D-45A1-AE8B-C4019705C571}"/>
          </ac:spMkLst>
        </pc:spChg>
      </pc:sldChg>
      <pc:sldChg chg="addSp modSp add mod ord">
        <pc:chgData name="Yuliia Serhiienko" userId="edd23dcc-9af8-4661-8842-9e32cdbf806d" providerId="ADAL" clId="{9AB06E1B-7ADE-4105-B3D8-BEE9647781BA}" dt="2021-11-19T10:19:36.659" v="1451" actId="20577"/>
        <pc:sldMkLst>
          <pc:docMk/>
          <pc:sldMk cId="621933014" sldId="338"/>
        </pc:sldMkLst>
        <pc:spChg chg="add mod">
          <ac:chgData name="Yuliia Serhiienko" userId="edd23dcc-9af8-4661-8842-9e32cdbf806d" providerId="ADAL" clId="{9AB06E1B-7ADE-4105-B3D8-BEE9647781BA}" dt="2021-11-19T10:19:36.659" v="1451" actId="20577"/>
          <ac:spMkLst>
            <pc:docMk/>
            <pc:sldMk cId="621933014" sldId="338"/>
            <ac:spMk id="5" creationId="{37FB4019-DDF5-419B-A0AE-96D589F6C704}"/>
          </ac:spMkLst>
        </pc:spChg>
      </pc:sldChg>
      <pc:sldChg chg="addSp modSp add mod">
        <pc:chgData name="Yuliia Serhiienko" userId="edd23dcc-9af8-4661-8842-9e32cdbf806d" providerId="ADAL" clId="{9AB06E1B-7ADE-4105-B3D8-BEE9647781BA}" dt="2021-11-19T12:31:50.308" v="2376" actId="20577"/>
        <pc:sldMkLst>
          <pc:docMk/>
          <pc:sldMk cId="2593856122" sldId="339"/>
        </pc:sldMkLst>
        <pc:spChg chg="add mod">
          <ac:chgData name="Yuliia Serhiienko" userId="edd23dcc-9af8-4661-8842-9e32cdbf806d" providerId="ADAL" clId="{9AB06E1B-7ADE-4105-B3D8-BEE9647781BA}" dt="2021-11-19T12:31:50.308" v="2376" actId="20577"/>
          <ac:spMkLst>
            <pc:docMk/>
            <pc:sldMk cId="2593856122" sldId="339"/>
            <ac:spMk id="5" creationId="{CAE85E40-BE3A-45A2-8A69-88E51484B4D4}"/>
          </ac:spMkLst>
        </pc:spChg>
        <pc:spChg chg="mod">
          <ac:chgData name="Yuliia Serhiienko" userId="edd23dcc-9af8-4661-8842-9e32cdbf806d" providerId="ADAL" clId="{9AB06E1B-7ADE-4105-B3D8-BEE9647781BA}" dt="2021-11-19T12:28:44.220" v="2330" actId="1076"/>
          <ac:spMkLst>
            <pc:docMk/>
            <pc:sldMk cId="2593856122" sldId="339"/>
            <ac:spMk id="15" creationId="{3CF140B9-A847-42A1-BAC5-1445BCA1992D}"/>
          </ac:spMkLst>
        </pc:spChg>
        <pc:spChg chg="mod">
          <ac:chgData name="Yuliia Serhiienko" userId="edd23dcc-9af8-4661-8842-9e32cdbf806d" providerId="ADAL" clId="{9AB06E1B-7ADE-4105-B3D8-BEE9647781BA}" dt="2021-11-19T12:28:48.102" v="2331" actId="1076"/>
          <ac:spMkLst>
            <pc:docMk/>
            <pc:sldMk cId="2593856122" sldId="339"/>
            <ac:spMk id="17" creationId="{767A0E5B-E06D-45A1-AE8B-C4019705C571}"/>
          </ac:spMkLst>
        </pc:spChg>
      </pc:sldChg>
      <pc:sldChg chg="addSp delSp modSp add mod modNotesTx">
        <pc:chgData name="Yuliia Serhiienko" userId="edd23dcc-9af8-4661-8842-9e32cdbf806d" providerId="ADAL" clId="{9AB06E1B-7ADE-4105-B3D8-BEE9647781BA}" dt="2021-11-19T11:03:13.534" v="1576"/>
        <pc:sldMkLst>
          <pc:docMk/>
          <pc:sldMk cId="779653845" sldId="340"/>
        </pc:sldMkLst>
        <pc:spChg chg="add mod">
          <ac:chgData name="Yuliia Serhiienko" userId="edd23dcc-9af8-4661-8842-9e32cdbf806d" providerId="ADAL" clId="{9AB06E1B-7ADE-4105-B3D8-BEE9647781BA}" dt="2021-11-19T11:00:36.068" v="1568" actId="14100"/>
          <ac:spMkLst>
            <pc:docMk/>
            <pc:sldMk cId="779653845" sldId="340"/>
            <ac:spMk id="5" creationId="{11A53A02-B13C-41A3-AE81-972C76756719}"/>
          </ac:spMkLst>
        </pc:spChg>
        <pc:spChg chg="del">
          <ac:chgData name="Yuliia Serhiienko" userId="edd23dcc-9af8-4661-8842-9e32cdbf806d" providerId="ADAL" clId="{9AB06E1B-7ADE-4105-B3D8-BEE9647781BA}" dt="2021-11-19T10:58:27.838" v="1561" actId="478"/>
          <ac:spMkLst>
            <pc:docMk/>
            <pc:sldMk cId="779653845" sldId="340"/>
            <ac:spMk id="11" creationId="{117D7270-CAEA-40B4-8082-06FF1A992995}"/>
          </ac:spMkLst>
        </pc:spChg>
        <pc:picChg chg="add mod">
          <ac:chgData name="Yuliia Serhiienko" userId="edd23dcc-9af8-4661-8842-9e32cdbf806d" providerId="ADAL" clId="{9AB06E1B-7ADE-4105-B3D8-BEE9647781BA}" dt="2021-11-19T10:59:46.592" v="1567" actId="14100"/>
          <ac:picMkLst>
            <pc:docMk/>
            <pc:sldMk cId="779653845" sldId="340"/>
            <ac:picMk id="4" creationId="{C8DE54ED-9F5C-418C-AB11-3508F523DAA5}"/>
          </ac:picMkLst>
        </pc:picChg>
      </pc:sldChg>
      <pc:sldChg chg="addSp delSp modSp add mod modNotesTx">
        <pc:chgData name="Yuliia Serhiienko" userId="edd23dcc-9af8-4661-8842-9e32cdbf806d" providerId="ADAL" clId="{9AB06E1B-7ADE-4105-B3D8-BEE9647781BA}" dt="2021-11-19T11:10:23.521" v="1591" actId="20577"/>
        <pc:sldMkLst>
          <pc:docMk/>
          <pc:sldMk cId="3568070728" sldId="341"/>
        </pc:sldMkLst>
        <pc:spChg chg="del">
          <ac:chgData name="Yuliia Serhiienko" userId="edd23dcc-9af8-4661-8842-9e32cdbf806d" providerId="ADAL" clId="{9AB06E1B-7ADE-4105-B3D8-BEE9647781BA}" dt="2021-11-19T11:02:42.191" v="1570" actId="478"/>
          <ac:spMkLst>
            <pc:docMk/>
            <pc:sldMk cId="3568070728" sldId="341"/>
            <ac:spMk id="5" creationId="{11A53A02-B13C-41A3-AE81-972C76756719}"/>
          </ac:spMkLst>
        </pc:spChg>
        <pc:spChg chg="add mod">
          <ac:chgData name="Yuliia Serhiienko" userId="edd23dcc-9af8-4661-8842-9e32cdbf806d" providerId="ADAL" clId="{9AB06E1B-7ADE-4105-B3D8-BEE9647781BA}" dt="2021-11-19T11:09:57.568" v="1587" actId="14100"/>
          <ac:spMkLst>
            <pc:docMk/>
            <pc:sldMk cId="3568070728" sldId="341"/>
            <ac:spMk id="10" creationId="{9D375CE9-FAC6-4C59-B66C-7AA96AF0835F}"/>
          </ac:spMkLst>
        </pc:spChg>
        <pc:spChg chg="mod">
          <ac:chgData name="Yuliia Serhiienko" userId="edd23dcc-9af8-4661-8842-9e32cdbf806d" providerId="ADAL" clId="{9AB06E1B-7ADE-4105-B3D8-BEE9647781BA}" dt="2021-11-19T11:10:06.284" v="1588" actId="1076"/>
          <ac:spMkLst>
            <pc:docMk/>
            <pc:sldMk cId="3568070728" sldId="341"/>
            <ac:spMk id="15" creationId="{3CF140B9-A847-42A1-BAC5-1445BCA1992D}"/>
          </ac:spMkLst>
        </pc:spChg>
        <pc:picChg chg="add mod">
          <ac:chgData name="Yuliia Serhiienko" userId="edd23dcc-9af8-4661-8842-9e32cdbf806d" providerId="ADAL" clId="{9AB06E1B-7ADE-4105-B3D8-BEE9647781BA}" dt="2021-11-19T11:09:02.818" v="1580" actId="1076"/>
          <ac:picMkLst>
            <pc:docMk/>
            <pc:sldMk cId="3568070728" sldId="341"/>
            <ac:picMk id="3" creationId="{C67AD9ED-493E-4CF2-9BF4-C3D994E6360B}"/>
          </ac:picMkLst>
        </pc:picChg>
        <pc:picChg chg="del">
          <ac:chgData name="Yuliia Serhiienko" userId="edd23dcc-9af8-4661-8842-9e32cdbf806d" providerId="ADAL" clId="{9AB06E1B-7ADE-4105-B3D8-BEE9647781BA}" dt="2021-11-19T11:02:43.146" v="1571" actId="478"/>
          <ac:picMkLst>
            <pc:docMk/>
            <pc:sldMk cId="3568070728" sldId="341"/>
            <ac:picMk id="4" creationId="{C8DE54ED-9F5C-418C-AB11-3508F523DAA5}"/>
          </ac:picMkLst>
        </pc:picChg>
        <pc:picChg chg="add mod">
          <ac:chgData name="Yuliia Serhiienko" userId="edd23dcc-9af8-4661-8842-9e32cdbf806d" providerId="ADAL" clId="{9AB06E1B-7ADE-4105-B3D8-BEE9647781BA}" dt="2021-11-19T11:09:06.816" v="1581" actId="1076"/>
          <ac:picMkLst>
            <pc:docMk/>
            <pc:sldMk cId="3568070728" sldId="341"/>
            <ac:picMk id="7" creationId="{6E4874BB-67A6-4964-82B2-19280E2B5D26}"/>
          </ac:picMkLst>
        </pc:picChg>
      </pc:sldChg>
      <pc:sldChg chg="add del">
        <pc:chgData name="Yuliia Serhiienko" userId="edd23dcc-9af8-4661-8842-9e32cdbf806d" providerId="ADAL" clId="{9AB06E1B-7ADE-4105-B3D8-BEE9647781BA}" dt="2021-11-19T11:02:46.833" v="1573"/>
        <pc:sldMkLst>
          <pc:docMk/>
          <pc:sldMk cId="1035143770" sldId="342"/>
        </pc:sldMkLst>
      </pc:sldChg>
    </pc:docChg>
  </pc:docChgLst>
  <pc:docChgLst>
    <pc:chgData name="Valeriia Kobzar" userId="abeb4f95-95bb-4875-81dd-0cbce4da8295" providerId="ADAL" clId="{06A84213-73CB-468F-9D13-4A1166FEDB43}"/>
    <pc:docChg chg="undo custSel delSld modSld sldOrd">
      <pc:chgData name="Valeriia Kobzar" userId="abeb4f95-95bb-4875-81dd-0cbce4da8295" providerId="ADAL" clId="{06A84213-73CB-468F-9D13-4A1166FEDB43}" dt="2021-11-30T17:30:36.269" v="76"/>
      <pc:docMkLst>
        <pc:docMk/>
      </pc:docMkLst>
      <pc:sldChg chg="ord">
        <pc:chgData name="Valeriia Kobzar" userId="abeb4f95-95bb-4875-81dd-0cbce4da8295" providerId="ADAL" clId="{06A84213-73CB-468F-9D13-4A1166FEDB43}" dt="2021-11-30T17:30:36.269" v="76"/>
        <pc:sldMkLst>
          <pc:docMk/>
          <pc:sldMk cId="2416452543" sldId="272"/>
        </pc:sldMkLst>
      </pc:sldChg>
      <pc:sldChg chg="modSp mod">
        <pc:chgData name="Valeriia Kobzar" userId="abeb4f95-95bb-4875-81dd-0cbce4da8295" providerId="ADAL" clId="{06A84213-73CB-468F-9D13-4A1166FEDB43}" dt="2021-11-30T16:50:17.599" v="1" actId="207"/>
        <pc:sldMkLst>
          <pc:docMk/>
          <pc:sldMk cId="2439877124" sldId="285"/>
        </pc:sldMkLst>
        <pc:spChg chg="mod">
          <ac:chgData name="Valeriia Kobzar" userId="abeb4f95-95bb-4875-81dd-0cbce4da8295" providerId="ADAL" clId="{06A84213-73CB-468F-9D13-4A1166FEDB43}" dt="2021-11-30T16:50:17.599" v="1" actId="207"/>
          <ac:spMkLst>
            <pc:docMk/>
            <pc:sldMk cId="2439877124" sldId="285"/>
            <ac:spMk id="4" creationId="{0CD1AC84-CA08-4E50-97E8-4407603258A4}"/>
          </ac:spMkLst>
        </pc:spChg>
      </pc:sldChg>
      <pc:sldChg chg="addSp delSp modSp mod ord">
        <pc:chgData name="Valeriia Kobzar" userId="abeb4f95-95bb-4875-81dd-0cbce4da8295" providerId="ADAL" clId="{06A84213-73CB-468F-9D13-4A1166FEDB43}" dt="2021-11-30T17:30:05.235" v="73"/>
        <pc:sldMkLst>
          <pc:docMk/>
          <pc:sldMk cId="3309263133" sldId="308"/>
        </pc:sldMkLst>
        <pc:spChg chg="mod">
          <ac:chgData name="Valeriia Kobzar" userId="abeb4f95-95bb-4875-81dd-0cbce4da8295" providerId="ADAL" clId="{06A84213-73CB-468F-9D13-4A1166FEDB43}" dt="2021-11-30T17:22:00.063" v="67" actId="20577"/>
          <ac:spMkLst>
            <pc:docMk/>
            <pc:sldMk cId="3309263133" sldId="308"/>
            <ac:spMk id="2" creationId="{987D6FD0-E825-488B-AA65-91273425E1E0}"/>
          </ac:spMkLst>
        </pc:spChg>
        <pc:picChg chg="del">
          <ac:chgData name="Valeriia Kobzar" userId="abeb4f95-95bb-4875-81dd-0cbce4da8295" providerId="ADAL" clId="{06A84213-73CB-468F-9D13-4A1166FEDB43}" dt="2021-11-30T17:22:02.015" v="68" actId="478"/>
          <ac:picMkLst>
            <pc:docMk/>
            <pc:sldMk cId="3309263133" sldId="308"/>
            <ac:picMk id="5" creationId="{65FDD960-1849-49D7-888A-2C7731945A12}"/>
          </ac:picMkLst>
        </pc:picChg>
        <pc:picChg chg="add mod">
          <ac:chgData name="Valeriia Kobzar" userId="abeb4f95-95bb-4875-81dd-0cbce4da8295" providerId="ADAL" clId="{06A84213-73CB-468F-9D13-4A1166FEDB43}" dt="2021-11-30T17:25:56.089" v="71" actId="1076"/>
          <ac:picMkLst>
            <pc:docMk/>
            <pc:sldMk cId="3309263133" sldId="308"/>
            <ac:picMk id="1026" creationId="{4E389023-4C34-4BB4-B396-7AB7CF69C6FF}"/>
          </ac:picMkLst>
        </pc:picChg>
      </pc:sldChg>
      <pc:sldChg chg="del">
        <pc:chgData name="Valeriia Kobzar" userId="abeb4f95-95bb-4875-81dd-0cbce4da8295" providerId="ADAL" clId="{06A84213-73CB-468F-9D13-4A1166FEDB43}" dt="2021-11-30T17:30:23.258" v="74" actId="47"/>
        <pc:sldMkLst>
          <pc:docMk/>
          <pc:sldMk cId="640030406" sldId="310"/>
        </pc:sldMkLst>
      </pc:sldChg>
      <pc:sldChg chg="modSp mod">
        <pc:chgData name="Valeriia Kobzar" userId="abeb4f95-95bb-4875-81dd-0cbce4da8295" providerId="ADAL" clId="{06A84213-73CB-468F-9D13-4A1166FEDB43}" dt="2021-11-30T16:51:23" v="11" actId="20577"/>
        <pc:sldMkLst>
          <pc:docMk/>
          <pc:sldMk cId="2689139463" sldId="328"/>
        </pc:sldMkLst>
        <pc:spChg chg="mod">
          <ac:chgData name="Valeriia Kobzar" userId="abeb4f95-95bb-4875-81dd-0cbce4da8295" providerId="ADAL" clId="{06A84213-73CB-468F-9D13-4A1166FEDB43}" dt="2021-11-30T16:51:23" v="11" actId="20577"/>
          <ac:spMkLst>
            <pc:docMk/>
            <pc:sldMk cId="2689139463" sldId="328"/>
            <ac:spMk id="5" creationId="{B5AAE5BD-D840-4D21-ADFD-9BB95C847915}"/>
          </ac:spMkLst>
        </pc:spChg>
      </pc:sldChg>
      <pc:sldChg chg="modSp mod">
        <pc:chgData name="Valeriia Kobzar" userId="abeb4f95-95bb-4875-81dd-0cbce4da8295" providerId="ADAL" clId="{06A84213-73CB-468F-9D13-4A1166FEDB43}" dt="2021-11-30T16:51:08.642" v="9" actId="207"/>
        <pc:sldMkLst>
          <pc:docMk/>
          <pc:sldMk cId="3200127780" sldId="330"/>
        </pc:sldMkLst>
        <pc:spChg chg="mod">
          <ac:chgData name="Valeriia Kobzar" userId="abeb4f95-95bb-4875-81dd-0cbce4da8295" providerId="ADAL" clId="{06A84213-73CB-468F-9D13-4A1166FEDB43}" dt="2021-11-30T16:51:08.642" v="9" actId="207"/>
          <ac:spMkLst>
            <pc:docMk/>
            <pc:sldMk cId="3200127780" sldId="330"/>
            <ac:spMk id="4" creationId="{ABD17A38-D2DB-406D-A53D-2FB5F795DABE}"/>
          </ac:spMkLst>
        </pc:spChg>
      </pc:sldChg>
      <pc:sldChg chg="modSp mod">
        <pc:chgData name="Valeriia Kobzar" userId="abeb4f95-95bb-4875-81dd-0cbce4da8295" providerId="ADAL" clId="{06A84213-73CB-468F-9D13-4A1166FEDB43}" dt="2021-11-30T16:51:02.169" v="8" actId="207"/>
        <pc:sldMkLst>
          <pc:docMk/>
          <pc:sldMk cId="4248126867" sldId="331"/>
        </pc:sldMkLst>
        <pc:spChg chg="mod">
          <ac:chgData name="Valeriia Kobzar" userId="abeb4f95-95bb-4875-81dd-0cbce4da8295" providerId="ADAL" clId="{06A84213-73CB-468F-9D13-4A1166FEDB43}" dt="2021-11-30T16:51:02.169" v="8" actId="207"/>
          <ac:spMkLst>
            <pc:docMk/>
            <pc:sldMk cId="4248126867" sldId="331"/>
            <ac:spMk id="8" creationId="{47F2ADDD-B3AE-4237-B08E-99CE5760FF5C}"/>
          </ac:spMkLst>
        </pc:spChg>
      </pc:sldChg>
      <pc:sldChg chg="modSp mod">
        <pc:chgData name="Valeriia Kobzar" userId="abeb4f95-95bb-4875-81dd-0cbce4da8295" providerId="ADAL" clId="{06A84213-73CB-468F-9D13-4A1166FEDB43}" dt="2021-11-30T16:50:53.343" v="6" actId="207"/>
        <pc:sldMkLst>
          <pc:docMk/>
          <pc:sldMk cId="667300049" sldId="332"/>
        </pc:sldMkLst>
        <pc:spChg chg="mod">
          <ac:chgData name="Valeriia Kobzar" userId="abeb4f95-95bb-4875-81dd-0cbce4da8295" providerId="ADAL" clId="{06A84213-73CB-468F-9D13-4A1166FEDB43}" dt="2021-11-30T16:50:53.343" v="6" actId="207"/>
          <ac:spMkLst>
            <pc:docMk/>
            <pc:sldMk cId="667300049" sldId="332"/>
            <ac:spMk id="3" creationId="{15AEB0FC-F055-4E52-87A4-B49959776709}"/>
          </ac:spMkLst>
        </pc:spChg>
      </pc:sldChg>
      <pc:sldChg chg="modSp mod">
        <pc:chgData name="Valeriia Kobzar" userId="abeb4f95-95bb-4875-81dd-0cbce4da8295" providerId="ADAL" clId="{06A84213-73CB-468F-9D13-4A1166FEDB43}" dt="2021-11-30T16:50:57.481" v="7" actId="207"/>
        <pc:sldMkLst>
          <pc:docMk/>
          <pc:sldMk cId="362718405" sldId="334"/>
        </pc:sldMkLst>
        <pc:spChg chg="mod">
          <ac:chgData name="Valeriia Kobzar" userId="abeb4f95-95bb-4875-81dd-0cbce4da8295" providerId="ADAL" clId="{06A84213-73CB-468F-9D13-4A1166FEDB43}" dt="2021-11-30T16:50:57.481" v="7" actId="207"/>
          <ac:spMkLst>
            <pc:docMk/>
            <pc:sldMk cId="362718405" sldId="334"/>
            <ac:spMk id="11" creationId="{57F30641-CE6A-4975-863F-2DBAE4B5F2DE}"/>
          </ac:spMkLst>
        </pc:spChg>
      </pc:sldChg>
      <pc:sldChg chg="modSp mod">
        <pc:chgData name="Valeriia Kobzar" userId="abeb4f95-95bb-4875-81dd-0cbce4da8295" providerId="ADAL" clId="{06A84213-73CB-468F-9D13-4A1166FEDB43}" dt="2021-11-30T16:50:47.632" v="5" actId="207"/>
        <pc:sldMkLst>
          <pc:docMk/>
          <pc:sldMk cId="571162116" sldId="335"/>
        </pc:sldMkLst>
        <pc:spChg chg="mod">
          <ac:chgData name="Valeriia Kobzar" userId="abeb4f95-95bb-4875-81dd-0cbce4da8295" providerId="ADAL" clId="{06A84213-73CB-468F-9D13-4A1166FEDB43}" dt="2021-11-30T16:50:47.632" v="5" actId="207"/>
          <ac:spMkLst>
            <pc:docMk/>
            <pc:sldMk cId="571162116" sldId="335"/>
            <ac:spMk id="17" creationId="{767A0E5B-E06D-45A1-AE8B-C4019705C571}"/>
          </ac:spMkLst>
        </pc:spChg>
      </pc:sldChg>
      <pc:sldChg chg="addSp modSp mod">
        <pc:chgData name="Valeriia Kobzar" userId="abeb4f95-95bb-4875-81dd-0cbce4da8295" providerId="ADAL" clId="{06A84213-73CB-468F-9D13-4A1166FEDB43}" dt="2021-11-30T17:02:31.634" v="62" actId="20577"/>
        <pc:sldMkLst>
          <pc:docMk/>
          <pc:sldMk cId="126691221" sldId="336"/>
        </pc:sldMkLst>
        <pc:spChg chg="mod">
          <ac:chgData name="Valeriia Kobzar" userId="abeb4f95-95bb-4875-81dd-0cbce4da8295" providerId="ADAL" clId="{06A84213-73CB-468F-9D13-4A1166FEDB43}" dt="2021-11-30T17:02:31.634" v="62" actId="20577"/>
          <ac:spMkLst>
            <pc:docMk/>
            <pc:sldMk cId="126691221" sldId="336"/>
            <ac:spMk id="5" creationId="{9663E9DD-6851-47F7-962D-8F2223897AA1}"/>
          </ac:spMkLst>
        </pc:spChg>
        <pc:spChg chg="mod">
          <ac:chgData name="Valeriia Kobzar" userId="abeb4f95-95bb-4875-81dd-0cbce4da8295" providerId="ADAL" clId="{06A84213-73CB-468F-9D13-4A1166FEDB43}" dt="2021-11-30T16:53:01.872" v="17" actId="1076"/>
          <ac:spMkLst>
            <pc:docMk/>
            <pc:sldMk cId="126691221" sldId="336"/>
            <ac:spMk id="15" creationId="{3CF140B9-A847-42A1-BAC5-1445BCA1992D}"/>
          </ac:spMkLst>
        </pc:spChg>
        <pc:spChg chg="mod">
          <ac:chgData name="Valeriia Kobzar" userId="abeb4f95-95bb-4875-81dd-0cbce4da8295" providerId="ADAL" clId="{06A84213-73CB-468F-9D13-4A1166FEDB43}" dt="2021-11-30T16:50:31.239" v="2" actId="207"/>
          <ac:spMkLst>
            <pc:docMk/>
            <pc:sldMk cId="126691221" sldId="336"/>
            <ac:spMk id="17" creationId="{767A0E5B-E06D-45A1-AE8B-C4019705C571}"/>
          </ac:spMkLst>
        </pc:spChg>
        <pc:picChg chg="add mod">
          <ac:chgData name="Valeriia Kobzar" userId="abeb4f95-95bb-4875-81dd-0cbce4da8295" providerId="ADAL" clId="{06A84213-73CB-468F-9D13-4A1166FEDB43}" dt="2021-11-30T16:53:29.048" v="18" actId="1076"/>
          <ac:picMkLst>
            <pc:docMk/>
            <pc:sldMk cId="126691221" sldId="336"/>
            <ac:picMk id="6" creationId="{982ACAE3-2753-4D16-9C69-E047964AD659}"/>
          </ac:picMkLst>
        </pc:picChg>
      </pc:sldChg>
      <pc:sldChg chg="modSp mod">
        <pc:chgData name="Valeriia Kobzar" userId="abeb4f95-95bb-4875-81dd-0cbce4da8295" providerId="ADAL" clId="{06A84213-73CB-468F-9D13-4A1166FEDB43}" dt="2021-11-30T16:52:56.542" v="16" actId="1076"/>
        <pc:sldMkLst>
          <pc:docMk/>
          <pc:sldMk cId="3034786885" sldId="337"/>
        </pc:sldMkLst>
        <pc:spChg chg="mod">
          <ac:chgData name="Valeriia Kobzar" userId="abeb4f95-95bb-4875-81dd-0cbce4da8295" providerId="ADAL" clId="{06A84213-73CB-468F-9D13-4A1166FEDB43}" dt="2021-11-30T16:52:56.542" v="16" actId="1076"/>
          <ac:spMkLst>
            <pc:docMk/>
            <pc:sldMk cId="3034786885" sldId="337"/>
            <ac:spMk id="15" creationId="{3CF140B9-A847-42A1-BAC5-1445BCA1992D}"/>
          </ac:spMkLst>
        </pc:spChg>
        <pc:spChg chg="mod">
          <ac:chgData name="Valeriia Kobzar" userId="abeb4f95-95bb-4875-81dd-0cbce4da8295" providerId="ADAL" clId="{06A84213-73CB-468F-9D13-4A1166FEDB43}" dt="2021-11-30T16:51:49.135" v="12" actId="207"/>
          <ac:spMkLst>
            <pc:docMk/>
            <pc:sldMk cId="3034786885" sldId="337"/>
            <ac:spMk id="17" creationId="{767A0E5B-E06D-45A1-AE8B-C4019705C571}"/>
          </ac:spMkLst>
        </pc:spChg>
      </pc:sldChg>
      <pc:sldChg chg="modSp mod">
        <pc:chgData name="Valeriia Kobzar" userId="abeb4f95-95bb-4875-81dd-0cbce4da8295" providerId="ADAL" clId="{06A84213-73CB-468F-9D13-4A1166FEDB43}" dt="2021-11-30T16:50:44.361" v="4" actId="207"/>
        <pc:sldMkLst>
          <pc:docMk/>
          <pc:sldMk cId="621933014" sldId="338"/>
        </pc:sldMkLst>
        <pc:spChg chg="mod">
          <ac:chgData name="Valeriia Kobzar" userId="abeb4f95-95bb-4875-81dd-0cbce4da8295" providerId="ADAL" clId="{06A84213-73CB-468F-9D13-4A1166FEDB43}" dt="2021-11-30T16:50:44.361" v="4" actId="207"/>
          <ac:spMkLst>
            <pc:docMk/>
            <pc:sldMk cId="621933014" sldId="338"/>
            <ac:spMk id="17" creationId="{767A0E5B-E06D-45A1-AE8B-C4019705C571}"/>
          </ac:spMkLst>
        </pc:spChg>
      </pc:sldChg>
      <pc:sldChg chg="addSp delSp modSp mod">
        <pc:chgData name="Valeriia Kobzar" userId="abeb4f95-95bb-4875-81dd-0cbce4da8295" providerId="ADAL" clId="{06A84213-73CB-468F-9D13-4A1166FEDB43}" dt="2021-11-30T16:58:43.860" v="60" actId="14100"/>
        <pc:sldMkLst>
          <pc:docMk/>
          <pc:sldMk cId="2593856122" sldId="339"/>
        </pc:sldMkLst>
        <pc:spChg chg="mod">
          <ac:chgData name="Valeriia Kobzar" userId="abeb4f95-95bb-4875-81dd-0cbce4da8295" providerId="ADAL" clId="{06A84213-73CB-468F-9D13-4A1166FEDB43}" dt="2021-11-30T16:58:43.860" v="60" actId="14100"/>
          <ac:spMkLst>
            <pc:docMk/>
            <pc:sldMk cId="2593856122" sldId="339"/>
            <ac:spMk id="5" creationId="{CAE85E40-BE3A-45A2-8A69-88E51484B4D4}"/>
          </ac:spMkLst>
        </pc:spChg>
        <pc:spChg chg="mod">
          <ac:chgData name="Valeriia Kobzar" userId="abeb4f95-95bb-4875-81dd-0cbce4da8295" providerId="ADAL" clId="{06A84213-73CB-468F-9D13-4A1166FEDB43}" dt="2021-11-30T16:53:48.905" v="24" actId="20577"/>
          <ac:spMkLst>
            <pc:docMk/>
            <pc:sldMk cId="2593856122" sldId="339"/>
            <ac:spMk id="17" creationId="{767A0E5B-E06D-45A1-AE8B-C4019705C571}"/>
          </ac:spMkLst>
        </pc:spChg>
        <pc:picChg chg="add del mod">
          <ac:chgData name="Valeriia Kobzar" userId="abeb4f95-95bb-4875-81dd-0cbce4da8295" providerId="ADAL" clId="{06A84213-73CB-468F-9D13-4A1166FEDB43}" dt="2021-11-30T16:53:44.010" v="21" actId="478"/>
          <ac:picMkLst>
            <pc:docMk/>
            <pc:sldMk cId="2593856122" sldId="339"/>
            <ac:picMk id="6" creationId="{876456AD-E358-442C-A6E2-243ACE85B12F}"/>
          </ac:picMkLst>
        </pc:picChg>
        <pc:picChg chg="add">
          <ac:chgData name="Valeriia Kobzar" userId="abeb4f95-95bb-4875-81dd-0cbce4da8295" providerId="ADAL" clId="{06A84213-73CB-468F-9D13-4A1166FEDB43}" dt="2021-11-30T16:53:44.371" v="22"/>
          <ac:picMkLst>
            <pc:docMk/>
            <pc:sldMk cId="2593856122" sldId="339"/>
            <ac:picMk id="7" creationId="{C9175782-42F7-429F-823E-7A2B52383532}"/>
          </ac:picMkLst>
        </pc:picChg>
      </pc:sldChg>
    </pc:docChg>
  </pc:docChgLst>
  <pc:docChgLst>
    <pc:chgData name="Mariana Sofii" userId="c6efa36b-6f78-4df2-92ed-4da21e89d024" providerId="ADAL" clId="{9F710BCD-0D19-43C8-910E-C8DF6339594D}"/>
    <pc:docChg chg="modSld">
      <pc:chgData name="Mariana Sofii" userId="c6efa36b-6f78-4df2-92ed-4da21e89d024" providerId="ADAL" clId="{9F710BCD-0D19-43C8-910E-C8DF6339594D}" dt="2021-02-25T20:01:27.518" v="1" actId="6549"/>
      <pc:docMkLst>
        <pc:docMk/>
      </pc:docMkLst>
      <pc:sldChg chg="modSp mod">
        <pc:chgData name="Mariana Sofii" userId="c6efa36b-6f78-4df2-92ed-4da21e89d024" providerId="ADAL" clId="{9F710BCD-0D19-43C8-910E-C8DF6339594D}" dt="2021-02-25T20:01:27.518" v="1" actId="6549"/>
        <pc:sldMkLst>
          <pc:docMk/>
          <pc:sldMk cId="738792783" sldId="259"/>
        </pc:sldMkLst>
        <pc:spChg chg="mod">
          <ac:chgData name="Mariana Sofii" userId="c6efa36b-6f78-4df2-92ed-4da21e89d024" providerId="ADAL" clId="{9F710BCD-0D19-43C8-910E-C8DF6339594D}" dt="2021-02-25T20:01:27.518" v="1" actId="6549"/>
          <ac:spMkLst>
            <pc:docMk/>
            <pc:sldMk cId="738792783" sldId="259"/>
            <ac:spMk id="5" creationId="{67E8D471-BA5C-4AAC-A2C9-82DB42DEB307}"/>
          </ac:spMkLst>
        </pc:spChg>
      </pc:sldChg>
    </pc:docChg>
  </pc:docChgLst>
  <pc:docChgLst>
    <pc:chgData name="Oleksandr Danylenko" userId="d52ba3df-87fe-4239-a178-09e585050fe0" providerId="ADAL" clId="{98F12D83-75F6-4F27-A984-0555324C6DA0}"/>
    <pc:docChg chg="undo custSel modSld">
      <pc:chgData name="Oleksandr Danylenko" userId="d52ba3df-87fe-4239-a178-09e585050fe0" providerId="ADAL" clId="{98F12D83-75F6-4F27-A984-0555324C6DA0}" dt="2021-09-01T14:20:13.863" v="36" actId="1076"/>
      <pc:docMkLst>
        <pc:docMk/>
      </pc:docMkLst>
      <pc:sldChg chg="modSp mod">
        <pc:chgData name="Oleksandr Danylenko" userId="d52ba3df-87fe-4239-a178-09e585050fe0" providerId="ADAL" clId="{98F12D83-75F6-4F27-A984-0555324C6DA0}" dt="2021-09-01T14:20:13.863" v="36" actId="1076"/>
        <pc:sldMkLst>
          <pc:docMk/>
          <pc:sldMk cId="371710531" sldId="283"/>
        </pc:sldMkLst>
        <pc:spChg chg="mod">
          <ac:chgData name="Oleksandr Danylenko" userId="d52ba3df-87fe-4239-a178-09e585050fe0" providerId="ADAL" clId="{98F12D83-75F6-4F27-A984-0555324C6DA0}" dt="2021-09-01T14:20:13.863" v="36" actId="1076"/>
          <ac:spMkLst>
            <pc:docMk/>
            <pc:sldMk cId="371710531" sldId="283"/>
            <ac:spMk id="5" creationId="{D44E8EFF-6B5E-4A99-8389-CD6CEB4B8DA8}"/>
          </ac:spMkLst>
        </pc:spChg>
      </pc:sldChg>
      <pc:sldChg chg="modNotesTx">
        <pc:chgData name="Oleksandr Danylenko" userId="d52ba3df-87fe-4239-a178-09e585050fe0" providerId="ADAL" clId="{98F12D83-75F6-4F27-A984-0555324C6DA0}" dt="2021-09-01T07:20:05.973" v="31" actId="20577"/>
        <pc:sldMkLst>
          <pc:docMk/>
          <pc:sldMk cId="3140106217" sldId="293"/>
        </pc:sldMkLst>
      </pc:sldChg>
    </pc:docChg>
  </pc:docChgLst>
  <pc:docChgLst>
    <pc:chgData name="Serhii Litvinov" userId="13e31772-44c1-46fd-b5ca-e73152eb6195" providerId="ADAL" clId="{9EA27E86-249D-423F-87F2-1287492125E7}"/>
    <pc:docChg chg="delSld modSld sldOrd">
      <pc:chgData name="Serhii Litvinov" userId="13e31772-44c1-46fd-b5ca-e73152eb6195" providerId="ADAL" clId="{9EA27E86-249D-423F-87F2-1287492125E7}" dt="2021-01-15T13:35:05.302" v="3"/>
      <pc:docMkLst>
        <pc:docMk/>
      </pc:docMkLst>
      <pc:sldChg chg="ord">
        <pc:chgData name="Serhii Litvinov" userId="13e31772-44c1-46fd-b5ca-e73152eb6195" providerId="ADAL" clId="{9EA27E86-249D-423F-87F2-1287492125E7}" dt="2021-01-15T13:35:05.302" v="3"/>
        <pc:sldMkLst>
          <pc:docMk/>
          <pc:sldMk cId="2416452543" sldId="272"/>
        </pc:sldMkLst>
      </pc:sldChg>
      <pc:sldChg chg="del">
        <pc:chgData name="Serhii Litvinov" userId="13e31772-44c1-46fd-b5ca-e73152eb6195" providerId="ADAL" clId="{9EA27E86-249D-423F-87F2-1287492125E7}" dt="2021-01-15T13:11:18.922" v="0" actId="2696"/>
        <pc:sldMkLst>
          <pc:docMk/>
          <pc:sldMk cId="178526034" sldId="305"/>
        </pc:sldMkLst>
      </pc:sldChg>
      <pc:sldChg chg="del">
        <pc:chgData name="Serhii Litvinov" userId="13e31772-44c1-46fd-b5ca-e73152eb6195" providerId="ADAL" clId="{9EA27E86-249D-423F-87F2-1287492125E7}" dt="2021-01-15T13:24:36.291" v="1" actId="2696"/>
        <pc:sldMkLst>
          <pc:docMk/>
          <pc:sldMk cId="50193781" sldId="307"/>
        </pc:sldMkLst>
      </pc:sldChg>
    </pc:docChg>
  </pc:docChgLst>
  <pc:docChgLst>
    <pc:chgData name="Mariana Sofii (MSF)" userId="S::msf@simcorp.com::c6efa36b-6f78-4df2-92ed-4da21e89d024" providerId="AD" clId="Web-{BB397426-7B25-E9E6-D4A7-459568101261}"/>
    <pc:docChg chg="modSld">
      <pc:chgData name="Mariana Sofii (MSF)" userId="S::msf@simcorp.com::c6efa36b-6f78-4df2-92ed-4da21e89d024" providerId="AD" clId="Web-{BB397426-7B25-E9E6-D4A7-459568101261}" dt="2021-02-23T13:34:12.856" v="0" actId="20577"/>
      <pc:docMkLst>
        <pc:docMk/>
      </pc:docMkLst>
      <pc:sldChg chg="modSp">
        <pc:chgData name="Mariana Sofii (MSF)" userId="S::msf@simcorp.com::c6efa36b-6f78-4df2-92ed-4da21e89d024" providerId="AD" clId="Web-{BB397426-7B25-E9E6-D4A7-459568101261}" dt="2021-02-23T13:34:12.856" v="0" actId="20577"/>
        <pc:sldMkLst>
          <pc:docMk/>
          <pc:sldMk cId="3760000651" sldId="257"/>
        </pc:sldMkLst>
        <pc:spChg chg="mod">
          <ac:chgData name="Mariana Sofii (MSF)" userId="S::msf@simcorp.com::c6efa36b-6f78-4df2-92ed-4da21e89d024" providerId="AD" clId="Web-{BB397426-7B25-E9E6-D4A7-459568101261}" dt="2021-02-23T13:34:12.856" v="0" actId="20577"/>
          <ac:spMkLst>
            <pc:docMk/>
            <pc:sldMk cId="3760000651" sldId="257"/>
            <ac:spMk id="5" creationId="{3F26BBC0-55E0-4EA1-B967-6CE1D18774D8}"/>
          </ac:spMkLst>
        </pc:spChg>
      </pc:sldChg>
    </pc:docChg>
  </pc:docChgLst>
  <pc:docChgLst>
    <pc:chgData name="Serhii Harmash (SHHR)" userId="S::shhr@simcorp.com::19965dc1-3670-4089-9e09-ab6aab33a005" providerId="AD" clId="Web-{2C666BF0-B62C-C73A-B662-B1F9403BBE6E}"/>
    <pc:docChg chg="modSld">
      <pc:chgData name="Serhii Harmash (SHHR)" userId="S::shhr@simcorp.com::19965dc1-3670-4089-9e09-ab6aab33a005" providerId="AD" clId="Web-{2C666BF0-B62C-C73A-B662-B1F9403BBE6E}" dt="2022-02-16T16:08:34.836" v="1" actId="1076"/>
      <pc:docMkLst>
        <pc:docMk/>
      </pc:docMkLst>
      <pc:sldChg chg="modSp">
        <pc:chgData name="Serhii Harmash (SHHR)" userId="S::shhr@simcorp.com::19965dc1-3670-4089-9e09-ab6aab33a005" providerId="AD" clId="Web-{2C666BF0-B62C-C73A-B662-B1F9403BBE6E}" dt="2022-02-16T16:08:34.836" v="1" actId="1076"/>
        <pc:sldMkLst>
          <pc:docMk/>
          <pc:sldMk cId="2290537795" sldId="300"/>
        </pc:sldMkLst>
        <pc:picChg chg="mod">
          <ac:chgData name="Serhii Harmash (SHHR)" userId="S::shhr@simcorp.com::19965dc1-3670-4089-9e09-ab6aab33a005" providerId="AD" clId="Web-{2C666BF0-B62C-C73A-B662-B1F9403BBE6E}" dt="2022-02-16T16:08:34.836" v="1" actId="1076"/>
          <ac:picMkLst>
            <pc:docMk/>
            <pc:sldMk cId="2290537795" sldId="300"/>
            <ac:picMk id="5" creationId="{45093E97-B6C4-4453-AA92-7DC2634AC83C}"/>
          </ac:picMkLst>
        </pc:picChg>
      </pc:sldChg>
    </pc:docChg>
  </pc:docChgLst>
  <pc:docChgLst>
    <pc:chgData name="Yuliia Serhiienko (IMK)" userId="S::imk@simcorp.com::edd23dcc-9af8-4661-8842-9e32cdbf806d" providerId="AD" clId="Web-{72551045-C13F-AE07-4F06-3828E3E470FC}"/>
    <pc:docChg chg="modSld">
      <pc:chgData name="Yuliia Serhiienko (IMK)" userId="S::imk@simcorp.com::edd23dcc-9af8-4661-8842-9e32cdbf806d" providerId="AD" clId="Web-{72551045-C13F-AE07-4F06-3828E3E470FC}" dt="2021-11-19T15:26:56.892" v="6" actId="20577"/>
      <pc:docMkLst>
        <pc:docMk/>
      </pc:docMkLst>
      <pc:sldChg chg="modSp">
        <pc:chgData name="Yuliia Serhiienko (IMK)" userId="S::imk@simcorp.com::edd23dcc-9af8-4661-8842-9e32cdbf806d" providerId="AD" clId="Web-{72551045-C13F-AE07-4F06-3828E3E470FC}" dt="2021-11-19T15:26:56.892" v="6" actId="20577"/>
        <pc:sldMkLst>
          <pc:docMk/>
          <pc:sldMk cId="126691221" sldId="336"/>
        </pc:sldMkLst>
        <pc:spChg chg="mod">
          <ac:chgData name="Yuliia Serhiienko (IMK)" userId="S::imk@simcorp.com::edd23dcc-9af8-4661-8842-9e32cdbf806d" providerId="AD" clId="Web-{72551045-C13F-AE07-4F06-3828E3E470FC}" dt="2021-11-19T15:26:56.892" v="6" actId="20577"/>
          <ac:spMkLst>
            <pc:docMk/>
            <pc:sldMk cId="126691221" sldId="336"/>
            <ac:spMk id="5" creationId="{9663E9DD-6851-47F7-962D-8F2223897AA1}"/>
          </ac:spMkLst>
        </pc:spChg>
      </pc:sldChg>
    </pc:docChg>
  </pc:docChgLst>
  <pc:docChgLst>
    <pc:chgData name="Serhii Harmash (SHHR)" userId="S::shhr@simcorp.com::19965dc1-3670-4089-9e09-ab6aab33a005" providerId="AD" clId="Web-{82EBE52C-A91C-EE08-AD27-E5CC0558B4DF}"/>
    <pc:docChg chg="modSld">
      <pc:chgData name="Serhii Harmash (SHHR)" userId="S::shhr@simcorp.com::19965dc1-3670-4089-9e09-ab6aab33a005" providerId="AD" clId="Web-{82EBE52C-A91C-EE08-AD27-E5CC0558B4DF}" dt="2022-01-17T10:19:15.279" v="6" actId="20577"/>
      <pc:docMkLst>
        <pc:docMk/>
      </pc:docMkLst>
      <pc:sldChg chg="modSp">
        <pc:chgData name="Serhii Harmash (SHHR)" userId="S::shhr@simcorp.com::19965dc1-3670-4089-9e09-ab6aab33a005" providerId="AD" clId="Web-{82EBE52C-A91C-EE08-AD27-E5CC0558B4DF}" dt="2022-01-17T10:19:15.279" v="6" actId="20577"/>
        <pc:sldMkLst>
          <pc:docMk/>
          <pc:sldMk cId="738792783" sldId="259"/>
        </pc:sldMkLst>
        <pc:spChg chg="mod">
          <ac:chgData name="Serhii Harmash (SHHR)" userId="S::shhr@simcorp.com::19965dc1-3670-4089-9e09-ab6aab33a005" providerId="AD" clId="Web-{82EBE52C-A91C-EE08-AD27-E5CC0558B4DF}" dt="2022-01-17T10:19:15.279" v="6" actId="20577"/>
          <ac:spMkLst>
            <pc:docMk/>
            <pc:sldMk cId="738792783" sldId="259"/>
            <ac:spMk id="5" creationId="{67E8D471-BA5C-4AAC-A2C9-82DB42DEB307}"/>
          </ac:spMkLst>
        </pc:spChg>
      </pc:sldChg>
    </pc:docChg>
  </pc:docChgLst>
  <pc:docChgLst>
    <pc:chgData name="Mariana Sofii (MSF)" userId="S::msf@simcorp.com::c6efa36b-6f78-4df2-92ed-4da21e89d024" providerId="AD" clId="Web-{C58D19D1-2B3B-447E-9909-402211E59426}"/>
    <pc:docChg chg="modSld">
      <pc:chgData name="Mariana Sofii (MSF)" userId="S::msf@simcorp.com::c6efa36b-6f78-4df2-92ed-4da21e89d024" providerId="AD" clId="Web-{C58D19D1-2B3B-447E-9909-402211E59426}" dt="2021-02-25T09:07:55.354" v="1" actId="20577"/>
      <pc:docMkLst>
        <pc:docMk/>
      </pc:docMkLst>
      <pc:sldChg chg="modSp">
        <pc:chgData name="Mariana Sofii (MSF)" userId="S::msf@simcorp.com::c6efa36b-6f78-4df2-92ed-4da21e89d024" providerId="AD" clId="Web-{C58D19D1-2B3B-447E-9909-402211E59426}" dt="2021-02-25T09:07:55.354" v="1" actId="20577"/>
        <pc:sldMkLst>
          <pc:docMk/>
          <pc:sldMk cId="738792783" sldId="259"/>
        </pc:sldMkLst>
        <pc:spChg chg="mod">
          <ac:chgData name="Mariana Sofii (MSF)" userId="S::msf@simcorp.com::c6efa36b-6f78-4df2-92ed-4da21e89d024" providerId="AD" clId="Web-{C58D19D1-2B3B-447E-9909-402211E59426}" dt="2021-02-25T09:07:55.354" v="1" actId="20577"/>
          <ac:spMkLst>
            <pc:docMk/>
            <pc:sldMk cId="738792783" sldId="259"/>
            <ac:spMk id="5" creationId="{67E8D471-BA5C-4AAC-A2C9-82DB42DEB307}"/>
          </ac:spMkLst>
        </pc:spChg>
      </pc:sldChg>
    </pc:docChg>
  </pc:docChgLst>
  <pc:docChgLst>
    <pc:chgData name="Serhii Litvinov" userId="13e31772-44c1-46fd-b5ca-e73152eb6195" providerId="ADAL" clId="{43E39B36-DAE6-425C-AE99-A73FBC4C1D61}"/>
    <pc:docChg chg="undo custSel addSld delSld modSld">
      <pc:chgData name="Serhii Litvinov" userId="13e31772-44c1-46fd-b5ca-e73152eb6195" providerId="ADAL" clId="{43E39B36-DAE6-425C-AE99-A73FBC4C1D61}" dt="2021-06-04T12:47:52.687" v="275" actId="1076"/>
      <pc:docMkLst>
        <pc:docMk/>
      </pc:docMkLst>
      <pc:sldChg chg="addSp modSp mod">
        <pc:chgData name="Serhii Litvinov" userId="13e31772-44c1-46fd-b5ca-e73152eb6195" providerId="ADAL" clId="{43E39B36-DAE6-425C-AE99-A73FBC4C1D61}" dt="2021-06-04T12:47:52.687" v="275" actId="1076"/>
        <pc:sldMkLst>
          <pc:docMk/>
          <pc:sldMk cId="1607055006" sldId="292"/>
        </pc:sldMkLst>
        <pc:spChg chg="mod">
          <ac:chgData name="Serhii Litvinov" userId="13e31772-44c1-46fd-b5ca-e73152eb6195" providerId="ADAL" clId="{43E39B36-DAE6-425C-AE99-A73FBC4C1D61}" dt="2021-06-04T12:47:21.532" v="266" actId="20577"/>
          <ac:spMkLst>
            <pc:docMk/>
            <pc:sldMk cId="1607055006" sldId="292"/>
            <ac:spMk id="5" creationId="{D94AE662-716C-4DF3-B7FD-BD977EC809A2}"/>
          </ac:spMkLst>
        </pc:spChg>
        <pc:spChg chg="add mod">
          <ac:chgData name="Serhii Litvinov" userId="13e31772-44c1-46fd-b5ca-e73152eb6195" providerId="ADAL" clId="{43E39B36-DAE6-425C-AE99-A73FBC4C1D61}" dt="2021-06-04T12:47:52.687" v="275" actId="1076"/>
          <ac:spMkLst>
            <pc:docMk/>
            <pc:sldMk cId="1607055006" sldId="292"/>
            <ac:spMk id="6" creationId="{7C828436-73F2-44DA-90A3-A1E71940E46E}"/>
          </ac:spMkLst>
        </pc:spChg>
      </pc:sldChg>
      <pc:sldChg chg="addSp delSp modSp mod">
        <pc:chgData name="Serhii Litvinov" userId="13e31772-44c1-46fd-b5ca-e73152eb6195" providerId="ADAL" clId="{43E39B36-DAE6-425C-AE99-A73FBC4C1D61}" dt="2021-06-03T11:45:08.015" v="17" actId="207"/>
        <pc:sldMkLst>
          <pc:docMk/>
          <pc:sldMk cId="2290537795" sldId="300"/>
        </pc:sldMkLst>
        <pc:spChg chg="mod">
          <ac:chgData name="Serhii Litvinov" userId="13e31772-44c1-46fd-b5ca-e73152eb6195" providerId="ADAL" clId="{43E39B36-DAE6-425C-AE99-A73FBC4C1D61}" dt="2021-06-03T11:45:08.015" v="17" actId="207"/>
          <ac:spMkLst>
            <pc:docMk/>
            <pc:sldMk cId="2290537795" sldId="300"/>
            <ac:spMk id="6" creationId="{4CC1AD27-88C4-49F2-95DA-CCBA9271EBDC}"/>
          </ac:spMkLst>
        </pc:spChg>
        <pc:picChg chg="add mod">
          <ac:chgData name="Serhii Litvinov" userId="13e31772-44c1-46fd-b5ca-e73152eb6195" providerId="ADAL" clId="{43E39B36-DAE6-425C-AE99-A73FBC4C1D61}" dt="2021-06-03T11:44:54.151" v="16" actId="14100"/>
          <ac:picMkLst>
            <pc:docMk/>
            <pc:sldMk cId="2290537795" sldId="300"/>
            <ac:picMk id="7" creationId="{55F9CB7A-3F15-4676-A8EE-9B39DB68A531}"/>
          </ac:picMkLst>
        </pc:picChg>
        <pc:picChg chg="del">
          <ac:chgData name="Serhii Litvinov" userId="13e31772-44c1-46fd-b5ca-e73152eb6195" providerId="ADAL" clId="{43E39B36-DAE6-425C-AE99-A73FBC4C1D61}" dt="2021-06-03T11:44:41.312" v="11" actId="478"/>
          <ac:picMkLst>
            <pc:docMk/>
            <pc:sldMk cId="2290537795" sldId="300"/>
            <ac:picMk id="8" creationId="{427DA304-CBAE-4FCA-8D72-B58C62F6FC3C}"/>
          </ac:picMkLst>
        </pc:picChg>
      </pc:sldChg>
      <pc:sldChg chg="modSp mod">
        <pc:chgData name="Serhii Litvinov" userId="13e31772-44c1-46fd-b5ca-e73152eb6195" providerId="ADAL" clId="{43E39B36-DAE6-425C-AE99-A73FBC4C1D61}" dt="2021-06-03T13:55:23.993" v="64" actId="20577"/>
        <pc:sldMkLst>
          <pc:docMk/>
          <pc:sldMk cId="368465176" sldId="302"/>
        </pc:sldMkLst>
        <pc:spChg chg="mod">
          <ac:chgData name="Serhii Litvinov" userId="13e31772-44c1-46fd-b5ca-e73152eb6195" providerId="ADAL" clId="{43E39B36-DAE6-425C-AE99-A73FBC4C1D61}" dt="2021-06-03T13:55:23.993" v="64" actId="20577"/>
          <ac:spMkLst>
            <pc:docMk/>
            <pc:sldMk cId="368465176" sldId="302"/>
            <ac:spMk id="7" creationId="{5DFB46F7-CC9A-4AB9-86AF-984D061E4B7B}"/>
          </ac:spMkLst>
        </pc:spChg>
        <pc:graphicFrameChg chg="modGraphic">
          <ac:chgData name="Serhii Litvinov" userId="13e31772-44c1-46fd-b5ca-e73152eb6195" providerId="ADAL" clId="{43E39B36-DAE6-425C-AE99-A73FBC4C1D61}" dt="2021-06-03T13:54:48.222" v="42" actId="14100"/>
          <ac:graphicFrameMkLst>
            <pc:docMk/>
            <pc:sldMk cId="368465176" sldId="302"/>
            <ac:graphicFrameMk id="8" creationId="{7FE54850-488D-4B55-8CEC-EB856D67242F}"/>
          </ac:graphicFrameMkLst>
        </pc:graphicFrameChg>
      </pc:sldChg>
      <pc:sldChg chg="modSp mod">
        <pc:chgData name="Serhii Litvinov" userId="13e31772-44c1-46fd-b5ca-e73152eb6195" providerId="ADAL" clId="{43E39B36-DAE6-425C-AE99-A73FBC4C1D61}" dt="2021-06-03T12:56:13.040" v="21" actId="403"/>
        <pc:sldMkLst>
          <pc:docMk/>
          <pc:sldMk cId="2748173074" sldId="303"/>
        </pc:sldMkLst>
        <pc:spChg chg="mod">
          <ac:chgData name="Serhii Litvinov" userId="13e31772-44c1-46fd-b5ca-e73152eb6195" providerId="ADAL" clId="{43E39B36-DAE6-425C-AE99-A73FBC4C1D61}" dt="2021-06-03T12:56:13.040" v="21" actId="403"/>
          <ac:spMkLst>
            <pc:docMk/>
            <pc:sldMk cId="2748173074" sldId="303"/>
            <ac:spMk id="5" creationId="{3AA3122D-F8CB-4302-90E0-A11AFCD93832}"/>
          </ac:spMkLst>
        </pc:spChg>
      </pc:sldChg>
      <pc:sldChg chg="addSp modSp mod">
        <pc:chgData name="Serhii Litvinov" userId="13e31772-44c1-46fd-b5ca-e73152eb6195" providerId="ADAL" clId="{43E39B36-DAE6-425C-AE99-A73FBC4C1D61}" dt="2021-06-03T13:02:20.561" v="39" actId="14100"/>
        <pc:sldMkLst>
          <pc:docMk/>
          <pc:sldMk cId="2013328925" sldId="316"/>
        </pc:sldMkLst>
        <pc:spChg chg="mod">
          <ac:chgData name="Serhii Litvinov" userId="13e31772-44c1-46fd-b5ca-e73152eb6195" providerId="ADAL" clId="{43E39B36-DAE6-425C-AE99-A73FBC4C1D61}" dt="2021-06-03T13:02:20.561" v="39" actId="14100"/>
          <ac:spMkLst>
            <pc:docMk/>
            <pc:sldMk cId="2013328925" sldId="316"/>
            <ac:spMk id="5" creationId="{A4E2AE50-39DE-4D1B-A301-C5B9C30670C0}"/>
          </ac:spMkLst>
        </pc:spChg>
        <pc:picChg chg="add mod">
          <ac:chgData name="Serhii Litvinov" userId="13e31772-44c1-46fd-b5ca-e73152eb6195" providerId="ADAL" clId="{43E39B36-DAE6-425C-AE99-A73FBC4C1D61}" dt="2021-06-03T13:02:15.301" v="38" actId="1076"/>
          <ac:picMkLst>
            <pc:docMk/>
            <pc:sldMk cId="2013328925" sldId="316"/>
            <ac:picMk id="7" creationId="{40C2AE5B-47F1-4F00-B42C-1E83746FD44B}"/>
          </ac:picMkLst>
        </pc:picChg>
        <pc:picChg chg="mod">
          <ac:chgData name="Serhii Litvinov" userId="13e31772-44c1-46fd-b5ca-e73152eb6195" providerId="ADAL" clId="{43E39B36-DAE6-425C-AE99-A73FBC4C1D61}" dt="2021-06-03T13:00:53.865" v="33" actId="1076"/>
          <ac:picMkLst>
            <pc:docMk/>
            <pc:sldMk cId="2013328925" sldId="316"/>
            <ac:picMk id="10" creationId="{4FFE5537-1DF9-4502-ABBB-4991641474A9}"/>
          </ac:picMkLst>
        </pc:picChg>
      </pc:sldChg>
      <pc:sldChg chg="new del">
        <pc:chgData name="Serhii Litvinov" userId="13e31772-44c1-46fd-b5ca-e73152eb6195" providerId="ADAL" clId="{43E39B36-DAE6-425C-AE99-A73FBC4C1D61}" dt="2021-06-04T09:56:30.704" v="67" actId="2696"/>
        <pc:sldMkLst>
          <pc:docMk/>
          <pc:sldMk cId="757983170" sldId="327"/>
        </pc:sldMkLst>
      </pc:sldChg>
      <pc:sldChg chg="new del">
        <pc:chgData name="Serhii Litvinov" userId="13e31772-44c1-46fd-b5ca-e73152eb6195" providerId="ADAL" clId="{43E39B36-DAE6-425C-AE99-A73FBC4C1D61}" dt="2021-06-04T09:56:32.816" v="68" actId="2696"/>
        <pc:sldMkLst>
          <pc:docMk/>
          <pc:sldMk cId="1706814615" sldId="328"/>
        </pc:sldMkLst>
      </pc:sldChg>
    </pc:docChg>
  </pc:docChgLst>
  <pc:docChgLst>
    <pc:chgData name="Mariana Sofii (MSF)" userId="S::msf@simcorp.com::c6efa36b-6f78-4df2-92ed-4da21e89d024" providerId="AD" clId="Web-{E5CC3F9D-2C22-A381-F77E-EF901B903F12}"/>
    <pc:docChg chg="modSld">
      <pc:chgData name="Mariana Sofii (MSF)" userId="S::msf@simcorp.com::c6efa36b-6f78-4df2-92ed-4da21e89d024" providerId="AD" clId="Web-{E5CC3F9D-2C22-A381-F77E-EF901B903F12}" dt="2021-02-16T08:45:15.457" v="15" actId="20577"/>
      <pc:docMkLst>
        <pc:docMk/>
      </pc:docMkLst>
      <pc:sldChg chg="modSp">
        <pc:chgData name="Mariana Sofii (MSF)" userId="S::msf@simcorp.com::c6efa36b-6f78-4df2-92ed-4da21e89d024" providerId="AD" clId="Web-{E5CC3F9D-2C22-A381-F77E-EF901B903F12}" dt="2021-02-16T08:45:15.457" v="15" actId="20577"/>
        <pc:sldMkLst>
          <pc:docMk/>
          <pc:sldMk cId="3760000651" sldId="257"/>
        </pc:sldMkLst>
        <pc:spChg chg="mod">
          <ac:chgData name="Mariana Sofii (MSF)" userId="S::msf@simcorp.com::c6efa36b-6f78-4df2-92ed-4da21e89d024" providerId="AD" clId="Web-{E5CC3F9D-2C22-A381-F77E-EF901B903F12}" dt="2021-02-16T08:45:09.363" v="9" actId="20577"/>
          <ac:spMkLst>
            <pc:docMk/>
            <pc:sldMk cId="3760000651" sldId="257"/>
            <ac:spMk id="2" creationId="{16FD03D9-3736-4F8E-8DD6-53FCA8540A34}"/>
          </ac:spMkLst>
        </pc:spChg>
        <pc:spChg chg="mod">
          <ac:chgData name="Mariana Sofii (MSF)" userId="S::msf@simcorp.com::c6efa36b-6f78-4df2-92ed-4da21e89d024" providerId="AD" clId="Web-{E5CC3F9D-2C22-A381-F77E-EF901B903F12}" dt="2021-02-16T08:45:15.457" v="15" actId="20577"/>
          <ac:spMkLst>
            <pc:docMk/>
            <pc:sldMk cId="3760000651" sldId="257"/>
            <ac:spMk id="5" creationId="{3F26BBC0-55E0-4EA1-B967-6CE1D18774D8}"/>
          </ac:spMkLst>
        </pc:spChg>
      </pc:sldChg>
    </pc:docChg>
  </pc:docChgLst>
  <pc:docChgLst>
    <pc:chgData name="Serhii Harmash (SHHR)" userId="S::shhr@simcorp.com::19965dc1-3670-4089-9e09-ab6aab33a005" providerId="AD" clId="Web-{CF9931B6-C4DD-582D-2DC0-B5144C567F88}"/>
    <pc:docChg chg="modSld">
      <pc:chgData name="Serhii Harmash (SHHR)" userId="S::shhr@simcorp.com::19965dc1-3670-4089-9e09-ab6aab33a005" providerId="AD" clId="Web-{CF9931B6-C4DD-582D-2DC0-B5144C567F88}" dt="2021-09-03T07:06:46.709" v="1" actId="20577"/>
      <pc:docMkLst>
        <pc:docMk/>
      </pc:docMkLst>
      <pc:sldChg chg="modSp">
        <pc:chgData name="Serhii Harmash (SHHR)" userId="S::shhr@simcorp.com::19965dc1-3670-4089-9e09-ab6aab33a005" providerId="AD" clId="Web-{CF9931B6-C4DD-582D-2DC0-B5144C567F88}" dt="2021-09-03T07:06:46.709" v="1" actId="20577"/>
        <pc:sldMkLst>
          <pc:docMk/>
          <pc:sldMk cId="1607055006" sldId="292"/>
        </pc:sldMkLst>
        <pc:spChg chg="mod">
          <ac:chgData name="Serhii Harmash (SHHR)" userId="S::shhr@simcorp.com::19965dc1-3670-4089-9e09-ab6aab33a005" providerId="AD" clId="Web-{CF9931B6-C4DD-582D-2DC0-B5144C567F88}" dt="2021-09-03T07:06:46.709" v="1" actId="20577"/>
          <ac:spMkLst>
            <pc:docMk/>
            <pc:sldMk cId="1607055006" sldId="292"/>
            <ac:spMk id="5" creationId="{D94AE662-716C-4DF3-B7FD-BD977EC809A2}"/>
          </ac:spMkLst>
        </pc:spChg>
      </pc:sldChg>
    </pc:docChg>
  </pc:docChgLst>
  <pc:docChgLst>
    <pc:chgData name="Valeriia Kobzar (VRKR)" userId="S::vrkr@simcorp.com::abeb4f95-95bb-4875-81dd-0cbce4da8295" providerId="AD" clId="Web-{0FBE3899-99DE-2EEF-3CEF-6F86133A9442}"/>
    <pc:docChg chg="modSld">
      <pc:chgData name="Valeriia Kobzar (VRKR)" userId="S::vrkr@simcorp.com::abeb4f95-95bb-4875-81dd-0cbce4da8295" providerId="AD" clId="Web-{0FBE3899-99DE-2EEF-3CEF-6F86133A9442}" dt="2021-11-30T17:40:11.724" v="4" actId="20577"/>
      <pc:docMkLst>
        <pc:docMk/>
      </pc:docMkLst>
      <pc:sldChg chg="modSp">
        <pc:chgData name="Valeriia Kobzar (VRKR)" userId="S::vrkr@simcorp.com::abeb4f95-95bb-4875-81dd-0cbce4da8295" providerId="AD" clId="Web-{0FBE3899-99DE-2EEF-3CEF-6F86133A9442}" dt="2021-11-30T17:40:11.724" v="4" actId="20577"/>
        <pc:sldMkLst>
          <pc:docMk/>
          <pc:sldMk cId="139720926" sldId="329"/>
        </pc:sldMkLst>
        <pc:spChg chg="mod">
          <ac:chgData name="Valeriia Kobzar (VRKR)" userId="S::vrkr@simcorp.com::abeb4f95-95bb-4875-81dd-0cbce4da8295" providerId="AD" clId="Web-{0FBE3899-99DE-2EEF-3CEF-6F86133A9442}" dt="2021-11-30T17:40:11.724" v="4" actId="20577"/>
          <ac:spMkLst>
            <pc:docMk/>
            <pc:sldMk cId="139720926" sldId="329"/>
            <ac:spMk id="11" creationId="{117D7270-CAEA-40B4-8082-06FF1A992995}"/>
          </ac:spMkLst>
        </pc:spChg>
      </pc:sldChg>
      <pc:sldChg chg="modSp">
        <pc:chgData name="Valeriia Kobzar (VRKR)" userId="S::vrkr@simcorp.com::abeb4f95-95bb-4875-81dd-0cbce4da8295" providerId="AD" clId="Web-{0FBE3899-99DE-2EEF-3CEF-6F86133A9442}" dt="2021-11-30T17:38:52.657" v="1" actId="20577"/>
        <pc:sldMkLst>
          <pc:docMk/>
          <pc:sldMk cId="667300049" sldId="332"/>
        </pc:sldMkLst>
        <pc:spChg chg="mod">
          <ac:chgData name="Valeriia Kobzar (VRKR)" userId="S::vrkr@simcorp.com::abeb4f95-95bb-4875-81dd-0cbce4da8295" providerId="AD" clId="Web-{0FBE3899-99DE-2EEF-3CEF-6F86133A9442}" dt="2021-11-30T17:38:52.657" v="1" actId="20577"/>
          <ac:spMkLst>
            <pc:docMk/>
            <pc:sldMk cId="667300049" sldId="332"/>
            <ac:spMk id="8" creationId="{A5BBFAEB-E3A0-40BE-B102-07D14E07481E}"/>
          </ac:spMkLst>
        </pc:spChg>
      </pc:sldChg>
      <pc:sldChg chg="modSp">
        <pc:chgData name="Valeriia Kobzar (VRKR)" userId="S::vrkr@simcorp.com::abeb4f95-95bb-4875-81dd-0cbce4da8295" providerId="AD" clId="Web-{0FBE3899-99DE-2EEF-3CEF-6F86133A9442}" dt="2021-11-30T17:39:32.081" v="2" actId="1076"/>
        <pc:sldMkLst>
          <pc:docMk/>
          <pc:sldMk cId="779653845" sldId="340"/>
        </pc:sldMkLst>
        <pc:picChg chg="mod">
          <ac:chgData name="Valeriia Kobzar (VRKR)" userId="S::vrkr@simcorp.com::abeb4f95-95bb-4875-81dd-0cbce4da8295" providerId="AD" clId="Web-{0FBE3899-99DE-2EEF-3CEF-6F86133A9442}" dt="2021-11-30T17:39:32.081" v="2" actId="1076"/>
          <ac:picMkLst>
            <pc:docMk/>
            <pc:sldMk cId="779653845" sldId="340"/>
            <ac:picMk id="4" creationId="{C8DE54ED-9F5C-418C-AB11-3508F523DAA5}"/>
          </ac:picMkLst>
        </pc:picChg>
      </pc:sldChg>
    </pc:docChg>
  </pc:docChgLst>
  <pc:docChgLst>
    <pc:chgData name="Oleksandr Danylenko (OLDN)" userId="S::oldn@simcorp.com::d52ba3df-87fe-4239-a178-09e585050fe0" providerId="AD" clId="Web-{807FB972-0FBA-3290-A3AE-9BD301471B90}"/>
    <pc:docChg chg="modSld">
      <pc:chgData name="Oleksandr Danylenko (OLDN)" userId="S::oldn@simcorp.com::d52ba3df-87fe-4239-a178-09e585050fe0" providerId="AD" clId="Web-{807FB972-0FBA-3290-A3AE-9BD301471B90}" dt="2021-11-09T13:55:09.189" v="16" actId="20577"/>
      <pc:docMkLst>
        <pc:docMk/>
      </pc:docMkLst>
      <pc:sldChg chg="modSp">
        <pc:chgData name="Oleksandr Danylenko (OLDN)" userId="S::oldn@simcorp.com::d52ba3df-87fe-4239-a178-09e585050fe0" providerId="AD" clId="Web-{807FB972-0FBA-3290-A3AE-9BD301471B90}" dt="2021-11-09T13:55:09.189" v="16" actId="20577"/>
        <pc:sldMkLst>
          <pc:docMk/>
          <pc:sldMk cId="2689372507" sldId="313"/>
        </pc:sldMkLst>
        <pc:spChg chg="mod">
          <ac:chgData name="Oleksandr Danylenko (OLDN)" userId="S::oldn@simcorp.com::d52ba3df-87fe-4239-a178-09e585050fe0" providerId="AD" clId="Web-{807FB972-0FBA-3290-A3AE-9BD301471B90}" dt="2021-11-09T13:55:09.189" v="16" actId="20577"/>
          <ac:spMkLst>
            <pc:docMk/>
            <pc:sldMk cId="2689372507" sldId="313"/>
            <ac:spMk id="5" creationId="{0913648A-D897-4A1B-ABCD-C48148E2044F}"/>
          </ac:spMkLst>
        </pc:spChg>
      </pc:sldChg>
    </pc:docChg>
  </pc:docChgLst>
  <pc:docChgLst>
    <pc:chgData name="Yuliia Serhiienko (IMK)" userId="S::imk@simcorp.com::edd23dcc-9af8-4661-8842-9e32cdbf806d" providerId="AD" clId="Web-{D10BB13A-BDD8-ADC9-C507-B1A7EC11A6A9}"/>
    <pc:docChg chg="modSld">
      <pc:chgData name="Yuliia Serhiienko (IMK)" userId="S::imk@simcorp.com::edd23dcc-9af8-4661-8842-9e32cdbf806d" providerId="AD" clId="Web-{D10BB13A-BDD8-ADC9-C507-B1A7EC11A6A9}" dt="2021-09-13T22:39:14.976" v="25" actId="14100"/>
      <pc:docMkLst>
        <pc:docMk/>
      </pc:docMkLst>
      <pc:sldChg chg="modSp">
        <pc:chgData name="Yuliia Serhiienko (IMK)" userId="S::imk@simcorp.com::edd23dcc-9af8-4661-8842-9e32cdbf806d" providerId="AD" clId="Web-{D10BB13A-BDD8-ADC9-C507-B1A7EC11A6A9}" dt="2021-09-13T22:39:14.976" v="25" actId="14100"/>
        <pc:sldMkLst>
          <pc:docMk/>
          <pc:sldMk cId="1607055006" sldId="292"/>
        </pc:sldMkLst>
        <pc:spChg chg="mod">
          <ac:chgData name="Yuliia Serhiienko (IMK)" userId="S::imk@simcorp.com::edd23dcc-9af8-4661-8842-9e32cdbf806d" providerId="AD" clId="Web-{D10BB13A-BDD8-ADC9-C507-B1A7EC11A6A9}" dt="2021-09-13T22:39:14.976" v="25" actId="14100"/>
          <ac:spMkLst>
            <pc:docMk/>
            <pc:sldMk cId="1607055006" sldId="292"/>
            <ac:spMk id="5" creationId="{D94AE662-716C-4DF3-B7FD-BD977EC809A2}"/>
          </ac:spMkLst>
        </pc:spChg>
        <pc:spChg chg="mod">
          <ac:chgData name="Yuliia Serhiienko (IMK)" userId="S::imk@simcorp.com::edd23dcc-9af8-4661-8842-9e32cdbf806d" providerId="AD" clId="Web-{D10BB13A-BDD8-ADC9-C507-B1A7EC11A6A9}" dt="2021-09-13T22:36:16.691" v="6" actId="1076"/>
          <ac:spMkLst>
            <pc:docMk/>
            <pc:sldMk cId="1607055006" sldId="292"/>
            <ac:spMk id="6" creationId="{7C828436-73F2-44DA-90A3-A1E71940E46E}"/>
          </ac:spMkLst>
        </pc:spChg>
        <pc:picChg chg="mod">
          <ac:chgData name="Yuliia Serhiienko (IMK)" userId="S::imk@simcorp.com::edd23dcc-9af8-4661-8842-9e32cdbf806d" providerId="AD" clId="Web-{D10BB13A-BDD8-ADC9-C507-B1A7EC11A6A9}" dt="2021-09-13T22:36:11.457" v="5" actId="1076"/>
          <ac:picMkLst>
            <pc:docMk/>
            <pc:sldMk cId="1607055006" sldId="292"/>
            <ac:picMk id="7" creationId="{4DD6503E-C3AF-49D3-9F4A-879F55CD6271}"/>
          </ac:picMkLst>
        </pc:picChg>
      </pc:sldChg>
    </pc:docChg>
  </pc:docChgLst>
  <pc:docChgLst>
    <pc:chgData name="Oleksandr Danylenko" userId="d52ba3df-87fe-4239-a178-09e585050fe0" providerId="ADAL" clId="{307167A4-59A8-409D-987C-EB522013F1F3}"/>
    <pc:docChg chg="undo custSel modSld">
      <pc:chgData name="Oleksandr Danylenko" userId="d52ba3df-87fe-4239-a178-09e585050fe0" providerId="ADAL" clId="{307167A4-59A8-409D-987C-EB522013F1F3}" dt="2021-11-09T14:17:09.750" v="200" actId="20577"/>
      <pc:docMkLst>
        <pc:docMk/>
      </pc:docMkLst>
      <pc:sldChg chg="modSp mod">
        <pc:chgData name="Oleksandr Danylenko" userId="d52ba3df-87fe-4239-a178-09e585050fe0" providerId="ADAL" clId="{307167A4-59A8-409D-987C-EB522013F1F3}" dt="2021-11-09T14:17:09.750" v="200" actId="20577"/>
        <pc:sldMkLst>
          <pc:docMk/>
          <pc:sldMk cId="2689372507" sldId="313"/>
        </pc:sldMkLst>
        <pc:spChg chg="mod">
          <ac:chgData name="Oleksandr Danylenko" userId="d52ba3df-87fe-4239-a178-09e585050fe0" providerId="ADAL" clId="{307167A4-59A8-409D-987C-EB522013F1F3}" dt="2021-11-09T14:11:15.307" v="122" actId="108"/>
          <ac:spMkLst>
            <pc:docMk/>
            <pc:sldMk cId="2689372507" sldId="313"/>
            <ac:spMk id="5" creationId="{0913648A-D897-4A1B-ABCD-C48148E2044F}"/>
          </ac:spMkLst>
        </pc:spChg>
        <pc:spChg chg="mod">
          <ac:chgData name="Oleksandr Danylenko" userId="d52ba3df-87fe-4239-a178-09e585050fe0" providerId="ADAL" clId="{307167A4-59A8-409D-987C-EB522013F1F3}" dt="2021-11-09T14:17:09.750" v="200" actId="20577"/>
          <ac:spMkLst>
            <pc:docMk/>
            <pc:sldMk cId="2689372507" sldId="313"/>
            <ac:spMk id="6" creationId="{128FC923-BCF4-482E-883C-BE1BA87F0A37}"/>
          </ac:spMkLst>
        </pc:spChg>
      </pc:sldChg>
    </pc:docChg>
  </pc:docChgLst>
  <pc:docChgLst>
    <pc:chgData name="Mykyta Pekarchuk (MPEK)" userId="S::mpek@simcorp.com::3dec9df0-2277-4d2f-a734-e33aa7fc34b9" providerId="AD" clId="Web-{FE05997C-F361-0A68-972F-05FA0FD90700}"/>
    <pc:docChg chg="addSld delSld modSld">
      <pc:chgData name="Mykyta Pekarchuk (MPEK)" userId="S::mpek@simcorp.com::3dec9df0-2277-4d2f-a734-e33aa7fc34b9" providerId="AD" clId="Web-{FE05997C-F361-0A68-972F-05FA0FD90700}" dt="2022-01-19T13:16:02.005" v="152"/>
      <pc:docMkLst>
        <pc:docMk/>
      </pc:docMkLst>
      <pc:sldChg chg="new del">
        <pc:chgData name="Mykyta Pekarchuk (MPEK)" userId="S::mpek@simcorp.com::3dec9df0-2277-4d2f-a734-e33aa7fc34b9" providerId="AD" clId="Web-{FE05997C-F361-0A68-972F-05FA0FD90700}" dt="2022-01-19T13:05:06.491" v="2"/>
        <pc:sldMkLst>
          <pc:docMk/>
          <pc:sldMk cId="1825498312" sldId="342"/>
        </pc:sldMkLst>
      </pc:sldChg>
      <pc:sldChg chg="addSp delSp modSp add del replId">
        <pc:chgData name="Mykyta Pekarchuk (MPEK)" userId="S::mpek@simcorp.com::3dec9df0-2277-4d2f-a734-e33aa7fc34b9" providerId="AD" clId="Web-{FE05997C-F361-0A68-972F-05FA0FD90700}" dt="2022-01-19T13:16:02.005" v="152"/>
        <pc:sldMkLst>
          <pc:docMk/>
          <pc:sldMk cId="3201745373" sldId="343"/>
        </pc:sldMkLst>
        <pc:spChg chg="mod">
          <ac:chgData name="Mykyta Pekarchuk (MPEK)" userId="S::mpek@simcorp.com::3dec9df0-2277-4d2f-a734-e33aa7fc34b9" providerId="AD" clId="Web-{FE05997C-F361-0A68-972F-05FA0FD90700}" dt="2022-01-19T13:12:57.094" v="151" actId="1076"/>
          <ac:spMkLst>
            <pc:docMk/>
            <pc:sldMk cId="3201745373" sldId="343"/>
            <ac:spMk id="2" creationId="{576492A8-63A1-45F4-8E7D-0E7F88C1FCBA}"/>
          </ac:spMkLst>
        </pc:spChg>
        <pc:spChg chg="del">
          <ac:chgData name="Mykyta Pekarchuk (MPEK)" userId="S::mpek@simcorp.com::3dec9df0-2277-4d2f-a734-e33aa7fc34b9" providerId="AD" clId="Web-{FE05997C-F361-0A68-972F-05FA0FD90700}" dt="2022-01-19T13:05:16.788" v="16"/>
          <ac:spMkLst>
            <pc:docMk/>
            <pc:sldMk cId="3201745373" sldId="343"/>
            <ac:spMk id="4" creationId="{2A69F279-8777-45EE-ADF8-C7A2C9C8293A}"/>
          </ac:spMkLst>
        </pc:spChg>
        <pc:spChg chg="mod">
          <ac:chgData name="Mykyta Pekarchuk (MPEK)" userId="S::mpek@simcorp.com::3dec9df0-2277-4d2f-a734-e33aa7fc34b9" providerId="AD" clId="Web-{FE05997C-F361-0A68-972F-05FA0FD90700}" dt="2022-01-19T13:12:12.625" v="150" actId="20577"/>
          <ac:spMkLst>
            <pc:docMk/>
            <pc:sldMk cId="3201745373" sldId="343"/>
            <ac:spMk id="5" creationId="{67E8D471-BA5C-4AAC-A2C9-82DB42DEB307}"/>
          </ac:spMkLst>
        </pc:spChg>
        <pc:spChg chg="add del mod">
          <ac:chgData name="Mykyta Pekarchuk (MPEK)" userId="S::mpek@simcorp.com::3dec9df0-2277-4d2f-a734-e33aa7fc34b9" providerId="AD" clId="Web-{FE05997C-F361-0A68-972F-05FA0FD90700}" dt="2022-01-19T13:08:48.808" v="94"/>
          <ac:spMkLst>
            <pc:docMk/>
            <pc:sldMk cId="3201745373" sldId="343"/>
            <ac:spMk id="6" creationId="{5CBE2DF2-4943-4C4F-BA2E-0C335146446D}"/>
          </ac:spMkLst>
        </pc:spChg>
        <pc:spChg chg="add del">
          <ac:chgData name="Mykyta Pekarchuk (MPEK)" userId="S::mpek@simcorp.com::3dec9df0-2277-4d2f-a734-e33aa7fc34b9" providerId="AD" clId="Web-{FE05997C-F361-0A68-972F-05FA0FD90700}" dt="2022-01-19T13:08:03.182" v="67"/>
          <ac:spMkLst>
            <pc:docMk/>
            <pc:sldMk cId="3201745373" sldId="343"/>
            <ac:spMk id="7" creationId="{0172DBCA-9639-4A30-A66C-94CB13BEC3B4}"/>
          </ac:spMkLst>
        </pc:spChg>
        <pc:spChg chg="add del">
          <ac:chgData name="Mykyta Pekarchuk (MPEK)" userId="S::mpek@simcorp.com::3dec9df0-2277-4d2f-a734-e33aa7fc34b9" providerId="AD" clId="Web-{FE05997C-F361-0A68-972F-05FA0FD90700}" dt="2022-01-19T13:08:06.682" v="69"/>
          <ac:spMkLst>
            <pc:docMk/>
            <pc:sldMk cId="3201745373" sldId="343"/>
            <ac:spMk id="8" creationId="{3D586F33-0C9A-4338-ADA1-C24AE84AA67C}"/>
          </ac:spMkLst>
        </pc:spChg>
      </pc:sldChg>
    </pc:docChg>
  </pc:docChgLst>
  <pc:docChgLst>
    <pc:chgData name="Serhii Harmash (SHHR)" userId="S::shhr@simcorp.com::19965dc1-3670-4089-9e09-ab6aab33a005" providerId="AD" clId="Web-{44AE7EA5-6FFA-2BB7-195F-7F788324FB2C}"/>
    <pc:docChg chg="modSld">
      <pc:chgData name="Serhii Harmash (SHHR)" userId="S::shhr@simcorp.com::19965dc1-3670-4089-9e09-ab6aab33a005" providerId="AD" clId="Web-{44AE7EA5-6FFA-2BB7-195F-7F788324FB2C}" dt="2022-02-16T16:07:50.877" v="3" actId="14100"/>
      <pc:docMkLst>
        <pc:docMk/>
      </pc:docMkLst>
      <pc:sldChg chg="addSp delSp modSp">
        <pc:chgData name="Serhii Harmash (SHHR)" userId="S::shhr@simcorp.com::19965dc1-3670-4089-9e09-ab6aab33a005" providerId="AD" clId="Web-{44AE7EA5-6FFA-2BB7-195F-7F788324FB2C}" dt="2022-02-16T16:07:50.877" v="3" actId="14100"/>
        <pc:sldMkLst>
          <pc:docMk/>
          <pc:sldMk cId="2290537795" sldId="300"/>
        </pc:sldMkLst>
        <pc:picChg chg="add mod">
          <ac:chgData name="Serhii Harmash (SHHR)" userId="S::shhr@simcorp.com::19965dc1-3670-4089-9e09-ab6aab33a005" providerId="AD" clId="Web-{44AE7EA5-6FFA-2BB7-195F-7F788324FB2C}" dt="2022-02-16T16:07:50.877" v="3" actId="14100"/>
          <ac:picMkLst>
            <pc:docMk/>
            <pc:sldMk cId="2290537795" sldId="300"/>
            <ac:picMk id="5" creationId="{45093E97-B6C4-4453-AA92-7DC2634AC83C}"/>
          </ac:picMkLst>
        </pc:picChg>
        <pc:picChg chg="del">
          <ac:chgData name="Serhii Harmash (SHHR)" userId="S::shhr@simcorp.com::19965dc1-3670-4089-9e09-ab6aab33a005" providerId="AD" clId="Web-{44AE7EA5-6FFA-2BB7-195F-7F788324FB2C}" dt="2022-02-16T16:07:41.018" v="0"/>
          <ac:picMkLst>
            <pc:docMk/>
            <pc:sldMk cId="2290537795" sldId="300"/>
            <ac:picMk id="7" creationId="{55F9CB7A-3F15-4676-A8EE-9B39DB68A531}"/>
          </ac:picMkLst>
        </pc:picChg>
      </pc:sldChg>
    </pc:docChg>
  </pc:docChgLst>
  <pc:docChgLst>
    <pc:chgData name="Yuliia Serhiienko (IMK)" userId="S::imk@simcorp.com::edd23dcc-9af8-4661-8842-9e32cdbf806d" providerId="AD" clId="Web-{BBB70C03-4CCA-D7ED-41CC-B6FB1039D168}"/>
    <pc:docChg chg="modSld">
      <pc:chgData name="Yuliia Serhiienko (IMK)" userId="S::imk@simcorp.com::edd23dcc-9af8-4661-8842-9e32cdbf806d" providerId="AD" clId="Web-{BBB70C03-4CCA-D7ED-41CC-B6FB1039D168}" dt="2021-11-17T22:56:55.041" v="39" actId="20577"/>
      <pc:docMkLst>
        <pc:docMk/>
      </pc:docMkLst>
      <pc:sldChg chg="modSp">
        <pc:chgData name="Yuliia Serhiienko (IMK)" userId="S::imk@simcorp.com::edd23dcc-9af8-4661-8842-9e32cdbf806d" providerId="AD" clId="Web-{BBB70C03-4CCA-D7ED-41CC-B6FB1039D168}" dt="2021-11-17T22:56:55.041" v="39" actId="20577"/>
        <pc:sldMkLst>
          <pc:docMk/>
          <pc:sldMk cId="738792783" sldId="259"/>
        </pc:sldMkLst>
        <pc:spChg chg="mod">
          <ac:chgData name="Yuliia Serhiienko (IMK)" userId="S::imk@simcorp.com::edd23dcc-9af8-4661-8842-9e32cdbf806d" providerId="AD" clId="Web-{BBB70C03-4CCA-D7ED-41CC-B6FB1039D168}" dt="2021-11-17T22:56:55.041" v="39" actId="20577"/>
          <ac:spMkLst>
            <pc:docMk/>
            <pc:sldMk cId="738792783" sldId="259"/>
            <ac:spMk id="5" creationId="{67E8D471-BA5C-4AAC-A2C9-82DB42DEB307}"/>
          </ac:spMkLst>
        </pc:spChg>
      </pc:sldChg>
    </pc:docChg>
  </pc:docChgLst>
  <pc:docChgLst>
    <pc:chgData name="Serhii Litvinov (SGLI)" userId="S::sgli@simcorp.com::13e31772-44c1-46fd-b5ca-e73152eb6195" providerId="AD" clId="Web-{E89C9028-6191-58DE-BC70-7354512BE7FE}"/>
    <pc:docChg chg="">
      <pc:chgData name="Serhii Litvinov (SGLI)" userId="S::sgli@simcorp.com::13e31772-44c1-46fd-b5ca-e73152eb6195" providerId="AD" clId="Web-{E89C9028-6191-58DE-BC70-7354512BE7FE}" dt="2021-01-26T13:10:20.022" v="8"/>
      <pc:docMkLst>
        <pc:docMk/>
      </pc:docMkLst>
      <pc:sldChg chg="delCm">
        <pc:chgData name="Serhii Litvinov (SGLI)" userId="S::sgli@simcorp.com::13e31772-44c1-46fd-b5ca-e73152eb6195" providerId="AD" clId="Web-{E89C9028-6191-58DE-BC70-7354512BE7FE}" dt="2021-01-26T13:10:04.021" v="4"/>
        <pc:sldMkLst>
          <pc:docMk/>
          <pc:sldMk cId="516126929" sldId="264"/>
        </pc:sldMkLst>
      </pc:sldChg>
      <pc:sldChg chg="delCm">
        <pc:chgData name="Serhii Litvinov (SGLI)" userId="S::sgli@simcorp.com::13e31772-44c1-46fd-b5ca-e73152eb6195" providerId="AD" clId="Web-{E89C9028-6191-58DE-BC70-7354512BE7FE}" dt="2021-01-26T13:10:08.240" v="5"/>
        <pc:sldMkLst>
          <pc:docMk/>
          <pc:sldMk cId="449348749" sldId="266"/>
        </pc:sldMkLst>
      </pc:sldChg>
      <pc:sldChg chg="delCm">
        <pc:chgData name="Serhii Litvinov (SGLI)" userId="S::sgli@simcorp.com::13e31772-44c1-46fd-b5ca-e73152eb6195" providerId="AD" clId="Web-{E89C9028-6191-58DE-BC70-7354512BE7FE}" dt="2021-01-26T13:10:13.803" v="6"/>
        <pc:sldMkLst>
          <pc:docMk/>
          <pc:sldMk cId="3590179309" sldId="268"/>
        </pc:sldMkLst>
      </pc:sldChg>
      <pc:sldChg chg="delCm">
        <pc:chgData name="Serhii Litvinov (SGLI)" userId="S::sgli@simcorp.com::13e31772-44c1-46fd-b5ca-e73152eb6195" providerId="AD" clId="Web-{E89C9028-6191-58DE-BC70-7354512BE7FE}" dt="2021-01-26T13:10:16.990" v="7"/>
        <pc:sldMkLst>
          <pc:docMk/>
          <pc:sldMk cId="2604005682" sldId="269"/>
        </pc:sldMkLst>
      </pc:sldChg>
      <pc:sldChg chg="delCm">
        <pc:chgData name="Serhii Litvinov (SGLI)" userId="S::sgli@simcorp.com::13e31772-44c1-46fd-b5ca-e73152eb6195" providerId="AD" clId="Web-{E89C9028-6191-58DE-BC70-7354512BE7FE}" dt="2021-01-26T13:10:20.022" v="8"/>
        <pc:sldMkLst>
          <pc:docMk/>
          <pc:sldMk cId="635899319" sldId="270"/>
        </pc:sldMkLst>
      </pc:sldChg>
      <pc:sldChg chg="delCm">
        <pc:chgData name="Serhii Litvinov (SGLI)" userId="S::sgli@simcorp.com::13e31772-44c1-46fd-b5ca-e73152eb6195" providerId="AD" clId="Web-{E89C9028-6191-58DE-BC70-7354512BE7FE}" dt="2021-01-26T13:09:55.193" v="2"/>
        <pc:sldMkLst>
          <pc:docMk/>
          <pc:sldMk cId="2092654969" sldId="277"/>
        </pc:sldMkLst>
      </pc:sldChg>
      <pc:sldChg chg="delCm">
        <pc:chgData name="Serhii Litvinov (SGLI)" userId="S::sgli@simcorp.com::13e31772-44c1-46fd-b5ca-e73152eb6195" providerId="AD" clId="Web-{E89C9028-6191-58DE-BC70-7354512BE7FE}" dt="2021-01-26T13:09:49.896" v="1"/>
        <pc:sldMkLst>
          <pc:docMk/>
          <pc:sldMk cId="1226722147" sldId="291"/>
        </pc:sldMkLst>
      </pc:sldChg>
      <pc:sldChg chg="delCm">
        <pc:chgData name="Serhii Litvinov (SGLI)" userId="S::sgli@simcorp.com::13e31772-44c1-46fd-b5ca-e73152eb6195" providerId="AD" clId="Web-{E89C9028-6191-58DE-BC70-7354512BE7FE}" dt="2021-01-26T13:09:43.896" v="0"/>
        <pc:sldMkLst>
          <pc:docMk/>
          <pc:sldMk cId="2290537795" sldId="300"/>
        </pc:sldMkLst>
      </pc:sldChg>
      <pc:sldChg chg="delCm">
        <pc:chgData name="Serhii Litvinov (SGLI)" userId="S::sgli@simcorp.com::13e31772-44c1-46fd-b5ca-e73152eb6195" providerId="AD" clId="Web-{E89C9028-6191-58DE-BC70-7354512BE7FE}" dt="2021-01-26T13:09:59.896" v="3"/>
        <pc:sldMkLst>
          <pc:docMk/>
          <pc:sldMk cId="2748173074" sldId="303"/>
        </pc:sldMkLst>
      </pc:sldChg>
    </pc:docChg>
  </pc:docChgLst>
  <pc:docChgLst>
    <pc:chgData name="Valeriia Kobzar (VRKR)" userId="S::vrkr@simcorp.com::abeb4f95-95bb-4875-81dd-0cbce4da8295" providerId="AD" clId="Web-{525EC87D-0A91-94A8-C3AE-5639D0C23297}"/>
    <pc:docChg chg="modSld">
      <pc:chgData name="Valeriia Kobzar (VRKR)" userId="S::vrkr@simcorp.com::abeb4f95-95bb-4875-81dd-0cbce4da8295" providerId="AD" clId="Web-{525EC87D-0A91-94A8-C3AE-5639D0C23297}" dt="2021-11-05T11:41:46.373" v="1" actId="20577"/>
      <pc:docMkLst>
        <pc:docMk/>
      </pc:docMkLst>
      <pc:sldChg chg="modSp">
        <pc:chgData name="Valeriia Kobzar (VRKR)" userId="S::vrkr@simcorp.com::abeb4f95-95bb-4875-81dd-0cbce4da8295" providerId="AD" clId="Web-{525EC87D-0A91-94A8-C3AE-5639D0C23297}" dt="2021-11-05T11:41:46.373" v="1" actId="20577"/>
        <pc:sldMkLst>
          <pc:docMk/>
          <pc:sldMk cId="3760000651" sldId="257"/>
        </pc:sldMkLst>
        <pc:spChg chg="mod">
          <ac:chgData name="Valeriia Kobzar (VRKR)" userId="S::vrkr@simcorp.com::abeb4f95-95bb-4875-81dd-0cbce4da8295" providerId="AD" clId="Web-{525EC87D-0A91-94A8-C3AE-5639D0C23297}" dt="2021-11-05T11:41:46.373" v="1" actId="20577"/>
          <ac:spMkLst>
            <pc:docMk/>
            <pc:sldMk cId="3760000651" sldId="257"/>
            <ac:spMk id="5" creationId="{3F26BBC0-55E0-4EA1-B967-6CE1D18774D8}"/>
          </ac:spMkLst>
        </pc:spChg>
      </pc:sldChg>
    </pc:docChg>
  </pc:docChgLst>
  <pc:docChgLst>
    <pc:chgData name="Serhii Harmash" userId="19965dc1-3670-4089-9e09-ab6aab33a005" providerId="ADAL" clId="{7B13CF56-BE1F-4462-B3C2-6CEB63114684}"/>
    <pc:docChg chg="modSld">
      <pc:chgData name="Serhii Harmash" userId="19965dc1-3670-4089-9e09-ab6aab33a005" providerId="ADAL" clId="{7B13CF56-BE1F-4462-B3C2-6CEB63114684}" dt="2021-06-08T17:39:33.783" v="3" actId="20577"/>
      <pc:docMkLst>
        <pc:docMk/>
      </pc:docMkLst>
      <pc:sldChg chg="modSp mod">
        <pc:chgData name="Serhii Harmash" userId="19965dc1-3670-4089-9e09-ab6aab33a005" providerId="ADAL" clId="{7B13CF56-BE1F-4462-B3C2-6CEB63114684}" dt="2021-06-08T17:39:33.783" v="3" actId="20577"/>
        <pc:sldMkLst>
          <pc:docMk/>
          <pc:sldMk cId="2013328925" sldId="316"/>
        </pc:sldMkLst>
        <pc:spChg chg="mod">
          <ac:chgData name="Serhii Harmash" userId="19965dc1-3670-4089-9e09-ab6aab33a005" providerId="ADAL" clId="{7B13CF56-BE1F-4462-B3C2-6CEB63114684}" dt="2021-06-08T17:39:33.783" v="3" actId="20577"/>
          <ac:spMkLst>
            <pc:docMk/>
            <pc:sldMk cId="2013328925" sldId="316"/>
            <ac:spMk id="5" creationId="{A4E2AE50-39DE-4D1B-A301-C5B9C30670C0}"/>
          </ac:spMkLst>
        </pc:spChg>
      </pc:sldChg>
    </pc:docChg>
  </pc:docChgLst>
  <pc:docChgLst>
    <pc:chgData name="Yuliia Serhiienko (IMK)" userId="S::imk@simcorp.com::edd23dcc-9af8-4661-8842-9e32cdbf806d" providerId="AD" clId="Web-{7CD8BB79-5CBC-808E-2E58-3EF50C2C757C}"/>
    <pc:docChg chg="addSld modSld">
      <pc:chgData name="Yuliia Serhiienko (IMK)" userId="S::imk@simcorp.com::edd23dcc-9af8-4661-8842-9e32cdbf806d" providerId="AD" clId="Web-{7CD8BB79-5CBC-808E-2E58-3EF50C2C757C}" dt="2021-11-17T23:09:26.178" v="96" actId="20577"/>
      <pc:docMkLst>
        <pc:docMk/>
      </pc:docMkLst>
      <pc:sldChg chg="modSp">
        <pc:chgData name="Yuliia Serhiienko (IMK)" userId="S::imk@simcorp.com::edd23dcc-9af8-4661-8842-9e32cdbf806d" providerId="AD" clId="Web-{7CD8BB79-5CBC-808E-2E58-3EF50C2C757C}" dt="2021-11-17T22:58:19.521" v="34" actId="20577"/>
        <pc:sldMkLst>
          <pc:docMk/>
          <pc:sldMk cId="738792783" sldId="259"/>
        </pc:sldMkLst>
        <pc:spChg chg="mod">
          <ac:chgData name="Yuliia Serhiienko (IMK)" userId="S::imk@simcorp.com::edd23dcc-9af8-4661-8842-9e32cdbf806d" providerId="AD" clId="Web-{7CD8BB79-5CBC-808E-2E58-3EF50C2C757C}" dt="2021-11-17T22:58:19.521" v="34" actId="20577"/>
          <ac:spMkLst>
            <pc:docMk/>
            <pc:sldMk cId="738792783" sldId="259"/>
            <ac:spMk id="5" creationId="{67E8D471-BA5C-4AAC-A2C9-82DB42DEB307}"/>
          </ac:spMkLst>
        </pc:spChg>
      </pc:sldChg>
      <pc:sldChg chg="modSp">
        <pc:chgData name="Yuliia Serhiienko (IMK)" userId="S::imk@simcorp.com::edd23dcc-9af8-4661-8842-9e32cdbf806d" providerId="AD" clId="Web-{7CD8BB79-5CBC-808E-2E58-3EF50C2C757C}" dt="2021-11-17T22:59:49.070" v="36" actId="20577"/>
        <pc:sldMkLst>
          <pc:docMk/>
          <pc:sldMk cId="1060645490" sldId="286"/>
        </pc:sldMkLst>
        <pc:spChg chg="mod">
          <ac:chgData name="Yuliia Serhiienko (IMK)" userId="S::imk@simcorp.com::edd23dcc-9af8-4661-8842-9e32cdbf806d" providerId="AD" clId="Web-{7CD8BB79-5CBC-808E-2E58-3EF50C2C757C}" dt="2021-11-17T22:59:49.070" v="36" actId="20577"/>
          <ac:spMkLst>
            <pc:docMk/>
            <pc:sldMk cId="1060645490" sldId="286"/>
            <ac:spMk id="4" creationId="{0B348983-7DE3-45B8-8C73-7150F6443B55}"/>
          </ac:spMkLst>
        </pc:spChg>
      </pc:sldChg>
      <pc:sldChg chg="add replId">
        <pc:chgData name="Yuliia Serhiienko (IMK)" userId="S::imk@simcorp.com::edd23dcc-9af8-4661-8842-9e32cdbf806d" providerId="AD" clId="Web-{7CD8BB79-5CBC-808E-2E58-3EF50C2C757C}" dt="2021-11-17T23:01:23.276" v="37"/>
        <pc:sldMkLst>
          <pc:docMk/>
          <pc:sldMk cId="1517030871" sldId="327"/>
        </pc:sldMkLst>
      </pc:sldChg>
      <pc:sldChg chg="delSp modSp add replId">
        <pc:chgData name="Yuliia Serhiienko (IMK)" userId="S::imk@simcorp.com::edd23dcc-9af8-4661-8842-9e32cdbf806d" providerId="AD" clId="Web-{7CD8BB79-5CBC-808E-2E58-3EF50C2C757C}" dt="2021-11-17T23:09:26.178" v="96" actId="20577"/>
        <pc:sldMkLst>
          <pc:docMk/>
          <pc:sldMk cId="2689139463" sldId="328"/>
        </pc:sldMkLst>
        <pc:spChg chg="mod">
          <ac:chgData name="Yuliia Serhiienko (IMK)" userId="S::imk@simcorp.com::edd23dcc-9af8-4661-8842-9e32cdbf806d" providerId="AD" clId="Web-{7CD8BB79-5CBC-808E-2E58-3EF50C2C757C}" dt="2021-11-17T23:06:08.767" v="94" actId="20577"/>
          <ac:spMkLst>
            <pc:docMk/>
            <pc:sldMk cId="2689139463" sldId="328"/>
            <ac:spMk id="2" creationId="{234295C7-7AFA-44F6-9029-EE64FFF16020}"/>
          </ac:spMkLst>
        </pc:spChg>
        <pc:spChg chg="del mod">
          <ac:chgData name="Yuliia Serhiienko (IMK)" userId="S::imk@simcorp.com::edd23dcc-9af8-4661-8842-9e32cdbf806d" providerId="AD" clId="Web-{7CD8BB79-5CBC-808E-2E58-3EF50C2C757C}" dt="2021-11-17T23:04:17.952" v="91"/>
          <ac:spMkLst>
            <pc:docMk/>
            <pc:sldMk cId="2689139463" sldId="328"/>
            <ac:spMk id="4" creationId="{3ECA1B82-7F1F-4A87-A6F4-9A782B49EDEB}"/>
          </ac:spMkLst>
        </pc:spChg>
        <pc:spChg chg="mod">
          <ac:chgData name="Yuliia Serhiienko (IMK)" userId="S::imk@simcorp.com::edd23dcc-9af8-4661-8842-9e32cdbf806d" providerId="AD" clId="Web-{7CD8BB79-5CBC-808E-2E58-3EF50C2C757C}" dt="2021-11-17T23:09:26.178" v="96" actId="20577"/>
          <ac:spMkLst>
            <pc:docMk/>
            <pc:sldMk cId="2689139463" sldId="328"/>
            <ac:spMk id="5" creationId="{B5AAE5BD-D840-4D21-ADFD-9BB95C84791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15F988-6426-404E-92D0-4340E3F3F875}" type="doc">
      <dgm:prSet loTypeId="urn:microsoft.com/office/officeart/2005/8/layout/orgChart1" loCatId="hierarchy" qsTypeId="urn:microsoft.com/office/officeart/2005/8/quickstyle/simple1" qsCatId="simple" csTypeId="urn:microsoft.com/office/officeart/2005/8/colors/accent3_2" csCatId="accent3" phldr="1"/>
      <dgm:spPr/>
      <dgm:t>
        <a:bodyPr/>
        <a:lstStyle/>
        <a:p>
          <a:endParaRPr lang="da-DK"/>
        </a:p>
      </dgm:t>
    </dgm:pt>
    <dgm:pt modelId="{C3582FAC-43EC-4CFA-BC46-9730EBB08BA4}">
      <dgm:prSet phldrT="[Text]" custT="1"/>
      <dgm:spPr/>
      <dgm:t>
        <a:bodyPr/>
        <a:lstStyle/>
        <a:p>
          <a:r>
            <a:rPr lang="en-US" sz="1800" b="0" i="0">
              <a:effectLst/>
              <a:latin typeface="+mn-lt"/>
              <a:cs typeface="Segoe UI" panose="020B0502040204020203" pitchFamily="34" charset="0"/>
            </a:rPr>
            <a:t>2 common ways </a:t>
          </a:r>
        </a:p>
        <a:p>
          <a:r>
            <a:rPr lang="en-US" sz="1800" b="0" i="0">
              <a:effectLst/>
              <a:latin typeface="+mn-lt"/>
              <a:cs typeface="Segoe UI" panose="020B0502040204020203" pitchFamily="34" charset="0"/>
            </a:rPr>
            <a:t>to group objects</a:t>
          </a:r>
          <a:endParaRPr lang="da-DK" sz="1800"/>
        </a:p>
      </dgm:t>
    </dgm:pt>
    <dgm:pt modelId="{642780DA-35DC-4619-BF8E-2AA55ACE831A}" type="parTrans" cxnId="{9E7A6E37-C3A9-43A5-9FC5-B6CE6CA7B2E0}">
      <dgm:prSet/>
      <dgm:spPr/>
      <dgm:t>
        <a:bodyPr/>
        <a:lstStyle/>
        <a:p>
          <a:endParaRPr lang="da-DK"/>
        </a:p>
      </dgm:t>
    </dgm:pt>
    <dgm:pt modelId="{DB5FA129-5208-468F-A578-BD66F302DA8E}" type="sibTrans" cxnId="{9E7A6E37-C3A9-43A5-9FC5-B6CE6CA7B2E0}">
      <dgm:prSet/>
      <dgm:spPr/>
      <dgm:t>
        <a:bodyPr/>
        <a:lstStyle/>
        <a:p>
          <a:endParaRPr lang="da-DK"/>
        </a:p>
      </dgm:t>
    </dgm:pt>
    <dgm:pt modelId="{541D3381-50AA-4FB0-ACA1-61FFEA34B44B}">
      <dgm:prSet phldrT="[Text]" custT="1"/>
      <dgm:spPr/>
      <dgm:t>
        <a:bodyPr/>
        <a:lstStyle/>
        <a:p>
          <a:pPr>
            <a:buFont typeface="Arial" panose="020B0604020202020204" pitchFamily="34" charset="0"/>
            <a:buChar char="•"/>
          </a:pPr>
          <a:r>
            <a:rPr lang="en-US" sz="2000" b="0" i="0">
              <a:effectLst/>
              <a:latin typeface="+mn-lt"/>
              <a:cs typeface="Segoe UI" panose="020B0502040204020203" pitchFamily="34" charset="0"/>
            </a:rPr>
            <a:t>arrays </a:t>
          </a:r>
        </a:p>
        <a:p>
          <a:pPr>
            <a:buFont typeface="Arial" panose="020B0604020202020204" pitchFamily="34" charset="0"/>
            <a:buChar char="•"/>
          </a:pPr>
          <a:r>
            <a:rPr lang="en-US" sz="2000" b="0" i="0">
              <a:effectLst/>
              <a:latin typeface="+mn-lt"/>
              <a:cs typeface="Segoe UI" panose="020B0502040204020203" pitchFamily="34" charset="0"/>
            </a:rPr>
            <a:t>of objects</a:t>
          </a:r>
          <a:endParaRPr lang="da-DK" sz="2000"/>
        </a:p>
      </dgm:t>
    </dgm:pt>
    <dgm:pt modelId="{D7DBC6D0-AE27-4032-A520-75BD3CB5B356}" type="parTrans" cxnId="{4159D500-0851-4C5F-A716-B98DAAE8DBFA}">
      <dgm:prSet/>
      <dgm:spPr/>
      <dgm:t>
        <a:bodyPr/>
        <a:lstStyle/>
        <a:p>
          <a:endParaRPr lang="da-DK"/>
        </a:p>
      </dgm:t>
    </dgm:pt>
    <dgm:pt modelId="{9B113A11-B0D4-44F3-8275-4D232B36D9FC}" type="sibTrans" cxnId="{4159D500-0851-4C5F-A716-B98DAAE8DBFA}">
      <dgm:prSet/>
      <dgm:spPr/>
      <dgm:t>
        <a:bodyPr/>
        <a:lstStyle/>
        <a:p>
          <a:endParaRPr lang="da-DK"/>
        </a:p>
      </dgm:t>
    </dgm:pt>
    <dgm:pt modelId="{4B32D3FC-5687-4DF2-A805-EFDBF55240C7}">
      <dgm:prSet phldrT="[Text]" custT="1"/>
      <dgm:spPr/>
      <dgm:t>
        <a:bodyPr/>
        <a:lstStyle/>
        <a:p>
          <a:r>
            <a:rPr lang="en-US" sz="2000" b="0" i="0">
              <a:effectLst/>
              <a:latin typeface="+mn-lt"/>
              <a:cs typeface="Segoe UI" panose="020B0502040204020203" pitchFamily="34" charset="0"/>
            </a:rPr>
            <a:t>collections </a:t>
          </a:r>
        </a:p>
        <a:p>
          <a:r>
            <a:rPr lang="en-US" sz="2000" b="0" i="0">
              <a:effectLst/>
              <a:latin typeface="+mn-lt"/>
              <a:cs typeface="Segoe UI" panose="020B0502040204020203" pitchFamily="34" charset="0"/>
            </a:rPr>
            <a:t>of objects</a:t>
          </a:r>
          <a:endParaRPr lang="da-DK" sz="2000"/>
        </a:p>
      </dgm:t>
    </dgm:pt>
    <dgm:pt modelId="{BB834F70-45F9-44DE-909F-9BB399B242DF}" type="parTrans" cxnId="{B75027B4-4681-478D-9607-A40E0BE830CA}">
      <dgm:prSet/>
      <dgm:spPr/>
      <dgm:t>
        <a:bodyPr/>
        <a:lstStyle/>
        <a:p>
          <a:endParaRPr lang="da-DK"/>
        </a:p>
      </dgm:t>
    </dgm:pt>
    <dgm:pt modelId="{51D13164-4C9F-4058-9CE2-7E97ECAEF534}" type="sibTrans" cxnId="{B75027B4-4681-478D-9607-A40E0BE830CA}">
      <dgm:prSet/>
      <dgm:spPr/>
      <dgm:t>
        <a:bodyPr/>
        <a:lstStyle/>
        <a:p>
          <a:endParaRPr lang="da-DK"/>
        </a:p>
      </dgm:t>
    </dgm:pt>
    <dgm:pt modelId="{E4EBD18C-9F17-441E-BDAF-86C4ACF263AA}" type="pres">
      <dgm:prSet presAssocID="{EA15F988-6426-404E-92D0-4340E3F3F875}" presName="hierChild1" presStyleCnt="0">
        <dgm:presLayoutVars>
          <dgm:orgChart val="1"/>
          <dgm:chPref val="1"/>
          <dgm:dir/>
          <dgm:animOne val="branch"/>
          <dgm:animLvl val="lvl"/>
          <dgm:resizeHandles/>
        </dgm:presLayoutVars>
      </dgm:prSet>
      <dgm:spPr/>
    </dgm:pt>
    <dgm:pt modelId="{CB14E6C7-6F52-43A5-B6EE-5945DAB29D17}" type="pres">
      <dgm:prSet presAssocID="{C3582FAC-43EC-4CFA-BC46-9730EBB08BA4}" presName="hierRoot1" presStyleCnt="0">
        <dgm:presLayoutVars>
          <dgm:hierBranch val="init"/>
        </dgm:presLayoutVars>
      </dgm:prSet>
      <dgm:spPr/>
    </dgm:pt>
    <dgm:pt modelId="{DE9A7B63-54A4-47FD-86D9-BB23B2FB1E00}" type="pres">
      <dgm:prSet presAssocID="{C3582FAC-43EC-4CFA-BC46-9730EBB08BA4}" presName="rootComposite1" presStyleCnt="0"/>
      <dgm:spPr/>
    </dgm:pt>
    <dgm:pt modelId="{1567D449-C29D-40D8-BFB8-C28DCB64FCE7}" type="pres">
      <dgm:prSet presAssocID="{C3582FAC-43EC-4CFA-BC46-9730EBB08BA4}" presName="rootText1" presStyleLbl="node0" presStyleIdx="0" presStyleCnt="1" custScaleX="127206">
        <dgm:presLayoutVars>
          <dgm:chPref val="3"/>
        </dgm:presLayoutVars>
      </dgm:prSet>
      <dgm:spPr/>
    </dgm:pt>
    <dgm:pt modelId="{B2B4D2ED-BF4D-4763-B1EB-3F5D5E5F698D}" type="pres">
      <dgm:prSet presAssocID="{C3582FAC-43EC-4CFA-BC46-9730EBB08BA4}" presName="rootConnector1" presStyleLbl="node1" presStyleIdx="0" presStyleCnt="0"/>
      <dgm:spPr/>
    </dgm:pt>
    <dgm:pt modelId="{D4D8A9F7-7591-4408-A12D-B4814BD75B4D}" type="pres">
      <dgm:prSet presAssocID="{C3582FAC-43EC-4CFA-BC46-9730EBB08BA4}" presName="hierChild2" presStyleCnt="0"/>
      <dgm:spPr/>
    </dgm:pt>
    <dgm:pt modelId="{496B90F0-59D4-44C9-A52B-9FB8128801A6}" type="pres">
      <dgm:prSet presAssocID="{D7DBC6D0-AE27-4032-A520-75BD3CB5B356}" presName="Name37" presStyleLbl="parChTrans1D2" presStyleIdx="0" presStyleCnt="2"/>
      <dgm:spPr/>
    </dgm:pt>
    <dgm:pt modelId="{9BA725C0-F302-4FB3-B65A-170BBFC230E3}" type="pres">
      <dgm:prSet presAssocID="{541D3381-50AA-4FB0-ACA1-61FFEA34B44B}" presName="hierRoot2" presStyleCnt="0">
        <dgm:presLayoutVars>
          <dgm:hierBranch val="init"/>
        </dgm:presLayoutVars>
      </dgm:prSet>
      <dgm:spPr/>
    </dgm:pt>
    <dgm:pt modelId="{22B3700B-C52B-420C-83D6-6A379FCE7DAE}" type="pres">
      <dgm:prSet presAssocID="{541D3381-50AA-4FB0-ACA1-61FFEA34B44B}" presName="rootComposite" presStyleCnt="0"/>
      <dgm:spPr/>
    </dgm:pt>
    <dgm:pt modelId="{63775E3D-7124-4683-B86B-983E5956A482}" type="pres">
      <dgm:prSet presAssocID="{541D3381-50AA-4FB0-ACA1-61FFEA34B44B}" presName="rootText" presStyleLbl="node2" presStyleIdx="0" presStyleCnt="2">
        <dgm:presLayoutVars>
          <dgm:chPref val="3"/>
        </dgm:presLayoutVars>
      </dgm:prSet>
      <dgm:spPr/>
    </dgm:pt>
    <dgm:pt modelId="{10E47444-BD3C-462C-8D20-97E7FAE0C571}" type="pres">
      <dgm:prSet presAssocID="{541D3381-50AA-4FB0-ACA1-61FFEA34B44B}" presName="rootConnector" presStyleLbl="node2" presStyleIdx="0" presStyleCnt="2"/>
      <dgm:spPr/>
    </dgm:pt>
    <dgm:pt modelId="{3D59A225-64D9-4CC5-B40A-AD8F97435A72}" type="pres">
      <dgm:prSet presAssocID="{541D3381-50AA-4FB0-ACA1-61FFEA34B44B}" presName="hierChild4" presStyleCnt="0"/>
      <dgm:spPr/>
    </dgm:pt>
    <dgm:pt modelId="{7156DC2C-28AA-430B-A501-5E2067BC5C7E}" type="pres">
      <dgm:prSet presAssocID="{541D3381-50AA-4FB0-ACA1-61FFEA34B44B}" presName="hierChild5" presStyleCnt="0"/>
      <dgm:spPr/>
    </dgm:pt>
    <dgm:pt modelId="{FAEAADF3-0C52-450D-948A-BBA6B591C139}" type="pres">
      <dgm:prSet presAssocID="{BB834F70-45F9-44DE-909F-9BB399B242DF}" presName="Name37" presStyleLbl="parChTrans1D2" presStyleIdx="1" presStyleCnt="2"/>
      <dgm:spPr/>
    </dgm:pt>
    <dgm:pt modelId="{6B04C6B6-33C4-4C2D-8FA9-2E462CBEC5C2}" type="pres">
      <dgm:prSet presAssocID="{4B32D3FC-5687-4DF2-A805-EFDBF55240C7}" presName="hierRoot2" presStyleCnt="0">
        <dgm:presLayoutVars>
          <dgm:hierBranch val="init"/>
        </dgm:presLayoutVars>
      </dgm:prSet>
      <dgm:spPr/>
    </dgm:pt>
    <dgm:pt modelId="{DDE8FC99-D396-41B3-B8E6-255A8B2EFC45}" type="pres">
      <dgm:prSet presAssocID="{4B32D3FC-5687-4DF2-A805-EFDBF55240C7}" presName="rootComposite" presStyleCnt="0"/>
      <dgm:spPr/>
    </dgm:pt>
    <dgm:pt modelId="{19D98F3F-C914-4957-B0A6-9C4D07263F3E}" type="pres">
      <dgm:prSet presAssocID="{4B32D3FC-5687-4DF2-A805-EFDBF55240C7}" presName="rootText" presStyleLbl="node2" presStyleIdx="1" presStyleCnt="2">
        <dgm:presLayoutVars>
          <dgm:chPref val="3"/>
        </dgm:presLayoutVars>
      </dgm:prSet>
      <dgm:spPr/>
    </dgm:pt>
    <dgm:pt modelId="{E53123AD-89E5-441E-B257-CBA0D78F33E2}" type="pres">
      <dgm:prSet presAssocID="{4B32D3FC-5687-4DF2-A805-EFDBF55240C7}" presName="rootConnector" presStyleLbl="node2" presStyleIdx="1" presStyleCnt="2"/>
      <dgm:spPr/>
    </dgm:pt>
    <dgm:pt modelId="{0256F1CD-4D52-4372-A09F-AD9C1CB3013D}" type="pres">
      <dgm:prSet presAssocID="{4B32D3FC-5687-4DF2-A805-EFDBF55240C7}" presName="hierChild4" presStyleCnt="0"/>
      <dgm:spPr/>
    </dgm:pt>
    <dgm:pt modelId="{AF147308-C767-4C8A-B23A-41707B5DE776}" type="pres">
      <dgm:prSet presAssocID="{4B32D3FC-5687-4DF2-A805-EFDBF55240C7}" presName="hierChild5" presStyleCnt="0"/>
      <dgm:spPr/>
    </dgm:pt>
    <dgm:pt modelId="{C9897E54-1652-4D43-B865-04636465A60F}" type="pres">
      <dgm:prSet presAssocID="{C3582FAC-43EC-4CFA-BC46-9730EBB08BA4}" presName="hierChild3" presStyleCnt="0"/>
      <dgm:spPr/>
    </dgm:pt>
  </dgm:ptLst>
  <dgm:cxnLst>
    <dgm:cxn modelId="{4159D500-0851-4C5F-A716-B98DAAE8DBFA}" srcId="{C3582FAC-43EC-4CFA-BC46-9730EBB08BA4}" destId="{541D3381-50AA-4FB0-ACA1-61FFEA34B44B}" srcOrd="0" destOrd="0" parTransId="{D7DBC6D0-AE27-4032-A520-75BD3CB5B356}" sibTransId="{9B113A11-B0D4-44F3-8275-4D232B36D9FC}"/>
    <dgm:cxn modelId="{D7B3A11E-A169-44FA-ABCC-44F81B3B3534}" type="presOf" srcId="{4B32D3FC-5687-4DF2-A805-EFDBF55240C7}" destId="{19D98F3F-C914-4957-B0A6-9C4D07263F3E}" srcOrd="0" destOrd="0" presId="urn:microsoft.com/office/officeart/2005/8/layout/orgChart1"/>
    <dgm:cxn modelId="{7A50BF21-83FA-48CF-9A32-150BAEC8AE06}" type="presOf" srcId="{D7DBC6D0-AE27-4032-A520-75BD3CB5B356}" destId="{496B90F0-59D4-44C9-A52B-9FB8128801A6}" srcOrd="0" destOrd="0" presId="urn:microsoft.com/office/officeart/2005/8/layout/orgChart1"/>
    <dgm:cxn modelId="{7630F732-5569-4CCF-B8CE-582C30F8C0AC}" type="presOf" srcId="{541D3381-50AA-4FB0-ACA1-61FFEA34B44B}" destId="{10E47444-BD3C-462C-8D20-97E7FAE0C571}" srcOrd="1" destOrd="0" presId="urn:microsoft.com/office/officeart/2005/8/layout/orgChart1"/>
    <dgm:cxn modelId="{9E7A6E37-C3A9-43A5-9FC5-B6CE6CA7B2E0}" srcId="{EA15F988-6426-404E-92D0-4340E3F3F875}" destId="{C3582FAC-43EC-4CFA-BC46-9730EBB08BA4}" srcOrd="0" destOrd="0" parTransId="{642780DA-35DC-4619-BF8E-2AA55ACE831A}" sibTransId="{DB5FA129-5208-468F-A578-BD66F302DA8E}"/>
    <dgm:cxn modelId="{8FEB7739-239A-486E-9D54-FDACA1001040}" type="presOf" srcId="{BB834F70-45F9-44DE-909F-9BB399B242DF}" destId="{FAEAADF3-0C52-450D-948A-BBA6B591C139}" srcOrd="0" destOrd="0" presId="urn:microsoft.com/office/officeart/2005/8/layout/orgChart1"/>
    <dgm:cxn modelId="{5A7FB992-12C4-4AB4-A2D5-31A6E0F0F587}" type="presOf" srcId="{C3582FAC-43EC-4CFA-BC46-9730EBB08BA4}" destId="{B2B4D2ED-BF4D-4763-B1EB-3F5D5E5F698D}" srcOrd="1" destOrd="0" presId="urn:microsoft.com/office/officeart/2005/8/layout/orgChart1"/>
    <dgm:cxn modelId="{6A8225A3-EF19-4894-9CA2-10DF1BA44FF8}" type="presOf" srcId="{C3582FAC-43EC-4CFA-BC46-9730EBB08BA4}" destId="{1567D449-C29D-40D8-BFB8-C28DCB64FCE7}" srcOrd="0" destOrd="0" presId="urn:microsoft.com/office/officeart/2005/8/layout/orgChart1"/>
    <dgm:cxn modelId="{B75027B4-4681-478D-9607-A40E0BE830CA}" srcId="{C3582FAC-43EC-4CFA-BC46-9730EBB08BA4}" destId="{4B32D3FC-5687-4DF2-A805-EFDBF55240C7}" srcOrd="1" destOrd="0" parTransId="{BB834F70-45F9-44DE-909F-9BB399B242DF}" sibTransId="{51D13164-4C9F-4058-9CE2-7E97ECAEF534}"/>
    <dgm:cxn modelId="{F677A7BC-D9BC-4EEB-B488-6D5E74E7BE50}" type="presOf" srcId="{541D3381-50AA-4FB0-ACA1-61FFEA34B44B}" destId="{63775E3D-7124-4683-B86B-983E5956A482}" srcOrd="0" destOrd="0" presId="urn:microsoft.com/office/officeart/2005/8/layout/orgChart1"/>
    <dgm:cxn modelId="{58297ED1-080A-4F2D-A4BE-0E06FBF13CFC}" type="presOf" srcId="{EA15F988-6426-404E-92D0-4340E3F3F875}" destId="{E4EBD18C-9F17-441E-BDAF-86C4ACF263AA}" srcOrd="0" destOrd="0" presId="urn:microsoft.com/office/officeart/2005/8/layout/orgChart1"/>
    <dgm:cxn modelId="{50B5DFEF-5E20-413D-A190-DB46EB4F2B2C}" type="presOf" srcId="{4B32D3FC-5687-4DF2-A805-EFDBF55240C7}" destId="{E53123AD-89E5-441E-B257-CBA0D78F33E2}" srcOrd="1" destOrd="0" presId="urn:microsoft.com/office/officeart/2005/8/layout/orgChart1"/>
    <dgm:cxn modelId="{CEACC149-4F7C-42ED-930A-17AEF716A333}" type="presParOf" srcId="{E4EBD18C-9F17-441E-BDAF-86C4ACF263AA}" destId="{CB14E6C7-6F52-43A5-B6EE-5945DAB29D17}" srcOrd="0" destOrd="0" presId="urn:microsoft.com/office/officeart/2005/8/layout/orgChart1"/>
    <dgm:cxn modelId="{2F4C05CC-27C2-4768-85F9-2E70AC79C0D3}" type="presParOf" srcId="{CB14E6C7-6F52-43A5-B6EE-5945DAB29D17}" destId="{DE9A7B63-54A4-47FD-86D9-BB23B2FB1E00}" srcOrd="0" destOrd="0" presId="urn:microsoft.com/office/officeart/2005/8/layout/orgChart1"/>
    <dgm:cxn modelId="{AD1D635D-7F97-4A66-89D7-33E549D033ED}" type="presParOf" srcId="{DE9A7B63-54A4-47FD-86D9-BB23B2FB1E00}" destId="{1567D449-C29D-40D8-BFB8-C28DCB64FCE7}" srcOrd="0" destOrd="0" presId="urn:microsoft.com/office/officeart/2005/8/layout/orgChart1"/>
    <dgm:cxn modelId="{AD3B9BD8-5FC5-4388-A3C3-0885CC5F1BA1}" type="presParOf" srcId="{DE9A7B63-54A4-47FD-86D9-BB23B2FB1E00}" destId="{B2B4D2ED-BF4D-4763-B1EB-3F5D5E5F698D}" srcOrd="1" destOrd="0" presId="urn:microsoft.com/office/officeart/2005/8/layout/orgChart1"/>
    <dgm:cxn modelId="{02519652-AF58-4158-B2F4-5D4499262F6D}" type="presParOf" srcId="{CB14E6C7-6F52-43A5-B6EE-5945DAB29D17}" destId="{D4D8A9F7-7591-4408-A12D-B4814BD75B4D}" srcOrd="1" destOrd="0" presId="urn:microsoft.com/office/officeart/2005/8/layout/orgChart1"/>
    <dgm:cxn modelId="{4EDB325A-9C7A-46BA-90AF-9D7C2CE1AA28}" type="presParOf" srcId="{D4D8A9F7-7591-4408-A12D-B4814BD75B4D}" destId="{496B90F0-59D4-44C9-A52B-9FB8128801A6}" srcOrd="0" destOrd="0" presId="urn:microsoft.com/office/officeart/2005/8/layout/orgChart1"/>
    <dgm:cxn modelId="{37AD9146-C870-45C7-BF68-8EC0A9CC6236}" type="presParOf" srcId="{D4D8A9F7-7591-4408-A12D-B4814BD75B4D}" destId="{9BA725C0-F302-4FB3-B65A-170BBFC230E3}" srcOrd="1" destOrd="0" presId="urn:microsoft.com/office/officeart/2005/8/layout/orgChart1"/>
    <dgm:cxn modelId="{CD9F371A-E4CE-40BC-BB0A-DDD2CF4D0CE0}" type="presParOf" srcId="{9BA725C0-F302-4FB3-B65A-170BBFC230E3}" destId="{22B3700B-C52B-420C-83D6-6A379FCE7DAE}" srcOrd="0" destOrd="0" presId="urn:microsoft.com/office/officeart/2005/8/layout/orgChart1"/>
    <dgm:cxn modelId="{230BE1FF-9648-4833-B9FF-900F152BAE1B}" type="presParOf" srcId="{22B3700B-C52B-420C-83D6-6A379FCE7DAE}" destId="{63775E3D-7124-4683-B86B-983E5956A482}" srcOrd="0" destOrd="0" presId="urn:microsoft.com/office/officeart/2005/8/layout/orgChart1"/>
    <dgm:cxn modelId="{A307A3C1-68B9-4D3C-AE49-A14CCE822CED}" type="presParOf" srcId="{22B3700B-C52B-420C-83D6-6A379FCE7DAE}" destId="{10E47444-BD3C-462C-8D20-97E7FAE0C571}" srcOrd="1" destOrd="0" presId="urn:microsoft.com/office/officeart/2005/8/layout/orgChart1"/>
    <dgm:cxn modelId="{DE09915E-DA99-4819-9E89-DE84B3757177}" type="presParOf" srcId="{9BA725C0-F302-4FB3-B65A-170BBFC230E3}" destId="{3D59A225-64D9-4CC5-B40A-AD8F97435A72}" srcOrd="1" destOrd="0" presId="urn:microsoft.com/office/officeart/2005/8/layout/orgChart1"/>
    <dgm:cxn modelId="{9932F70B-E49F-49A9-9AEC-C8108350276F}" type="presParOf" srcId="{9BA725C0-F302-4FB3-B65A-170BBFC230E3}" destId="{7156DC2C-28AA-430B-A501-5E2067BC5C7E}" srcOrd="2" destOrd="0" presId="urn:microsoft.com/office/officeart/2005/8/layout/orgChart1"/>
    <dgm:cxn modelId="{EA22C26F-6152-4226-9CBF-8603CB730BE7}" type="presParOf" srcId="{D4D8A9F7-7591-4408-A12D-B4814BD75B4D}" destId="{FAEAADF3-0C52-450D-948A-BBA6B591C139}" srcOrd="2" destOrd="0" presId="urn:microsoft.com/office/officeart/2005/8/layout/orgChart1"/>
    <dgm:cxn modelId="{1ED1DAEB-F837-485B-B19C-B6B181C9B6BB}" type="presParOf" srcId="{D4D8A9F7-7591-4408-A12D-B4814BD75B4D}" destId="{6B04C6B6-33C4-4C2D-8FA9-2E462CBEC5C2}" srcOrd="3" destOrd="0" presId="urn:microsoft.com/office/officeart/2005/8/layout/orgChart1"/>
    <dgm:cxn modelId="{B735E455-535C-47E6-931F-F98C3CBF8512}" type="presParOf" srcId="{6B04C6B6-33C4-4C2D-8FA9-2E462CBEC5C2}" destId="{DDE8FC99-D396-41B3-B8E6-255A8B2EFC45}" srcOrd="0" destOrd="0" presId="urn:microsoft.com/office/officeart/2005/8/layout/orgChart1"/>
    <dgm:cxn modelId="{ADA1AFE2-F281-46DC-A09D-6DFCCB1CB108}" type="presParOf" srcId="{DDE8FC99-D396-41B3-B8E6-255A8B2EFC45}" destId="{19D98F3F-C914-4957-B0A6-9C4D07263F3E}" srcOrd="0" destOrd="0" presId="urn:microsoft.com/office/officeart/2005/8/layout/orgChart1"/>
    <dgm:cxn modelId="{5AB77A06-49D2-4E5F-9767-DE11A09729F7}" type="presParOf" srcId="{DDE8FC99-D396-41B3-B8E6-255A8B2EFC45}" destId="{E53123AD-89E5-441E-B257-CBA0D78F33E2}" srcOrd="1" destOrd="0" presId="urn:microsoft.com/office/officeart/2005/8/layout/orgChart1"/>
    <dgm:cxn modelId="{0ED720C2-DE26-4A8A-B8E7-202DD6701484}" type="presParOf" srcId="{6B04C6B6-33C4-4C2D-8FA9-2E462CBEC5C2}" destId="{0256F1CD-4D52-4372-A09F-AD9C1CB3013D}" srcOrd="1" destOrd="0" presId="urn:microsoft.com/office/officeart/2005/8/layout/orgChart1"/>
    <dgm:cxn modelId="{E149B3DF-0BDB-49F5-AB4E-054029EC24AB}" type="presParOf" srcId="{6B04C6B6-33C4-4C2D-8FA9-2E462CBEC5C2}" destId="{AF147308-C767-4C8A-B23A-41707B5DE776}" srcOrd="2" destOrd="0" presId="urn:microsoft.com/office/officeart/2005/8/layout/orgChart1"/>
    <dgm:cxn modelId="{9DBD35CB-AB69-44D2-9013-5A8B2123CA7A}" type="presParOf" srcId="{CB14E6C7-6F52-43A5-B6EE-5945DAB29D17}" destId="{C9897E54-1652-4D43-B865-04636465A60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AADF3-0C52-450D-948A-BBA6B591C139}">
      <dsp:nvSpPr>
        <dsp:cNvPr id="0" name=""/>
        <dsp:cNvSpPr/>
      </dsp:nvSpPr>
      <dsp:spPr>
        <a:xfrm>
          <a:off x="2419563" y="852214"/>
          <a:ext cx="1031046" cy="357883"/>
        </a:xfrm>
        <a:custGeom>
          <a:avLst/>
          <a:gdLst/>
          <a:ahLst/>
          <a:cxnLst/>
          <a:rect l="0" t="0" r="0" b="0"/>
          <a:pathLst>
            <a:path>
              <a:moveTo>
                <a:pt x="0" y="0"/>
              </a:moveTo>
              <a:lnTo>
                <a:pt x="0" y="178941"/>
              </a:lnTo>
              <a:lnTo>
                <a:pt x="1031046" y="178941"/>
              </a:lnTo>
              <a:lnTo>
                <a:pt x="1031046" y="357883"/>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6B90F0-59D4-44C9-A52B-9FB8128801A6}">
      <dsp:nvSpPr>
        <dsp:cNvPr id="0" name=""/>
        <dsp:cNvSpPr/>
      </dsp:nvSpPr>
      <dsp:spPr>
        <a:xfrm>
          <a:off x="1388516" y="852214"/>
          <a:ext cx="1031046" cy="357883"/>
        </a:xfrm>
        <a:custGeom>
          <a:avLst/>
          <a:gdLst/>
          <a:ahLst/>
          <a:cxnLst/>
          <a:rect l="0" t="0" r="0" b="0"/>
          <a:pathLst>
            <a:path>
              <a:moveTo>
                <a:pt x="1031046" y="0"/>
              </a:moveTo>
              <a:lnTo>
                <a:pt x="1031046" y="178941"/>
              </a:lnTo>
              <a:lnTo>
                <a:pt x="0" y="178941"/>
              </a:lnTo>
              <a:lnTo>
                <a:pt x="0" y="357883"/>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67D449-C29D-40D8-BFB8-C28DCB64FCE7}">
      <dsp:nvSpPr>
        <dsp:cNvPr id="0" name=""/>
        <dsp:cNvSpPr/>
      </dsp:nvSpPr>
      <dsp:spPr>
        <a:xfrm>
          <a:off x="1335635" y="109"/>
          <a:ext cx="2167856" cy="8521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i="0" kern="1200">
              <a:effectLst/>
              <a:latin typeface="+mn-lt"/>
              <a:cs typeface="Segoe UI" panose="020B0502040204020203" pitchFamily="34" charset="0"/>
            </a:rPr>
            <a:t>2 common ways </a:t>
          </a:r>
        </a:p>
        <a:p>
          <a:pPr marL="0" lvl="0" indent="0" algn="ctr" defTabSz="800100">
            <a:lnSpc>
              <a:spcPct val="90000"/>
            </a:lnSpc>
            <a:spcBef>
              <a:spcPct val="0"/>
            </a:spcBef>
            <a:spcAft>
              <a:spcPct val="35000"/>
            </a:spcAft>
            <a:buNone/>
          </a:pPr>
          <a:r>
            <a:rPr lang="en-US" sz="1800" b="0" i="0" kern="1200">
              <a:effectLst/>
              <a:latin typeface="+mn-lt"/>
              <a:cs typeface="Segoe UI" panose="020B0502040204020203" pitchFamily="34" charset="0"/>
            </a:rPr>
            <a:t>to group objects</a:t>
          </a:r>
          <a:endParaRPr lang="da-DK" sz="1800" kern="1200"/>
        </a:p>
      </dsp:txBody>
      <dsp:txXfrm>
        <a:off x="1335635" y="109"/>
        <a:ext cx="2167856" cy="852104"/>
      </dsp:txXfrm>
    </dsp:sp>
    <dsp:sp modelId="{63775E3D-7124-4683-B86B-983E5956A482}">
      <dsp:nvSpPr>
        <dsp:cNvPr id="0" name=""/>
        <dsp:cNvSpPr/>
      </dsp:nvSpPr>
      <dsp:spPr>
        <a:xfrm>
          <a:off x="536412" y="1210098"/>
          <a:ext cx="1704209" cy="8521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0" i="0" kern="1200">
              <a:effectLst/>
              <a:latin typeface="+mn-lt"/>
              <a:cs typeface="Segoe UI" panose="020B0502040204020203" pitchFamily="34" charset="0"/>
            </a:rPr>
            <a:t>arrays </a:t>
          </a:r>
        </a:p>
        <a:p>
          <a:pPr marL="0" lvl="0" indent="0" algn="ctr" defTabSz="889000">
            <a:lnSpc>
              <a:spcPct val="90000"/>
            </a:lnSpc>
            <a:spcBef>
              <a:spcPct val="0"/>
            </a:spcBef>
            <a:spcAft>
              <a:spcPct val="35000"/>
            </a:spcAft>
            <a:buFont typeface="Arial" panose="020B0604020202020204" pitchFamily="34" charset="0"/>
            <a:buNone/>
          </a:pPr>
          <a:r>
            <a:rPr lang="en-US" sz="2000" b="0" i="0" kern="1200">
              <a:effectLst/>
              <a:latin typeface="+mn-lt"/>
              <a:cs typeface="Segoe UI" panose="020B0502040204020203" pitchFamily="34" charset="0"/>
            </a:rPr>
            <a:t>of objects</a:t>
          </a:r>
          <a:endParaRPr lang="da-DK" sz="2000" kern="1200"/>
        </a:p>
      </dsp:txBody>
      <dsp:txXfrm>
        <a:off x="536412" y="1210098"/>
        <a:ext cx="1704209" cy="852104"/>
      </dsp:txXfrm>
    </dsp:sp>
    <dsp:sp modelId="{19D98F3F-C914-4957-B0A6-9C4D07263F3E}">
      <dsp:nvSpPr>
        <dsp:cNvPr id="0" name=""/>
        <dsp:cNvSpPr/>
      </dsp:nvSpPr>
      <dsp:spPr>
        <a:xfrm>
          <a:off x="2598505" y="1210098"/>
          <a:ext cx="1704209" cy="8521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i="0" kern="1200">
              <a:effectLst/>
              <a:latin typeface="+mn-lt"/>
              <a:cs typeface="Segoe UI" panose="020B0502040204020203" pitchFamily="34" charset="0"/>
            </a:rPr>
            <a:t>collections </a:t>
          </a:r>
        </a:p>
        <a:p>
          <a:pPr marL="0" lvl="0" indent="0" algn="ctr" defTabSz="889000">
            <a:lnSpc>
              <a:spcPct val="90000"/>
            </a:lnSpc>
            <a:spcBef>
              <a:spcPct val="0"/>
            </a:spcBef>
            <a:spcAft>
              <a:spcPct val="35000"/>
            </a:spcAft>
            <a:buNone/>
          </a:pPr>
          <a:r>
            <a:rPr lang="en-US" sz="2000" b="0" i="0" kern="1200">
              <a:effectLst/>
              <a:latin typeface="+mn-lt"/>
              <a:cs typeface="Segoe UI" panose="020B0502040204020203" pitchFamily="34" charset="0"/>
            </a:rPr>
            <a:t>of objects</a:t>
          </a:r>
          <a:endParaRPr lang="da-DK" sz="2000" kern="1200"/>
        </a:p>
      </dsp:txBody>
      <dsp:txXfrm>
        <a:off x="2598505" y="1210098"/>
        <a:ext cx="1704209" cy="85210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27-05-2022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5/27/2022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microsoft.com/en-us/dotnet/api/system.collections.generic"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docs.microsoft.com/en-us/dotnet/api/system.collections" TargetMode="External"/><Relationship Id="rId4" Type="http://schemas.openxmlformats.org/officeDocument/2006/relationships/hyperlink" Target="https://docs.microsoft.com/en-us/dotnet/api/system.collections.arraylist"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microsoft.com/en-us/dotnet/api/system.object"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microsoft.com/en-us/dotnet/api/system.collections.generic"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dotnet/api/system.array?view=netcore-3.1"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docs.microsoft.com/en-us/dotnet/api/system.collections.ilist?view=netcore-3.1" TargetMode="External"/><Relationship Id="rId4" Type="http://schemas.openxmlformats.org/officeDocument/2006/relationships/hyperlink" Target="https://docs.microsoft.com/en-us/dotnet/api/system.collections?view=netcore-3.1"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cs.microsoft.com/en-us/dotnet/api/system.collections.generic.dictionary-2?view=netcore-3.1"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s://docs.microsoft.com/en-us/dotnet/api/system.iequatable-1?view=netcore-3.1" TargetMode="External"/><Relationship Id="rId5" Type="http://schemas.openxmlformats.org/officeDocument/2006/relationships/hyperlink" Target="https://docs.microsoft.com/en-us/dotnet/api/system.collections.generic.equalitycomparer-1.default?view=netcore-3.1" TargetMode="External"/><Relationship Id="rId4" Type="http://schemas.openxmlformats.org/officeDocument/2006/relationships/hyperlink" Target="https://docs.microsoft.com/en-us/dotnet/api/system.collections.generic.iequalitycomparer-1?view=netcore-3.1"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c-sharpcorner.com/UploadFile/Ashush/delegates-in-C-Sharp/"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ocs.microsoft.com/en-us/dotnet/api/system.linq"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github.com/moq/moq4" TargetMode="External"/><Relationship Id="rId2" Type="http://schemas.openxmlformats.org/officeDocument/2006/relationships/slide" Target="../slides/slide56.xml"/><Relationship Id="rId1" Type="http://schemas.openxmlformats.org/officeDocument/2006/relationships/notesMaster" Target="../notesMasters/notesMaster1.xml"/><Relationship Id="rId4" Type="http://schemas.openxmlformats.org/officeDocument/2006/relationships/hyperlink" Target="https://structuremap.github.io/" TargetMode="Externa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microsoft.com/en-us/dotnet/api/system.idisposable" TargetMode="External"/><Relationship Id="rId2" Type="http://schemas.openxmlformats.org/officeDocument/2006/relationships/slide" Target="../slides/slide57.xml"/><Relationship Id="rId1" Type="http://schemas.openxmlformats.org/officeDocument/2006/relationships/notesMaster" Target="../notesMasters/notesMaster1.xml"/><Relationship Id="rId5" Type="http://schemas.openxmlformats.org/officeDocument/2006/relationships/hyperlink" Target="https://docs.microsoft.com/en-us/dotnet/api/system.idisposable.dispose" TargetMode="External"/><Relationship Id="rId4" Type="http://schemas.openxmlformats.org/officeDocument/2006/relationships/hyperlink" Target="https://docs.microsoft.com/en-us/dotnet/api/system.idisposable.dispose?view=netcore-3.1" TargetMode="Externa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a:t>
            </a:fld>
            <a:endParaRPr lang="en-US"/>
          </a:p>
        </p:txBody>
      </p:sp>
    </p:spTree>
    <p:extLst>
      <p:ext uri="{BB962C8B-B14F-4D97-AF65-F5344CB8AC3E}">
        <p14:creationId xmlns:p14="http://schemas.microsoft.com/office/powerpoint/2010/main" val="1744674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DEMO 1</a:t>
            </a:r>
            <a:endParaRPr lang="da-DK"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2247429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Initial state of the Console application for demo</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372001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Tx/>
              <a:buChar char="-"/>
            </a:pPr>
            <a:r>
              <a:rPr lang="en-US"/>
              <a:t>Create Employee class with single property – Name</a:t>
            </a:r>
          </a:p>
          <a:p>
            <a:pPr marL="285750" indent="-285750">
              <a:buFontTx/>
              <a:buChar char="-"/>
            </a:pPr>
            <a:r>
              <a:rPr lang="en-US"/>
              <a:t>Create new </a:t>
            </a:r>
            <a:r>
              <a:rPr lang="en-US" err="1"/>
              <a:t>PairEmployee</a:t>
            </a:r>
            <a:r>
              <a:rPr lang="en-US"/>
              <a:t> class</a:t>
            </a:r>
          </a:p>
          <a:p>
            <a:pPr marL="285750" indent="-285750">
              <a:buFontTx/>
              <a:buChar char="-"/>
            </a:pPr>
            <a:r>
              <a:rPr lang="en-US"/>
              <a:t>Use it in the main program body</a:t>
            </a:r>
          </a:p>
          <a:p>
            <a:pPr marL="285750" indent="-285750">
              <a:buFontTx/>
              <a:buChar char="-"/>
            </a:pPr>
            <a:endParaRPr lang="en-US"/>
          </a:p>
          <a:p>
            <a:pPr marL="0" indent="0">
              <a:buFontTx/>
              <a:buNone/>
            </a:pPr>
            <a:r>
              <a:rPr lang="en-US"/>
              <a:t>Logic inside Pair% classes are not type specific. Instead of duplicating class each time we could use generics instead</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1405308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Generics introduce the concept of type parameters to .NET, which make it possible to design classes and methods that defer the specification of one or more types until the class or method is declared and instantiated by client code. For example, by using a generic type parameter </a:t>
            </a:r>
            <a:r>
              <a:rPr lang="en-US"/>
              <a:t>T</a:t>
            </a:r>
            <a:r>
              <a:rPr lang="en-US" b="0" i="0">
                <a:solidFill>
                  <a:srgbClr val="171717"/>
                </a:solidFill>
                <a:effectLst/>
                <a:latin typeface="Segoe UI" panose="020B0502040204020203" pitchFamily="34" charset="0"/>
              </a:rPr>
              <a:t>, you can write a single class that other client code can use without incurring the cost or risk of runtime casts or boxing operations</a:t>
            </a:r>
            <a:r>
              <a:rPr lang="da-DK" b="0" i="0">
                <a:solidFill>
                  <a:srgbClr val="171717"/>
                </a:solidFill>
                <a:effectLst/>
                <a:latin typeface="Segoe UI" panose="020B0502040204020203" pitchFamily="34" charset="0"/>
              </a:rPr>
              <a:t>.</a:t>
            </a:r>
          </a:p>
          <a:p>
            <a:endParaRPr lang="da-DK"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Generic classes and methods combine reusability, type safety, and efficiency in a way that their non-generic counterparts cannot. Generics are most frequently used with collections and the methods that operate on them. The </a:t>
            </a:r>
            <a:r>
              <a:rPr lang="en-US" b="0" i="0" u="none" strike="noStrike" err="1">
                <a:effectLst/>
                <a:latin typeface="Segoe UI" panose="020B0502040204020203" pitchFamily="34" charset="0"/>
                <a:hlinkClick r:id="rId3"/>
              </a:rPr>
              <a:t>System.Collections.Generic</a:t>
            </a:r>
            <a:r>
              <a:rPr lang="en-US" b="0" i="0">
                <a:solidFill>
                  <a:srgbClr val="171717"/>
                </a:solidFill>
                <a:effectLst/>
                <a:latin typeface="Segoe UI" panose="020B0502040204020203" pitchFamily="34" charset="0"/>
              </a:rPr>
              <a:t> namespace contains several generic-based collection classes.</a:t>
            </a:r>
            <a:endParaRPr lang="da-DK" b="0" i="0">
              <a:solidFill>
                <a:srgbClr val="171717"/>
              </a:solidFill>
              <a:effectLst/>
              <a:latin typeface="Segoe UI" panose="020B0502040204020203" pitchFamily="34" charset="0"/>
            </a:endParaRPr>
          </a:p>
          <a:p>
            <a:endParaRPr lang="da-DK"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Of course, you can also create custom generic types and methods to provide your own generalized solutions and design patterns that are type-safe and efficient. </a:t>
            </a:r>
            <a:endParaRPr lang="da-DK" b="0" i="0">
              <a:solidFill>
                <a:srgbClr val="171717"/>
              </a:solidFill>
              <a:effectLst/>
              <a:latin typeface="Segoe UI" panose="020B0502040204020203" pitchFamily="34" charset="0"/>
            </a:endParaRPr>
          </a:p>
          <a:p>
            <a:endParaRPr lang="da-DK" b="0" i="0">
              <a:solidFill>
                <a:srgbClr val="171717"/>
              </a:solidFill>
              <a:effectLst/>
              <a:latin typeface="Segoe UI" panose="020B0502040204020203" pitchFamily="34" charset="0"/>
            </a:endParaRPr>
          </a:p>
          <a:p>
            <a:pPr algn="l"/>
            <a:r>
              <a:rPr lang="en-US" b="1" i="0">
                <a:solidFill>
                  <a:srgbClr val="171717"/>
                </a:solidFill>
                <a:effectLst/>
                <a:latin typeface="Segoe UI" panose="020B0502040204020203" pitchFamily="34" charset="0"/>
              </a:rPr>
              <a:t>Generics overview</a:t>
            </a:r>
          </a:p>
          <a:p>
            <a:pPr algn="l">
              <a:buFont typeface="Arial" panose="020B0604020202020204" pitchFamily="34" charset="0"/>
              <a:buChar char="•"/>
            </a:pPr>
            <a:r>
              <a:rPr lang="en-US" b="0" i="0">
                <a:solidFill>
                  <a:srgbClr val="171717"/>
                </a:solidFill>
                <a:effectLst/>
                <a:latin typeface="Segoe UI" panose="020B0502040204020203" pitchFamily="34" charset="0"/>
              </a:rPr>
              <a:t>Use generic types to maximize code reuse, type safety, and performance.</a:t>
            </a:r>
          </a:p>
          <a:p>
            <a:pPr algn="l">
              <a:buFont typeface="Arial" panose="020B0604020202020204" pitchFamily="34" charset="0"/>
              <a:buChar char="•"/>
            </a:pPr>
            <a:r>
              <a:rPr lang="en-US" b="0" i="0">
                <a:solidFill>
                  <a:srgbClr val="171717"/>
                </a:solidFill>
                <a:effectLst/>
                <a:latin typeface="Segoe UI" panose="020B0502040204020203" pitchFamily="34" charset="0"/>
              </a:rPr>
              <a:t>The most common use of generics is to create collection classes.</a:t>
            </a:r>
          </a:p>
          <a:p>
            <a:pPr algn="l">
              <a:buFont typeface="Arial" panose="020B0604020202020204" pitchFamily="34" charset="0"/>
              <a:buChar char="•"/>
            </a:pPr>
            <a:r>
              <a:rPr lang="en-US" b="0" i="0">
                <a:solidFill>
                  <a:srgbClr val="171717"/>
                </a:solidFill>
                <a:effectLst/>
                <a:latin typeface="Segoe UI" panose="020B0502040204020203" pitchFamily="34" charset="0"/>
              </a:rPr>
              <a:t>The .NET class library contains several generic collection classes in the </a:t>
            </a:r>
            <a:r>
              <a:rPr lang="en-US" b="0" i="0" u="none" strike="noStrike" err="1">
                <a:solidFill>
                  <a:srgbClr val="171717"/>
                </a:solidFill>
                <a:effectLst/>
                <a:latin typeface="Segoe UI" panose="020B0502040204020203" pitchFamily="34" charset="0"/>
                <a:hlinkClick r:id="rId3"/>
              </a:rPr>
              <a:t>System.Collections.Generic</a:t>
            </a:r>
            <a:r>
              <a:rPr lang="en-US" b="0" i="0">
                <a:solidFill>
                  <a:srgbClr val="171717"/>
                </a:solidFill>
                <a:effectLst/>
                <a:latin typeface="Segoe UI" panose="020B0502040204020203" pitchFamily="34" charset="0"/>
              </a:rPr>
              <a:t> namespace. These should be used whenever possible instead of classes such as </a:t>
            </a:r>
            <a:r>
              <a:rPr lang="en-US" b="0" i="0" u="none" strike="noStrike" err="1">
                <a:solidFill>
                  <a:srgbClr val="171717"/>
                </a:solidFill>
                <a:effectLst/>
                <a:latin typeface="Segoe UI" panose="020B0502040204020203" pitchFamily="34" charset="0"/>
                <a:hlinkClick r:id="rId4"/>
              </a:rPr>
              <a:t>ArrayList</a:t>
            </a:r>
            <a:r>
              <a:rPr lang="en-US" b="0" i="0">
                <a:solidFill>
                  <a:srgbClr val="171717"/>
                </a:solidFill>
                <a:effectLst/>
                <a:latin typeface="Segoe UI" panose="020B0502040204020203" pitchFamily="34" charset="0"/>
              </a:rPr>
              <a:t> in the </a:t>
            </a:r>
            <a:r>
              <a:rPr lang="en-US" b="0" i="0" u="none" strike="noStrike" err="1">
                <a:solidFill>
                  <a:srgbClr val="171717"/>
                </a:solidFill>
                <a:effectLst/>
                <a:latin typeface="Segoe UI" panose="020B0502040204020203" pitchFamily="34" charset="0"/>
                <a:hlinkClick r:id="rId5"/>
              </a:rPr>
              <a:t>System.Collections</a:t>
            </a:r>
            <a:r>
              <a:rPr lang="en-US" b="0" i="0">
                <a:solidFill>
                  <a:srgbClr val="171717"/>
                </a:solidFill>
                <a:effectLst/>
                <a:latin typeface="Segoe UI" panose="020B0502040204020203" pitchFamily="34" charset="0"/>
              </a:rPr>
              <a:t> namespace.</a:t>
            </a:r>
          </a:p>
          <a:p>
            <a:pPr algn="l">
              <a:buFont typeface="Arial" panose="020B0604020202020204" pitchFamily="34" charset="0"/>
              <a:buChar char="•"/>
            </a:pPr>
            <a:r>
              <a:rPr lang="en-US" b="0" i="0">
                <a:solidFill>
                  <a:srgbClr val="171717"/>
                </a:solidFill>
                <a:effectLst/>
                <a:latin typeface="Segoe UI" panose="020B0502040204020203" pitchFamily="34" charset="0"/>
              </a:rPr>
              <a:t>You can create your own generic interfaces, classes, methods, events, and delegates.</a:t>
            </a:r>
          </a:p>
          <a:p>
            <a:pPr algn="l">
              <a:buFont typeface="Arial" panose="020B0604020202020204" pitchFamily="34" charset="0"/>
              <a:buChar char="•"/>
            </a:pPr>
            <a:r>
              <a:rPr lang="en-US" b="0" i="0">
                <a:solidFill>
                  <a:srgbClr val="171717"/>
                </a:solidFill>
                <a:effectLst/>
                <a:latin typeface="Segoe UI" panose="020B0502040204020203" pitchFamily="34" charset="0"/>
              </a:rPr>
              <a:t>Generic classes may be constrained to enable access to methods on particular data types.</a:t>
            </a:r>
          </a:p>
          <a:p>
            <a:pPr algn="l">
              <a:buFont typeface="Arial" panose="020B0604020202020204" pitchFamily="34" charset="0"/>
              <a:buChar char="•"/>
            </a:pPr>
            <a:r>
              <a:rPr lang="en-US" b="0" i="0">
                <a:solidFill>
                  <a:srgbClr val="171717"/>
                </a:solidFill>
                <a:effectLst/>
                <a:latin typeface="Segoe UI" panose="020B0502040204020203" pitchFamily="34" charset="0"/>
              </a:rPr>
              <a:t>Information on the types that are used in a generic data type may be obtained at run-time by using reflection.</a:t>
            </a:r>
          </a:p>
          <a:p>
            <a:endParaRPr lang="en-US" b="0" i="0">
              <a:solidFill>
                <a:srgbClr val="171717"/>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2854076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dirty="0">
                <a:solidFill>
                  <a:srgbClr val="171717"/>
                </a:solidFill>
                <a:effectLst/>
                <a:latin typeface="Segoe UI" panose="020B0502040204020203" pitchFamily="34" charset="0"/>
              </a:rPr>
              <a:t>Constraints specify the capabilities and expectations of a type parameter. Without any constraints, the type argument could be any type. </a:t>
            </a:r>
          </a:p>
          <a:p>
            <a:endParaRPr lang="en-US" b="0" i="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Declaring those constraints means you can use the operations and method calls of the constraining type. If your generic class or method uses any operation on the generic members beyond simple assignment or calling any methods not supported by </a:t>
            </a:r>
            <a:r>
              <a:rPr lang="en-US" b="0" i="0" u="none" strike="noStrike" dirty="0">
                <a:effectLst/>
                <a:latin typeface="Segoe UI" panose="020B0502040204020203" pitchFamily="34" charset="0"/>
                <a:hlinkClick r:id="rId3"/>
              </a:rPr>
              <a:t>System.Object</a:t>
            </a:r>
            <a:r>
              <a:rPr lang="en-US" b="0" i="0" dirty="0">
                <a:solidFill>
                  <a:srgbClr val="171717"/>
                </a:solidFill>
                <a:effectLst/>
                <a:latin typeface="Segoe UI" panose="020B0502040204020203" pitchFamily="34" charset="0"/>
              </a:rPr>
              <a:t>, you'll have to apply constraints to the type parameter. </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1173706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Tx/>
              <a:buChar char="-"/>
            </a:pPr>
            <a:r>
              <a:rPr lang="en-US" dirty="0"/>
              <a:t>Create </a:t>
            </a:r>
            <a:r>
              <a:rPr lang="en-US" dirty="0" err="1"/>
              <a:t>GenericPair</a:t>
            </a:r>
            <a:r>
              <a:rPr lang="en-US" dirty="0"/>
              <a:t> class</a:t>
            </a:r>
          </a:p>
          <a:p>
            <a:pPr marL="285750" indent="-285750">
              <a:buFontTx/>
              <a:buChar char="-"/>
            </a:pPr>
            <a:r>
              <a:rPr lang="en-US" dirty="0"/>
              <a:t>Replace all other Pair% classes with it and delete them</a:t>
            </a:r>
          </a:p>
          <a:p>
            <a:pPr marL="285750" indent="-285750">
              <a:buFontTx/>
              <a:buChar char="-"/>
            </a:pPr>
            <a:endParaRPr lang="en-US"/>
          </a:p>
          <a:p>
            <a:pPr marL="0" indent="0">
              <a:buFontTx/>
              <a:buNone/>
            </a:pPr>
            <a:r>
              <a:rPr lang="en-US" dirty="0"/>
              <a:t>With generic classes its possible to reuse some not type specific code</a:t>
            </a:r>
          </a:p>
          <a:p>
            <a:pPr marL="0" indent="0">
              <a:buFontTx/>
              <a:buNone/>
            </a:pPr>
            <a:endParaRPr lang="en-US"/>
          </a:p>
          <a:p>
            <a:pPr algn="l">
              <a:buFont typeface="Arial" panose="020B0604020202020204" pitchFamily="34" charset="0"/>
              <a:buChar char="•"/>
            </a:pPr>
            <a:endParaRPr lang="en-US" b="0" i="0">
              <a:solidFill>
                <a:srgbClr val="171717"/>
              </a:solidFill>
              <a:effectLst/>
              <a:latin typeface="Segoe UI" panose="020B0502040204020203" pitchFamily="34" charset="0"/>
            </a:endParaRPr>
          </a:p>
          <a:p>
            <a:pPr algn="l">
              <a:buFont typeface="Arial" panose="020B0604020202020204" pitchFamily="34" charset="0"/>
              <a:buNone/>
            </a:pPr>
            <a:r>
              <a:rPr lang="en-US" b="1" i="0" dirty="0">
                <a:solidFill>
                  <a:srgbClr val="171717"/>
                </a:solidFill>
                <a:effectLst/>
                <a:latin typeface="Segoe UI" panose="020B0502040204020203" pitchFamily="34" charset="0"/>
              </a:rPr>
              <a:t>DEMO 2</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8</a:t>
            </a:fld>
            <a:endParaRPr lang="en-US"/>
          </a:p>
        </p:txBody>
      </p:sp>
    </p:spTree>
    <p:extLst>
      <p:ext uri="{BB962C8B-B14F-4D97-AF65-F5344CB8AC3E}">
        <p14:creationId xmlns:p14="http://schemas.microsoft.com/office/powerpoint/2010/main" val="3370456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9</a:t>
            </a:fld>
            <a:endParaRPr lang="en-US"/>
          </a:p>
        </p:txBody>
      </p:sp>
    </p:spTree>
    <p:extLst>
      <p:ext uri="{BB962C8B-B14F-4D97-AF65-F5344CB8AC3E}">
        <p14:creationId xmlns:p14="http://schemas.microsoft.com/office/powerpoint/2010/main" val="551970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10</a:t>
            </a:fld>
            <a:endParaRPr lang="en-US"/>
          </a:p>
        </p:txBody>
      </p:sp>
    </p:spTree>
    <p:extLst>
      <p:ext uri="{BB962C8B-B14F-4D97-AF65-F5344CB8AC3E}">
        <p14:creationId xmlns:p14="http://schemas.microsoft.com/office/powerpoint/2010/main" val="2843352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 collection is a class, so you must declare an instance of the class before you can add elements to that collection.</a:t>
            </a:r>
          </a:p>
          <a:p>
            <a:pPr algn="l"/>
            <a:r>
              <a:rPr lang="en-US" b="0" i="0">
                <a:solidFill>
                  <a:srgbClr val="171717"/>
                </a:solidFill>
                <a:effectLst/>
                <a:latin typeface="Segoe UI" panose="020B0502040204020203" pitchFamily="34" charset="0"/>
              </a:rPr>
              <a:t>If your collection contains elements of only one data type, you can use one of the </a:t>
            </a:r>
            <a:r>
              <a:rPr lang="en-US" sz="1600" b="0" i="0" kern="1200">
                <a:solidFill>
                  <a:srgbClr val="171717"/>
                </a:solidFill>
                <a:effectLst/>
                <a:latin typeface="Segoe UI" panose="020B0502040204020203" pitchFamily="34" charset="0"/>
                <a:ea typeface="ＭＳ Ｐゴシック" charset="0"/>
              </a:rPr>
              <a:t>classes in the </a:t>
            </a:r>
            <a:r>
              <a:rPr lang="en-US" sz="1600" b="0" i="0" kern="1200" err="1">
                <a:solidFill>
                  <a:srgbClr val="171717"/>
                </a:solidFill>
                <a:effectLst/>
                <a:latin typeface="Segoe UI" panose="020B0502040204020203" pitchFamily="34" charset="0"/>
                <a:ea typeface="ＭＳ Ｐゴシック" charset="0"/>
                <a:hlinkClick r:id="rId3">
                  <a:extLst>
                    <a:ext uri="{A12FA001-AC4F-418D-AE19-62706E023703}">
                      <ahyp:hlinkClr xmlns:ahyp="http://schemas.microsoft.com/office/drawing/2018/hyperlinkcolor" val="tx"/>
                    </a:ext>
                  </a:extLst>
                </a:hlinkClick>
              </a:rPr>
              <a:t>System.Collections.Generic</a:t>
            </a:r>
            <a:r>
              <a:rPr lang="en-US" sz="1600" b="0" i="0" kern="1200">
                <a:solidFill>
                  <a:srgbClr val="171717"/>
                </a:solidFill>
                <a:effectLst/>
                <a:latin typeface="Segoe UI" panose="020B0502040204020203" pitchFamily="34" charset="0"/>
                <a:ea typeface="ＭＳ Ｐゴシック" charset="0"/>
              </a:rPr>
              <a:t> namespace</a:t>
            </a:r>
            <a:r>
              <a:rPr lang="en-US" b="0" i="0">
                <a:solidFill>
                  <a:srgbClr val="171717"/>
                </a:solidFill>
                <a:effectLst/>
                <a:latin typeface="Segoe UI" panose="020B0502040204020203" pitchFamily="34" charset="0"/>
              </a:rPr>
              <a:t>. A generic collection enforces type safety so that no other data type can be added to it. When you retrieve an element from a generic collection, you do not have to determine its data type or convert it.</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11</a:t>
            </a:fld>
            <a:endParaRPr lang="en-US"/>
          </a:p>
        </p:txBody>
      </p:sp>
    </p:spTree>
    <p:extLst>
      <p:ext uri="{BB962C8B-B14F-4D97-AF65-F5344CB8AC3E}">
        <p14:creationId xmlns:p14="http://schemas.microsoft.com/office/powerpoint/2010/main" val="1757883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In general, you should use generic collections. The following table describes some common collection scenarios, and the collection classes you can use for those scenarios. </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12</a:t>
            </a:fld>
            <a:endParaRPr lang="en-US"/>
          </a:p>
        </p:txBody>
      </p:sp>
    </p:spTree>
    <p:extLst>
      <p:ext uri="{BB962C8B-B14F-4D97-AF65-F5344CB8AC3E}">
        <p14:creationId xmlns:p14="http://schemas.microsoft.com/office/powerpoint/2010/main" val="2103087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kern="1200">
                <a:solidFill>
                  <a:srgbClr val="171717"/>
                </a:solidFill>
                <a:effectLst/>
                <a:latin typeface="Segoe UI" panose="020B0502040204020203" pitchFamily="34" charset="0"/>
                <a:ea typeface="ＭＳ Ｐゴシック" charset="0"/>
              </a:rPr>
              <a:t>Provides methods for creating, manipulating, searching, and sorting arrays, thereby serving as the base class for all arrays in the common language runtime.</a:t>
            </a:r>
          </a:p>
          <a:p>
            <a:pPr algn="l"/>
            <a:r>
              <a:rPr lang="en-US" sz="1600" b="0" i="0" kern="1200">
                <a:solidFill>
                  <a:srgbClr val="171717"/>
                </a:solidFill>
                <a:effectLst/>
                <a:latin typeface="Segoe UI" panose="020B0502040204020203" pitchFamily="34" charset="0"/>
                <a:ea typeface="ＭＳ Ｐゴシック" charset="0"/>
              </a:rPr>
              <a:t>The </a:t>
            </a:r>
            <a:r>
              <a:rPr lang="en-US" sz="1600" b="0" i="0" kern="1200">
                <a:solidFill>
                  <a:srgbClr val="171717"/>
                </a:solidFill>
                <a:effectLst/>
                <a:latin typeface="Segoe UI" panose="020B0502040204020203" pitchFamily="34" charset="0"/>
                <a:ea typeface="ＭＳ Ｐゴシック" charset="0"/>
                <a:hlinkClick r:id="rId3">
                  <a:extLst>
                    <a:ext uri="{A12FA001-AC4F-418D-AE19-62706E023703}">
                      <ahyp:hlinkClr xmlns:ahyp="http://schemas.microsoft.com/office/drawing/2018/hyperlinkcolor" val="tx"/>
                    </a:ext>
                  </a:extLst>
                </a:hlinkClick>
              </a:rPr>
              <a:t>Array</a:t>
            </a:r>
            <a:r>
              <a:rPr lang="en-US" sz="1600" b="0" i="0" kern="1200">
                <a:solidFill>
                  <a:srgbClr val="171717"/>
                </a:solidFill>
                <a:effectLst/>
                <a:latin typeface="Segoe UI" panose="020B0502040204020203" pitchFamily="34" charset="0"/>
                <a:ea typeface="ＭＳ Ｐゴシック" charset="0"/>
              </a:rPr>
              <a:t> class is not part of the </a:t>
            </a:r>
            <a:r>
              <a:rPr lang="en-US" sz="1600" b="0" i="0" kern="1200" err="1">
                <a:solidFill>
                  <a:srgbClr val="171717"/>
                </a:solidFill>
                <a:effectLst/>
                <a:latin typeface="Segoe UI" panose="020B0502040204020203" pitchFamily="34" charset="0"/>
                <a:ea typeface="ＭＳ Ｐゴシック" charset="0"/>
                <a:hlinkClick r:id="rId4">
                  <a:extLst>
                    <a:ext uri="{A12FA001-AC4F-418D-AE19-62706E023703}">
                      <ahyp:hlinkClr xmlns:ahyp="http://schemas.microsoft.com/office/drawing/2018/hyperlinkcolor" val="tx"/>
                    </a:ext>
                  </a:extLst>
                </a:hlinkClick>
              </a:rPr>
              <a:t>System.Collections</a:t>
            </a:r>
            <a:r>
              <a:rPr lang="en-US" sz="1600" b="0" i="0" kern="1200">
                <a:solidFill>
                  <a:srgbClr val="171717"/>
                </a:solidFill>
                <a:effectLst/>
                <a:latin typeface="Segoe UI" panose="020B0502040204020203" pitchFamily="34" charset="0"/>
                <a:ea typeface="ＭＳ Ｐゴシック" charset="0"/>
              </a:rPr>
              <a:t> namespaces. However, it is still considered a collection because it is based on the </a:t>
            </a:r>
            <a:r>
              <a:rPr lang="en-US" sz="1600" b="0" i="0" kern="1200" err="1">
                <a:solidFill>
                  <a:srgbClr val="171717"/>
                </a:solidFill>
                <a:effectLst/>
                <a:latin typeface="Segoe UI" panose="020B0502040204020203" pitchFamily="34" charset="0"/>
                <a:ea typeface="ＭＳ Ｐゴシック" charset="0"/>
                <a:hlinkClick r:id="rId5">
                  <a:extLst>
                    <a:ext uri="{A12FA001-AC4F-418D-AE19-62706E023703}">
                      <ahyp:hlinkClr xmlns:ahyp="http://schemas.microsoft.com/office/drawing/2018/hyperlinkcolor" val="tx"/>
                    </a:ext>
                  </a:extLst>
                </a:hlinkClick>
              </a:rPr>
              <a:t>IList</a:t>
            </a:r>
            <a:r>
              <a:rPr lang="en-US" sz="1600" b="0" i="0" kern="1200">
                <a:solidFill>
                  <a:srgbClr val="171717"/>
                </a:solidFill>
                <a:effectLst/>
                <a:latin typeface="Segoe UI" panose="020B0502040204020203" pitchFamily="34" charset="0"/>
                <a:ea typeface="ＭＳ Ｐゴシック" charset="0"/>
              </a:rPr>
              <a:t> interface.</a:t>
            </a:r>
          </a:p>
          <a:p>
            <a:pPr algn="l"/>
            <a:r>
              <a:rPr lang="en-US" sz="1600" b="0" i="0" kern="1200">
                <a:solidFill>
                  <a:srgbClr val="171717"/>
                </a:solidFill>
                <a:effectLst/>
                <a:latin typeface="Segoe UI" panose="020B0502040204020203" pitchFamily="34" charset="0"/>
                <a:ea typeface="ＭＳ Ｐゴシック" charset="0"/>
              </a:rPr>
              <a:t>The </a:t>
            </a:r>
            <a:r>
              <a:rPr lang="en-US" sz="1600" b="0" i="0" kern="1200">
                <a:solidFill>
                  <a:srgbClr val="171717"/>
                </a:solidFill>
                <a:effectLst/>
                <a:latin typeface="Segoe UI" panose="020B0502040204020203" pitchFamily="34" charset="0"/>
                <a:ea typeface="ＭＳ Ｐゴシック" charset="0"/>
                <a:hlinkClick r:id="rId3">
                  <a:extLst>
                    <a:ext uri="{A12FA001-AC4F-418D-AE19-62706E023703}">
                      <ahyp:hlinkClr xmlns:ahyp="http://schemas.microsoft.com/office/drawing/2018/hyperlinkcolor" val="tx"/>
                    </a:ext>
                  </a:extLst>
                </a:hlinkClick>
              </a:rPr>
              <a:t>Array</a:t>
            </a:r>
            <a:r>
              <a:rPr lang="en-US" sz="1600" b="0" i="0" kern="1200">
                <a:solidFill>
                  <a:srgbClr val="171717"/>
                </a:solidFill>
                <a:effectLst/>
                <a:latin typeface="Segoe UI" panose="020B0502040204020203" pitchFamily="34" charset="0"/>
                <a:ea typeface="ＭＳ Ｐゴシック" charset="0"/>
              </a:rPr>
              <a:t> class is the base class for language implementations that support arrays. However, only the system and compilers can derive explicitly from the </a:t>
            </a:r>
            <a:r>
              <a:rPr lang="en-US" sz="1600" b="0" i="0" kern="1200">
                <a:solidFill>
                  <a:srgbClr val="171717"/>
                </a:solidFill>
                <a:effectLst/>
                <a:latin typeface="Segoe UI" panose="020B0502040204020203" pitchFamily="34" charset="0"/>
                <a:ea typeface="ＭＳ Ｐゴシック" charset="0"/>
                <a:hlinkClick r:id="rId3">
                  <a:extLst>
                    <a:ext uri="{A12FA001-AC4F-418D-AE19-62706E023703}">
                      <ahyp:hlinkClr xmlns:ahyp="http://schemas.microsoft.com/office/drawing/2018/hyperlinkcolor" val="tx"/>
                    </a:ext>
                  </a:extLst>
                </a:hlinkClick>
              </a:rPr>
              <a:t>Array</a:t>
            </a:r>
            <a:r>
              <a:rPr lang="en-US" sz="1600" b="0" i="0" kern="1200">
                <a:solidFill>
                  <a:srgbClr val="171717"/>
                </a:solidFill>
                <a:effectLst/>
                <a:latin typeface="Segoe UI" panose="020B0502040204020203" pitchFamily="34" charset="0"/>
                <a:ea typeface="ＭＳ Ｐゴシック" charset="0"/>
              </a:rPr>
              <a:t> class. Users should employ the array constructs provided by the language.</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4019566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Q: Could this table be considered as an array?</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14</a:t>
            </a:fld>
            <a:endParaRPr lang="en-US"/>
          </a:p>
        </p:txBody>
      </p:sp>
    </p:spTree>
    <p:extLst>
      <p:ext uri="{BB962C8B-B14F-4D97-AF65-F5344CB8AC3E}">
        <p14:creationId xmlns:p14="http://schemas.microsoft.com/office/powerpoint/2010/main" val="3162264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20</a:t>
            </a:fld>
            <a:endParaRPr lang="en-US"/>
          </a:p>
        </p:txBody>
      </p:sp>
    </p:spTree>
    <p:extLst>
      <p:ext uri="{BB962C8B-B14F-4D97-AF65-F5344CB8AC3E}">
        <p14:creationId xmlns:p14="http://schemas.microsoft.com/office/powerpoint/2010/main" val="4027486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https://www.codeproject.com/Articles/598866/KnowplusThyplus-NETplusDictionaries</a:t>
            </a:r>
            <a:br>
              <a:rPr lang="en-US"/>
            </a:br>
            <a:r>
              <a:rPr lang="en-US" b="0" i="0">
                <a:solidFill>
                  <a:srgbClr val="111111"/>
                </a:solidFill>
                <a:effectLst/>
                <a:latin typeface="Segoe UI" panose="020B0502040204020203" pitchFamily="34" charset="0"/>
              </a:rPr>
              <a:t>A dictionary is a data structure which provides a one-way association between two object instances, or put more simply, it allows you to say that for one specific thing you want to be able to get another specific thing</a:t>
            </a:r>
            <a:br>
              <a:rPr lang="en-US" b="0" i="0">
                <a:solidFill>
                  <a:srgbClr val="111111"/>
                </a:solidFill>
                <a:effectLst/>
                <a:latin typeface="Segoe UI" panose="020B0502040204020203" pitchFamily="34" charset="0"/>
              </a:rPr>
            </a:br>
            <a:endParaRPr lang="en-US" b="0" i="0">
              <a:solidFill>
                <a:srgbClr val="111111"/>
              </a:solidFill>
              <a:effectLst/>
              <a:latin typeface="Segoe UI" panose="020B0502040204020203" pitchFamily="34" charset="0"/>
            </a:endParaRPr>
          </a:p>
          <a:p>
            <a:pPr algn="l"/>
            <a:r>
              <a:rPr lang="en-US" b="0" i="0">
                <a:solidFill>
                  <a:srgbClr val="111111"/>
                </a:solidFill>
                <a:effectLst/>
                <a:latin typeface="Segoe UI" panose="020B0502040204020203" pitchFamily="34" charset="0"/>
              </a:rPr>
              <a:t>The thing we’re mapping from is called the </a:t>
            </a:r>
            <a:r>
              <a:rPr lang="en-US" b="0" i="1">
                <a:solidFill>
                  <a:srgbClr val="111111"/>
                </a:solidFill>
                <a:effectLst/>
                <a:latin typeface="Segoe UI" panose="020B0502040204020203" pitchFamily="34" charset="0"/>
              </a:rPr>
              <a:t>Key</a:t>
            </a:r>
            <a:r>
              <a:rPr lang="en-US" b="0" i="0">
                <a:solidFill>
                  <a:srgbClr val="111111"/>
                </a:solidFill>
                <a:effectLst/>
                <a:latin typeface="Segoe UI" panose="020B0502040204020203" pitchFamily="34" charset="0"/>
              </a:rPr>
              <a:t> and the thing it maps to the </a:t>
            </a:r>
            <a:r>
              <a:rPr lang="en-US" b="0" i="1">
                <a:solidFill>
                  <a:srgbClr val="111111"/>
                </a:solidFill>
                <a:effectLst/>
                <a:latin typeface="Segoe UI" panose="020B0502040204020203" pitchFamily="34" charset="0"/>
              </a:rPr>
              <a:t>Value</a:t>
            </a:r>
            <a:r>
              <a:rPr lang="en-US" b="0" i="0">
                <a:solidFill>
                  <a:srgbClr val="111111"/>
                </a:solidFill>
                <a:effectLst/>
                <a:latin typeface="Segoe UI" panose="020B0502040204020203" pitchFamily="34" charset="0"/>
              </a:rPr>
              <a:t>. Most dictionaries use a hash table algorithm under the covers. For these, the value can be anything but keys must do two things:</a:t>
            </a:r>
          </a:p>
          <a:p>
            <a:pPr algn="l">
              <a:buFont typeface="Arial" panose="020B0604020202020204" pitchFamily="34" charset="0"/>
              <a:buChar char="•"/>
            </a:pPr>
            <a:r>
              <a:rPr lang="en-US" b="0" i="0">
                <a:solidFill>
                  <a:srgbClr val="111111"/>
                </a:solidFill>
                <a:effectLst/>
                <a:latin typeface="Segoe UI" panose="020B0502040204020203" pitchFamily="34" charset="0"/>
              </a:rPr>
              <a:t>Provide an </a:t>
            </a:r>
            <a:r>
              <a:rPr lang="en-US" b="0" i="1">
                <a:solidFill>
                  <a:srgbClr val="111111"/>
                </a:solidFill>
                <a:effectLst/>
                <a:latin typeface="Segoe UI" panose="020B0502040204020203" pitchFamily="34" charset="0"/>
              </a:rPr>
              <a:t>equality</a:t>
            </a:r>
            <a:r>
              <a:rPr lang="en-US" b="0" i="0">
                <a:solidFill>
                  <a:srgbClr val="111111"/>
                </a:solidFill>
                <a:effectLst/>
                <a:latin typeface="Segoe UI" panose="020B0502040204020203" pitchFamily="34" charset="0"/>
              </a:rPr>
              <a:t> method, a way in which we can tell if two objects are the same thing. For people, we might say that if two instances share the same first name, last name and date of birth, we consider them as representing the same real person. Better yet, we could compare National Insurance numbers (or Social Security numbers if you prefer) or a database identifier if we have one as these already have the concept of uniqueness ingrained in them.</a:t>
            </a:r>
          </a:p>
          <a:p>
            <a:pPr algn="l">
              <a:buFont typeface="Arial" panose="020B0604020202020204" pitchFamily="34" charset="0"/>
              <a:buChar char="•"/>
            </a:pPr>
            <a:r>
              <a:rPr lang="en-US" b="0" i="0">
                <a:solidFill>
                  <a:srgbClr val="111111"/>
                </a:solidFill>
                <a:effectLst/>
                <a:latin typeface="Segoe UI" panose="020B0502040204020203" pitchFamily="34" charset="0"/>
              </a:rPr>
              <a:t>Provide a </a:t>
            </a:r>
            <a:r>
              <a:rPr lang="en-US" b="0" i="1">
                <a:solidFill>
                  <a:srgbClr val="111111"/>
                </a:solidFill>
                <a:effectLst/>
                <a:latin typeface="Segoe UI" panose="020B0502040204020203" pitchFamily="34" charset="0"/>
              </a:rPr>
              <a:t>hash code</a:t>
            </a:r>
            <a:r>
              <a:rPr lang="en-US" b="0" i="0">
                <a:solidFill>
                  <a:srgbClr val="111111"/>
                </a:solidFill>
                <a:effectLst/>
                <a:latin typeface="Segoe UI" panose="020B0502040204020203" pitchFamily="34" charset="0"/>
              </a:rPr>
              <a:t> based upon the fields we’ve identified as defining uniqueness, i.e., the same fields we used for equality. A hash code in the case of a .NET dictionary is simply a single integer number. That’s single as in just one, not 16 bits.</a:t>
            </a:r>
          </a:p>
          <a:p>
            <a:pPr algn="l">
              <a:buFont typeface="Arial" panose="020B0604020202020204" pitchFamily="34" charset="0"/>
              <a:buChar char="•"/>
            </a:pPr>
            <a:endParaRPr lang="en-US" b="0" i="0">
              <a:solidFill>
                <a:srgbClr val="111111"/>
              </a:solidFill>
              <a:effectLst/>
              <a:latin typeface="Segoe UI" panose="020B0502040204020203" pitchFamily="34" charset="0"/>
            </a:endParaRPr>
          </a:p>
          <a:p>
            <a:pPr algn="l">
              <a:buFont typeface="Arial" panose="020B0604020202020204" pitchFamily="34" charset="0"/>
              <a:buChar char="•"/>
            </a:pPr>
            <a:r>
              <a:rPr lang="en-US" b="0" i="0">
                <a:solidFill>
                  <a:srgbClr val="111111"/>
                </a:solidFill>
                <a:effectLst/>
                <a:latin typeface="Segoe UI" panose="020B0502040204020203" pitchFamily="34" charset="0"/>
              </a:rPr>
              <a:t>In essence, a hash table works by having a set of buckets (typically) slightly larger in quantity than the number of items. Each key/value pair is placed in a bucket and it uses the hash code of the key to determine which bucket that is (or would be). Depending on implementation buckets can hold one key/value pair or more than one.</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25</a:t>
            </a:fld>
            <a:endParaRPr lang="en-US"/>
          </a:p>
        </p:txBody>
      </p:sp>
    </p:spTree>
    <p:extLst>
      <p:ext uri="{BB962C8B-B14F-4D97-AF65-F5344CB8AC3E}">
        <p14:creationId xmlns:p14="http://schemas.microsoft.com/office/powerpoint/2010/main" val="349070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The </a:t>
            </a:r>
            <a:r>
              <a:rPr lang="en-US" b="0" i="0" u="none" strike="noStrike">
                <a:effectLst/>
                <a:latin typeface="Segoe UI" panose="020B0502040204020203" pitchFamily="34" charset="0"/>
                <a:hlinkClick r:id="rId3"/>
              </a:rPr>
              <a:t>Dictionary&lt;</a:t>
            </a:r>
            <a:r>
              <a:rPr lang="en-US" b="0" i="0" u="none" strike="noStrike" err="1">
                <a:effectLst/>
                <a:latin typeface="Segoe UI" panose="020B0502040204020203" pitchFamily="34" charset="0"/>
                <a:hlinkClick r:id="rId3"/>
              </a:rPr>
              <a:t>TKey,TValue</a:t>
            </a:r>
            <a:r>
              <a:rPr lang="en-US" b="0" i="0" u="none" strike="noStrike">
                <a:effectLst/>
                <a:latin typeface="Segoe UI" panose="020B0502040204020203" pitchFamily="34" charset="0"/>
                <a:hlinkClick r:id="rId3"/>
              </a:rPr>
              <a:t>&gt;</a:t>
            </a:r>
            <a:r>
              <a:rPr lang="en-US" b="0" i="0">
                <a:solidFill>
                  <a:srgbClr val="171717"/>
                </a:solidFill>
                <a:effectLst/>
                <a:latin typeface="Segoe UI" panose="020B0502040204020203" pitchFamily="34" charset="0"/>
              </a:rPr>
              <a:t> generic class provides a mapping from a set of keys to a set of values. Each addition to the dictionary consists of a value and its associated key. Retrieving a value by using its key is very fast, close to O(1), because the </a:t>
            </a:r>
            <a:r>
              <a:rPr lang="en-US" b="0" i="0" u="none" strike="noStrike">
                <a:effectLst/>
                <a:latin typeface="Segoe UI" panose="020B0502040204020203" pitchFamily="34" charset="0"/>
                <a:hlinkClick r:id="rId3"/>
              </a:rPr>
              <a:t>Dictionary&lt;</a:t>
            </a:r>
            <a:r>
              <a:rPr lang="en-US" b="0" i="0" u="none" strike="noStrike" err="1">
                <a:effectLst/>
                <a:latin typeface="Segoe UI" panose="020B0502040204020203" pitchFamily="34" charset="0"/>
                <a:hlinkClick r:id="rId3"/>
              </a:rPr>
              <a:t>TKey,TValue</a:t>
            </a:r>
            <a:r>
              <a:rPr lang="en-US" b="0" i="0" u="none" strike="noStrike">
                <a:effectLst/>
                <a:latin typeface="Segoe UI" panose="020B0502040204020203" pitchFamily="34" charset="0"/>
                <a:hlinkClick r:id="rId3"/>
              </a:rPr>
              <a:t>&gt;</a:t>
            </a:r>
            <a:r>
              <a:rPr lang="en-US" b="0" i="0">
                <a:solidFill>
                  <a:srgbClr val="171717"/>
                </a:solidFill>
                <a:effectLst/>
                <a:latin typeface="Segoe UI" panose="020B0502040204020203" pitchFamily="34" charset="0"/>
              </a:rPr>
              <a:t> class is implemented as a hash table.</a:t>
            </a:r>
          </a:p>
          <a:p>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As long as an object is used as a key in the </a:t>
            </a:r>
            <a:r>
              <a:rPr lang="en-US" b="0" i="0" u="none" strike="noStrike">
                <a:solidFill>
                  <a:srgbClr val="171717"/>
                </a:solidFill>
                <a:effectLst/>
                <a:latin typeface="Segoe UI" panose="020B0502040204020203" pitchFamily="34" charset="0"/>
                <a:hlinkClick r:id="rId3"/>
              </a:rPr>
              <a:t>Dictionary&lt;</a:t>
            </a:r>
            <a:r>
              <a:rPr lang="en-US" b="0" i="0" u="none" strike="noStrike" err="1">
                <a:solidFill>
                  <a:srgbClr val="171717"/>
                </a:solidFill>
                <a:effectLst/>
                <a:latin typeface="Segoe UI" panose="020B0502040204020203" pitchFamily="34" charset="0"/>
                <a:hlinkClick r:id="rId3"/>
              </a:rPr>
              <a:t>TKey,TValue</a:t>
            </a:r>
            <a:r>
              <a:rPr lang="en-US" b="0" i="0" u="none" strike="noStrike">
                <a:solidFill>
                  <a:srgbClr val="171717"/>
                </a:solidFill>
                <a:effectLst/>
                <a:latin typeface="Segoe UI" panose="020B0502040204020203" pitchFamily="34" charset="0"/>
                <a:hlinkClick r:id="rId3"/>
              </a:rPr>
              <a:t>&gt;</a:t>
            </a:r>
            <a:r>
              <a:rPr lang="en-US" b="0" i="0">
                <a:solidFill>
                  <a:srgbClr val="171717"/>
                </a:solidFill>
                <a:effectLst/>
                <a:latin typeface="Segoe UI" panose="020B0502040204020203" pitchFamily="34" charset="0"/>
              </a:rPr>
              <a:t>, it must not change in any way that affects its hash value. Every </a:t>
            </a:r>
            <a:r>
              <a:rPr lang="en-US" sz="3200" b="1" i="0">
                <a:solidFill>
                  <a:srgbClr val="171717"/>
                </a:solidFill>
                <a:effectLst/>
                <a:latin typeface="Segoe UI" panose="020B0502040204020203" pitchFamily="34" charset="0"/>
              </a:rPr>
              <a:t>key </a:t>
            </a:r>
            <a:r>
              <a:rPr lang="en-US" b="0" i="0">
                <a:solidFill>
                  <a:srgbClr val="171717"/>
                </a:solidFill>
                <a:effectLst/>
                <a:latin typeface="Segoe UI" panose="020B0502040204020203" pitchFamily="34" charset="0"/>
              </a:rPr>
              <a:t>in a </a:t>
            </a:r>
            <a:r>
              <a:rPr lang="en-US" b="0" i="0" u="none" strike="noStrike">
                <a:solidFill>
                  <a:srgbClr val="171717"/>
                </a:solidFill>
                <a:effectLst/>
                <a:latin typeface="Segoe UI" panose="020B0502040204020203" pitchFamily="34" charset="0"/>
                <a:hlinkClick r:id="rId3"/>
              </a:rPr>
              <a:t>Dictionary&lt;</a:t>
            </a:r>
            <a:r>
              <a:rPr lang="en-US" b="0" i="0" u="none" strike="noStrike" err="1">
                <a:solidFill>
                  <a:srgbClr val="171717"/>
                </a:solidFill>
                <a:effectLst/>
                <a:latin typeface="Segoe UI" panose="020B0502040204020203" pitchFamily="34" charset="0"/>
                <a:hlinkClick r:id="rId3"/>
              </a:rPr>
              <a:t>TKey,TValue</a:t>
            </a:r>
            <a:r>
              <a:rPr lang="en-US" b="0" i="0" u="none" strike="noStrike">
                <a:solidFill>
                  <a:srgbClr val="171717"/>
                </a:solidFill>
                <a:effectLst/>
                <a:latin typeface="Segoe UI" panose="020B0502040204020203" pitchFamily="34" charset="0"/>
                <a:hlinkClick r:id="rId3"/>
              </a:rPr>
              <a:t>&gt;</a:t>
            </a:r>
            <a:r>
              <a:rPr lang="en-US" b="0" i="0">
                <a:solidFill>
                  <a:srgbClr val="171717"/>
                </a:solidFill>
                <a:effectLst/>
                <a:latin typeface="Segoe UI" panose="020B0502040204020203" pitchFamily="34" charset="0"/>
              </a:rPr>
              <a:t> </a:t>
            </a:r>
            <a:r>
              <a:rPr lang="en-US" sz="3200" b="1" i="0">
                <a:solidFill>
                  <a:srgbClr val="171717"/>
                </a:solidFill>
                <a:effectLst/>
                <a:latin typeface="Segoe UI" panose="020B0502040204020203" pitchFamily="34" charset="0"/>
              </a:rPr>
              <a:t>must be unique </a:t>
            </a:r>
            <a:r>
              <a:rPr lang="en-US" b="0" i="0">
                <a:solidFill>
                  <a:srgbClr val="171717"/>
                </a:solidFill>
                <a:effectLst/>
                <a:latin typeface="Segoe UI" panose="020B0502040204020203" pitchFamily="34" charset="0"/>
              </a:rPr>
              <a:t>according to the dictionary's equality comparer. A key cannot be null, but a value can be, if its type TValue is a reference type.</a:t>
            </a:r>
          </a:p>
          <a:p>
            <a:pPr algn="l"/>
            <a:endParaRPr lang="en-US" b="0" i="0">
              <a:solidFill>
                <a:srgbClr val="171717"/>
              </a:solidFill>
              <a:effectLst/>
              <a:latin typeface="Segoe UI" panose="020B0502040204020203" pitchFamily="34" charset="0"/>
            </a:endParaRPr>
          </a:p>
          <a:p>
            <a:pPr algn="l"/>
            <a:r>
              <a:rPr lang="en-US" b="0" i="0" u="none" strike="noStrike">
                <a:solidFill>
                  <a:srgbClr val="171717"/>
                </a:solidFill>
                <a:effectLst/>
                <a:latin typeface="Segoe UI" panose="020B0502040204020203" pitchFamily="34" charset="0"/>
                <a:hlinkClick r:id="rId3"/>
              </a:rPr>
              <a:t>Dictionary&lt;</a:t>
            </a:r>
            <a:r>
              <a:rPr lang="en-US" b="0" i="0" u="none" strike="noStrike" err="1">
                <a:solidFill>
                  <a:srgbClr val="171717"/>
                </a:solidFill>
                <a:effectLst/>
                <a:latin typeface="Segoe UI" panose="020B0502040204020203" pitchFamily="34" charset="0"/>
                <a:hlinkClick r:id="rId3"/>
              </a:rPr>
              <a:t>TKey,TValue</a:t>
            </a:r>
            <a:r>
              <a:rPr lang="en-US" b="0" i="0" u="none" strike="noStrike">
                <a:solidFill>
                  <a:srgbClr val="171717"/>
                </a:solidFill>
                <a:effectLst/>
                <a:latin typeface="Segoe UI" panose="020B0502040204020203" pitchFamily="34" charset="0"/>
                <a:hlinkClick r:id="rId3"/>
              </a:rPr>
              <a:t>&gt;</a:t>
            </a:r>
            <a:r>
              <a:rPr lang="en-US" b="0" i="0">
                <a:solidFill>
                  <a:srgbClr val="171717"/>
                </a:solidFill>
                <a:effectLst/>
                <a:latin typeface="Segoe UI" panose="020B0502040204020203" pitchFamily="34" charset="0"/>
              </a:rPr>
              <a:t> requires an equality implementation to determine whether keys are equal. You can specify an implementation of the </a:t>
            </a:r>
            <a:r>
              <a:rPr lang="en-US" b="0" i="0" u="none" strike="noStrike" err="1">
                <a:solidFill>
                  <a:srgbClr val="171717"/>
                </a:solidFill>
                <a:effectLst/>
                <a:latin typeface="Segoe UI" panose="020B0502040204020203" pitchFamily="34" charset="0"/>
                <a:hlinkClick r:id="rId4"/>
              </a:rPr>
              <a:t>IEqualityComparer</a:t>
            </a:r>
            <a:r>
              <a:rPr lang="en-US" b="0" i="0" u="none" strike="noStrike">
                <a:solidFill>
                  <a:srgbClr val="171717"/>
                </a:solidFill>
                <a:effectLst/>
                <a:latin typeface="Segoe UI" panose="020B0502040204020203" pitchFamily="34" charset="0"/>
                <a:hlinkClick r:id="rId4"/>
              </a:rPr>
              <a:t>&lt;T&gt;</a:t>
            </a:r>
            <a:r>
              <a:rPr lang="en-US" b="0" i="0">
                <a:solidFill>
                  <a:srgbClr val="171717"/>
                </a:solidFill>
                <a:effectLst/>
                <a:latin typeface="Segoe UI" panose="020B0502040204020203" pitchFamily="34" charset="0"/>
              </a:rPr>
              <a:t> generic interface by using a constructor that accepts a comparer parameter; if you do not specify an implementation, the default generic equality comparer </a:t>
            </a:r>
            <a:r>
              <a:rPr lang="en-US" b="0" i="0" u="none" strike="noStrike" err="1">
                <a:solidFill>
                  <a:srgbClr val="171717"/>
                </a:solidFill>
                <a:effectLst/>
                <a:latin typeface="Segoe UI" panose="020B0502040204020203" pitchFamily="34" charset="0"/>
                <a:hlinkClick r:id="rId5"/>
              </a:rPr>
              <a:t>EqualityComparer</a:t>
            </a:r>
            <a:r>
              <a:rPr lang="en-US" b="0" i="0" u="none" strike="noStrike">
                <a:solidFill>
                  <a:srgbClr val="171717"/>
                </a:solidFill>
                <a:effectLst/>
                <a:latin typeface="Segoe UI" panose="020B0502040204020203" pitchFamily="34" charset="0"/>
                <a:hlinkClick r:id="rId5"/>
              </a:rPr>
              <a:t>&lt;T&gt;.Default</a:t>
            </a:r>
            <a:r>
              <a:rPr lang="en-US" b="0" i="0">
                <a:solidFill>
                  <a:srgbClr val="171717"/>
                </a:solidFill>
                <a:effectLst/>
                <a:latin typeface="Segoe UI" panose="020B0502040204020203" pitchFamily="34" charset="0"/>
              </a:rPr>
              <a:t> is used. If type </a:t>
            </a:r>
            <a:r>
              <a:rPr lang="en-US" b="0" i="0" err="1">
                <a:solidFill>
                  <a:srgbClr val="171717"/>
                </a:solidFill>
                <a:effectLst/>
                <a:latin typeface="Segoe UI" panose="020B0502040204020203" pitchFamily="34" charset="0"/>
              </a:rPr>
              <a:t>TKey</a:t>
            </a:r>
            <a:r>
              <a:rPr lang="en-US" b="0" i="0">
                <a:solidFill>
                  <a:srgbClr val="171717"/>
                </a:solidFill>
                <a:effectLst/>
                <a:latin typeface="Segoe UI" panose="020B0502040204020203" pitchFamily="34" charset="0"/>
              </a:rPr>
              <a:t> implements the </a:t>
            </a:r>
            <a:r>
              <a:rPr lang="en-US" b="0" i="0" u="none" strike="noStrike" err="1">
                <a:solidFill>
                  <a:srgbClr val="171717"/>
                </a:solidFill>
                <a:effectLst/>
                <a:latin typeface="Segoe UI" panose="020B0502040204020203" pitchFamily="34" charset="0"/>
                <a:hlinkClick r:id="rId6"/>
              </a:rPr>
              <a:t>System.IEquatable</a:t>
            </a:r>
            <a:r>
              <a:rPr lang="en-US" b="0" i="0" u="none" strike="noStrike">
                <a:solidFill>
                  <a:srgbClr val="171717"/>
                </a:solidFill>
                <a:effectLst/>
                <a:latin typeface="Segoe UI" panose="020B0502040204020203" pitchFamily="34" charset="0"/>
                <a:hlinkClick r:id="rId6"/>
              </a:rPr>
              <a:t>&lt;T&gt;</a:t>
            </a:r>
            <a:r>
              <a:rPr lang="en-US" b="0" i="0">
                <a:solidFill>
                  <a:srgbClr val="171717"/>
                </a:solidFill>
                <a:effectLst/>
                <a:latin typeface="Segoe UI" panose="020B0502040204020203" pitchFamily="34" charset="0"/>
              </a:rPr>
              <a:t> generic interface, the default equality comparer uses that implementation.</a:t>
            </a: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27</a:t>
            </a:fld>
            <a:endParaRPr lang="en-US"/>
          </a:p>
        </p:txBody>
      </p:sp>
    </p:spTree>
    <p:extLst>
      <p:ext uri="{BB962C8B-B14F-4D97-AF65-F5344CB8AC3E}">
        <p14:creationId xmlns:p14="http://schemas.microsoft.com/office/powerpoint/2010/main" val="3276897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28</a:t>
            </a:fld>
            <a:endParaRPr lang="en-US"/>
          </a:p>
        </p:txBody>
      </p:sp>
    </p:spTree>
    <p:extLst>
      <p:ext uri="{BB962C8B-B14F-4D97-AF65-F5344CB8AC3E}">
        <p14:creationId xmlns:p14="http://schemas.microsoft.com/office/powerpoint/2010/main" val="1818446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The method can be either static or an instance method. </a:t>
            </a:r>
          </a:p>
          <a:p>
            <a:r>
              <a:rPr lang="en-US">
                <a:ea typeface="ＭＳ Ｐゴシック"/>
                <a:cs typeface="Calibri"/>
              </a:rPr>
              <a:t>https://www.youtube.com/watch?v=nmG9Re7HK60&amp;ab_channel=AngelSix </a:t>
            </a:r>
            <a:r>
              <a:rPr lang="en-US" b="0" i="0">
                <a:solidFill>
                  <a:srgbClr val="171717"/>
                </a:solidFill>
                <a:effectLst/>
                <a:latin typeface="Segoe UI" panose="020B0502040204020203" pitchFamily="34" charset="0"/>
                <a:ea typeface="ＭＳ Ｐゴシック"/>
                <a:cs typeface="Calibri"/>
              </a:rPr>
              <a:t> </a:t>
            </a:r>
            <a:br>
              <a:rPr lang="en-US" b="0" i="0">
                <a:solidFill>
                  <a:srgbClr val="171717"/>
                </a:solidFill>
                <a:effectLst/>
                <a:latin typeface="Segoe UI" panose="020B0502040204020203" pitchFamily="34" charset="0"/>
                <a:ea typeface="ＭＳ Ｐゴシック"/>
                <a:cs typeface="Calibri"/>
              </a:rPr>
            </a:br>
            <a:r>
              <a:rPr lang="en-US" b="0" i="0">
                <a:solidFill>
                  <a:srgbClr val="171717"/>
                </a:solidFill>
                <a:effectLst/>
                <a:latin typeface="Segoe UI" panose="020B0502040204020203" pitchFamily="34" charset="0"/>
                <a:ea typeface="ＭＳ Ｐゴシック"/>
                <a:cs typeface="Calibri"/>
              </a:rPr>
              <a:t>https://docs.microsoft.com/en-us/dotnet/csharp/programming-guide/delegates/ </a:t>
            </a:r>
          </a:p>
          <a:p>
            <a:endParaRPr lang="en-US">
              <a:ea typeface="ＭＳ Ｐゴシック"/>
              <a:cs typeface="Calibri"/>
              <a:hlinkClick r:id="rId3"/>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32</a:t>
            </a:fld>
            <a:endParaRPr lang="en-US"/>
          </a:p>
        </p:txBody>
      </p:sp>
    </p:spTree>
    <p:extLst>
      <p:ext uri="{BB962C8B-B14F-4D97-AF65-F5344CB8AC3E}">
        <p14:creationId xmlns:p14="http://schemas.microsoft.com/office/powerpoint/2010/main" val="2785435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33</a:t>
            </a:fld>
            <a:endParaRPr lang="en-US"/>
          </a:p>
        </p:txBody>
      </p:sp>
    </p:spTree>
    <p:extLst>
      <p:ext uri="{BB962C8B-B14F-4D97-AF65-F5344CB8AC3E}">
        <p14:creationId xmlns:p14="http://schemas.microsoft.com/office/powerpoint/2010/main" val="3088534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https://docs.microsoft.com/en-us/dotnet/api/system.delegate?view=net-6.0</a:t>
            </a:r>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34</a:t>
            </a:fld>
            <a:endParaRPr lang="en-US"/>
          </a:p>
        </p:txBody>
      </p:sp>
    </p:spTree>
    <p:extLst>
      <p:ext uri="{BB962C8B-B14F-4D97-AF65-F5344CB8AC3E}">
        <p14:creationId xmlns:p14="http://schemas.microsoft.com/office/powerpoint/2010/main" val="1713369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https://docs.microsoft.com/en-us/dotnet/api/system.m</a:t>
            </a:r>
          </a:p>
          <a:p>
            <a:endParaRPr lang="en-US"/>
          </a:p>
          <a:p>
            <a:r>
              <a:rPr lang="en-US"/>
              <a:t>A </a:t>
            </a:r>
            <a:r>
              <a:rPr lang="en-US" err="1"/>
              <a:t>MulticastDelegate</a:t>
            </a:r>
            <a:r>
              <a:rPr lang="en-US"/>
              <a:t> has a linked list of delegates, called an invocation list, consisting of one or more elements. When a multicast delegate is invoked, the delegates in the invocation list are called synchronously in the order in which they appear. If an error occurs during execution of the list then an exception is thrown/</a:t>
            </a:r>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35</a:t>
            </a:fld>
            <a:endParaRPr lang="en-US"/>
          </a:p>
        </p:txBody>
      </p:sp>
    </p:spTree>
    <p:extLst>
      <p:ext uri="{BB962C8B-B14F-4D97-AF65-F5344CB8AC3E}">
        <p14:creationId xmlns:p14="http://schemas.microsoft.com/office/powerpoint/2010/main" val="796637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36</a:t>
            </a:fld>
            <a:endParaRPr lang="en-US"/>
          </a:p>
        </p:txBody>
      </p:sp>
    </p:spTree>
    <p:extLst>
      <p:ext uri="{BB962C8B-B14F-4D97-AF65-F5344CB8AC3E}">
        <p14:creationId xmlns:p14="http://schemas.microsoft.com/office/powerpoint/2010/main" val="1510220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37</a:t>
            </a:fld>
            <a:endParaRPr lang="en-US"/>
          </a:p>
        </p:txBody>
      </p:sp>
    </p:spTree>
    <p:extLst>
      <p:ext uri="{BB962C8B-B14F-4D97-AF65-F5344CB8AC3E}">
        <p14:creationId xmlns:p14="http://schemas.microsoft.com/office/powerpoint/2010/main" val="34238491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38</a:t>
            </a:fld>
            <a:endParaRPr lang="en-US"/>
          </a:p>
        </p:txBody>
      </p:sp>
    </p:spTree>
    <p:extLst>
      <p:ext uri="{BB962C8B-B14F-4D97-AF65-F5344CB8AC3E}">
        <p14:creationId xmlns:p14="http://schemas.microsoft.com/office/powerpoint/2010/main" val="13504908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39</a:t>
            </a:fld>
            <a:endParaRPr lang="en-US"/>
          </a:p>
        </p:txBody>
      </p:sp>
    </p:spTree>
    <p:extLst>
      <p:ext uri="{BB962C8B-B14F-4D97-AF65-F5344CB8AC3E}">
        <p14:creationId xmlns:p14="http://schemas.microsoft.com/office/powerpoint/2010/main" val="2251475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40</a:t>
            </a:fld>
            <a:endParaRPr lang="en-US"/>
          </a:p>
        </p:txBody>
      </p:sp>
    </p:spTree>
    <p:extLst>
      <p:ext uri="{BB962C8B-B14F-4D97-AF65-F5344CB8AC3E}">
        <p14:creationId xmlns:p14="http://schemas.microsoft.com/office/powerpoint/2010/main" val="511676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41</a:t>
            </a:fld>
            <a:endParaRPr lang="en-US"/>
          </a:p>
        </p:txBody>
      </p:sp>
    </p:spTree>
    <p:extLst>
      <p:ext uri="{BB962C8B-B14F-4D97-AF65-F5344CB8AC3E}">
        <p14:creationId xmlns:p14="http://schemas.microsoft.com/office/powerpoint/2010/main" val="3705501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42</a:t>
            </a:fld>
            <a:endParaRPr lang="en-US"/>
          </a:p>
        </p:txBody>
      </p:sp>
    </p:spTree>
    <p:extLst>
      <p:ext uri="{BB962C8B-B14F-4D97-AF65-F5344CB8AC3E}">
        <p14:creationId xmlns:p14="http://schemas.microsoft.com/office/powerpoint/2010/main" val="14043676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43</a:t>
            </a:fld>
            <a:endParaRPr lang="en-US"/>
          </a:p>
        </p:txBody>
      </p:sp>
    </p:spTree>
    <p:extLst>
      <p:ext uri="{BB962C8B-B14F-4D97-AF65-F5344CB8AC3E}">
        <p14:creationId xmlns:p14="http://schemas.microsoft.com/office/powerpoint/2010/main" val="14051470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44</a:t>
            </a:fld>
            <a:endParaRPr lang="en-US"/>
          </a:p>
        </p:txBody>
      </p:sp>
    </p:spTree>
    <p:extLst>
      <p:ext uri="{BB962C8B-B14F-4D97-AF65-F5344CB8AC3E}">
        <p14:creationId xmlns:p14="http://schemas.microsoft.com/office/powerpoint/2010/main" val="2447263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Represents a collection of objects that can be individually accessed by index.</a:t>
            </a:r>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47</a:t>
            </a:fld>
            <a:endParaRPr lang="en-US"/>
          </a:p>
        </p:txBody>
      </p:sp>
    </p:spTree>
    <p:extLst>
      <p:ext uri="{BB962C8B-B14F-4D97-AF65-F5344CB8AC3E}">
        <p14:creationId xmlns:p14="http://schemas.microsoft.com/office/powerpoint/2010/main" val="22128576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48</a:t>
            </a:fld>
            <a:endParaRPr lang="en-US"/>
          </a:p>
        </p:txBody>
      </p:sp>
    </p:spTree>
    <p:extLst>
      <p:ext uri="{BB962C8B-B14F-4D97-AF65-F5344CB8AC3E}">
        <p14:creationId xmlns:p14="http://schemas.microsoft.com/office/powerpoint/2010/main" val="676730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Traditionally, queries against data are expressed as simple strings without type checking at compile time or IntelliSense support. Furthermore, you have to learn a different query language for each type of data source: SQL databases, XML documents, various Web services, and so on. With LINQ, a query is a first-class language construct, just like classes, methods, events. You write queries against strongly typed collections of objects by using language keywords and familiar operators. The LINQ family of technologies provides a consistent query experience for objects (LINQ to Objects), relational databases (LINQ to SQL), and XML (LINQ to XML).</a:t>
            </a:r>
          </a:p>
          <a:p>
            <a:pPr algn="l"/>
            <a:r>
              <a:rPr lang="en-US" b="0" i="0">
                <a:solidFill>
                  <a:srgbClr val="171717"/>
                </a:solidFill>
                <a:effectLst/>
                <a:latin typeface="Segoe UI" panose="020B0502040204020203" pitchFamily="34" charset="0"/>
              </a:rPr>
              <a:t>For a developer who writes queries, the most visible "language-integrated" part of LINQ is the query expression. Query expressions are written in a declarative </a:t>
            </a:r>
            <a:r>
              <a:rPr lang="en-US" b="0" i="1">
                <a:solidFill>
                  <a:srgbClr val="171717"/>
                </a:solidFill>
                <a:effectLst/>
                <a:latin typeface="Segoe UI" panose="020B0502040204020203" pitchFamily="34" charset="0"/>
              </a:rPr>
              <a:t>query syntax</a:t>
            </a:r>
            <a:r>
              <a:rPr lang="en-US" b="0" i="0">
                <a:solidFill>
                  <a:srgbClr val="171717"/>
                </a:solidFill>
                <a:effectLst/>
                <a:latin typeface="Segoe UI" panose="020B0502040204020203" pitchFamily="34" charset="0"/>
              </a:rPr>
              <a:t>. By using query syntax, you can perform filtering, ordering, and grouping operations on data sources with a minimum of code. You use the same basic query expression patterns to query and transform data in SQL databases, ADO.NET Datasets, XML documents and streams, and .NET collections.</a:t>
            </a:r>
            <a:br>
              <a:rPr lang="en-US" b="0" i="0">
                <a:solidFill>
                  <a:srgbClr val="171717"/>
                </a:solidFill>
                <a:effectLst/>
                <a:latin typeface="Segoe UI" panose="020B0502040204020203" pitchFamily="34" charset="0"/>
              </a:rPr>
            </a:br>
            <a:br>
              <a:rPr lang="en-US" b="0" i="0">
                <a:solidFill>
                  <a:srgbClr val="171717"/>
                </a:solidFill>
                <a:effectLst/>
                <a:latin typeface="Segoe UI" panose="020B0502040204020203" pitchFamily="34" charset="0"/>
              </a:rPr>
            </a:br>
            <a:r>
              <a:rPr lang="en-US" b="0" i="0">
                <a:solidFill>
                  <a:srgbClr val="171717"/>
                </a:solidFill>
                <a:effectLst/>
                <a:latin typeface="Segoe UI" panose="020B0502040204020203" pitchFamily="34" charset="0"/>
              </a:rPr>
              <a:t>In a basic sense, LINQ to Objects represents a new approach to collections. In the old way, you had to write complex foreach loops that specified how to retrieve data from a collection. In the LINQ approach, you write declarative code that describes what you want to retrieve.</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49</a:t>
            </a:fld>
            <a:endParaRPr lang="en-US"/>
          </a:p>
        </p:txBody>
      </p:sp>
    </p:spTree>
    <p:extLst>
      <p:ext uri="{BB962C8B-B14F-4D97-AF65-F5344CB8AC3E}">
        <p14:creationId xmlns:p14="http://schemas.microsoft.com/office/powerpoint/2010/main" val="8298447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Query syntax must be translated into method calls for the .NET common language runtime (CLR) when the code is compiled. These method calls invoke the standard query operators, which have names such as Where, Select, </a:t>
            </a:r>
            <a:r>
              <a:rPr lang="en-US" b="0" i="0" err="1">
                <a:solidFill>
                  <a:srgbClr val="171717"/>
                </a:solidFill>
                <a:effectLst/>
                <a:latin typeface="Segoe UI" panose="020B0502040204020203" pitchFamily="34" charset="0"/>
              </a:rPr>
              <a:t>GroupBy</a:t>
            </a:r>
            <a:r>
              <a:rPr lang="en-US" b="0" i="0">
                <a:solidFill>
                  <a:srgbClr val="171717"/>
                </a:solidFill>
                <a:effectLst/>
                <a:latin typeface="Segoe UI" panose="020B0502040204020203" pitchFamily="34" charset="0"/>
              </a:rPr>
              <a:t>, Join, Max, and Average. You can call them directly by using method syntax instead of query syntax.</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Query syntax and method syntax are semantically identical, but many people find query syntax simpler and easier to read. Some queries must be expressed as method calls. For example, you must use a method call to express a query that retrieves the number of elements that match a specified condition. You also must use a method call for a query that retrieves the element that has the maximum value in a source sequence. The reference documentation for the standard query operators in the </a:t>
            </a:r>
            <a:r>
              <a:rPr lang="en-US" b="0" i="0" u="none" strike="noStrike" err="1">
                <a:solidFill>
                  <a:srgbClr val="171717"/>
                </a:solidFill>
                <a:effectLst/>
                <a:latin typeface="Segoe UI" panose="020B0502040204020203" pitchFamily="34" charset="0"/>
                <a:hlinkClick r:id="rId3"/>
              </a:rPr>
              <a:t>System.Linq</a:t>
            </a:r>
            <a:r>
              <a:rPr lang="en-US" b="0" i="0">
                <a:solidFill>
                  <a:srgbClr val="171717"/>
                </a:solidFill>
                <a:effectLst/>
                <a:latin typeface="Segoe UI" panose="020B0502040204020203" pitchFamily="34" charset="0"/>
              </a:rPr>
              <a:t> namespace generally uses method syntax. Therefore, even when getting started writing LINQ queries, it is useful to be familiar with how to use method syntax in queries and in query expressions themselves.</a:t>
            </a: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50</a:t>
            </a:fld>
            <a:endParaRPr lang="en-US"/>
          </a:p>
        </p:txBody>
      </p:sp>
    </p:spTree>
    <p:extLst>
      <p:ext uri="{BB962C8B-B14F-4D97-AF65-F5344CB8AC3E}">
        <p14:creationId xmlns:p14="http://schemas.microsoft.com/office/powerpoint/2010/main" val="18771230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51</a:t>
            </a:fld>
            <a:endParaRPr lang="en-US"/>
          </a:p>
        </p:txBody>
      </p:sp>
    </p:spTree>
    <p:extLst>
      <p:ext uri="{BB962C8B-B14F-4D97-AF65-F5344CB8AC3E}">
        <p14:creationId xmlns:p14="http://schemas.microsoft.com/office/powerpoint/2010/main" val="3054548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52</a:t>
            </a:fld>
            <a:endParaRPr lang="en-US"/>
          </a:p>
        </p:txBody>
      </p:sp>
    </p:spTree>
    <p:extLst>
      <p:ext uri="{BB962C8B-B14F-4D97-AF65-F5344CB8AC3E}">
        <p14:creationId xmlns:p14="http://schemas.microsoft.com/office/powerpoint/2010/main" val="36222886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53</a:t>
            </a:fld>
            <a:endParaRPr lang="en-US"/>
          </a:p>
        </p:txBody>
      </p:sp>
    </p:spTree>
    <p:extLst>
      <p:ext uri="{BB962C8B-B14F-4D97-AF65-F5344CB8AC3E}">
        <p14:creationId xmlns:p14="http://schemas.microsoft.com/office/powerpoint/2010/main" val="4724497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In many applications, the business logic accesses data from data stores such as databases, SharePoint lists, or Web services. Directly accessing the data can result in the following:</a:t>
            </a:r>
          </a:p>
          <a:p>
            <a:pPr algn="l">
              <a:buFont typeface="Arial" panose="020B0604020202020204" pitchFamily="34" charset="0"/>
              <a:buChar char="•"/>
            </a:pPr>
            <a:r>
              <a:rPr lang="en-US" b="0" i="0">
                <a:solidFill>
                  <a:srgbClr val="171717"/>
                </a:solidFill>
                <a:effectLst/>
                <a:latin typeface="Segoe UI" panose="020B0502040204020203" pitchFamily="34" charset="0"/>
              </a:rPr>
              <a:t>Duplicated code</a:t>
            </a:r>
          </a:p>
          <a:p>
            <a:pPr algn="l">
              <a:buFont typeface="Arial" panose="020B0604020202020204" pitchFamily="34" charset="0"/>
              <a:buChar char="•"/>
            </a:pPr>
            <a:r>
              <a:rPr lang="en-US" b="0" i="0">
                <a:solidFill>
                  <a:srgbClr val="171717"/>
                </a:solidFill>
                <a:effectLst/>
                <a:latin typeface="Segoe UI" panose="020B0502040204020203" pitchFamily="34" charset="0"/>
              </a:rPr>
              <a:t>A higher potential for programming errors</a:t>
            </a:r>
          </a:p>
          <a:p>
            <a:pPr algn="l">
              <a:buFont typeface="Arial" panose="020B0604020202020204" pitchFamily="34" charset="0"/>
              <a:buChar char="•"/>
            </a:pPr>
            <a:r>
              <a:rPr lang="en-US" b="0" i="0">
                <a:solidFill>
                  <a:srgbClr val="171717"/>
                </a:solidFill>
                <a:effectLst/>
                <a:latin typeface="Segoe UI" panose="020B0502040204020203" pitchFamily="34" charset="0"/>
              </a:rPr>
              <a:t>Weak typing of the business data</a:t>
            </a:r>
          </a:p>
          <a:p>
            <a:pPr algn="l">
              <a:buFont typeface="Arial" panose="020B0604020202020204" pitchFamily="34" charset="0"/>
              <a:buChar char="•"/>
            </a:pPr>
            <a:r>
              <a:rPr lang="en-US" b="0" i="0">
                <a:solidFill>
                  <a:srgbClr val="171717"/>
                </a:solidFill>
                <a:effectLst/>
                <a:latin typeface="Segoe UI" panose="020B0502040204020203" pitchFamily="34" charset="0"/>
              </a:rPr>
              <a:t>Difficulty in centralizing data-related policies such as caching</a:t>
            </a:r>
          </a:p>
          <a:p>
            <a:pPr algn="l">
              <a:buFont typeface="Arial" panose="020B0604020202020204" pitchFamily="34" charset="0"/>
              <a:buChar char="•"/>
            </a:pPr>
            <a:r>
              <a:rPr lang="en-US" b="0" i="0">
                <a:solidFill>
                  <a:srgbClr val="171717"/>
                </a:solidFill>
                <a:effectLst/>
                <a:latin typeface="Segoe UI" panose="020B0502040204020203" pitchFamily="34" charset="0"/>
              </a:rPr>
              <a:t>An inability to easily test the business logic in isolation from external dependencies</a:t>
            </a:r>
          </a:p>
          <a:p>
            <a:endParaRPr lang="da-DK"/>
          </a:p>
          <a:p>
            <a:pPr algn="l"/>
            <a:r>
              <a:rPr lang="en-US" b="0" i="0">
                <a:solidFill>
                  <a:srgbClr val="171717"/>
                </a:solidFill>
                <a:effectLst/>
                <a:latin typeface="Segoe UI" panose="020B0502040204020203" pitchFamily="34" charset="0"/>
              </a:rPr>
              <a:t>Use the Repository pattern to achieve one or more of the following objectives:</a:t>
            </a:r>
          </a:p>
          <a:p>
            <a:pPr algn="l">
              <a:buFont typeface="Arial" panose="020B0604020202020204" pitchFamily="34" charset="0"/>
              <a:buChar char="•"/>
            </a:pPr>
            <a:r>
              <a:rPr lang="en-US" b="0" i="0">
                <a:solidFill>
                  <a:srgbClr val="171717"/>
                </a:solidFill>
                <a:effectLst/>
                <a:latin typeface="Segoe UI" panose="020B0502040204020203" pitchFamily="34" charset="0"/>
              </a:rPr>
              <a:t>You want to maximize the amount of code that can be tested with automation and to isolate the data layer to support unit testing.</a:t>
            </a:r>
          </a:p>
          <a:p>
            <a:pPr algn="l">
              <a:buFont typeface="Arial" panose="020B0604020202020204" pitchFamily="34" charset="0"/>
              <a:buChar char="•"/>
            </a:pPr>
            <a:r>
              <a:rPr lang="en-US" b="0" i="0">
                <a:solidFill>
                  <a:srgbClr val="171717"/>
                </a:solidFill>
                <a:effectLst/>
                <a:latin typeface="Segoe UI" panose="020B0502040204020203" pitchFamily="34" charset="0"/>
              </a:rPr>
              <a:t>You access the data source from many locations and want to apply centrally managed, consistent access rules and logic.</a:t>
            </a:r>
          </a:p>
          <a:p>
            <a:pPr algn="l">
              <a:buFont typeface="Arial" panose="020B0604020202020204" pitchFamily="34" charset="0"/>
              <a:buChar char="•"/>
            </a:pPr>
            <a:r>
              <a:rPr lang="en-US" b="0" i="0">
                <a:solidFill>
                  <a:srgbClr val="171717"/>
                </a:solidFill>
                <a:effectLst/>
                <a:latin typeface="Segoe UI" panose="020B0502040204020203" pitchFamily="34" charset="0"/>
              </a:rPr>
              <a:t>You want to implement and centralize a caching strategy for the data source.</a:t>
            </a:r>
          </a:p>
          <a:p>
            <a:pPr algn="l">
              <a:buFont typeface="Arial" panose="020B0604020202020204" pitchFamily="34" charset="0"/>
              <a:buChar char="•"/>
            </a:pPr>
            <a:r>
              <a:rPr lang="en-US" b="0" i="0">
                <a:solidFill>
                  <a:srgbClr val="171717"/>
                </a:solidFill>
                <a:effectLst/>
                <a:latin typeface="Segoe UI" panose="020B0502040204020203" pitchFamily="34" charset="0"/>
              </a:rPr>
              <a:t>You want to improve the code's maintainability and readability by separating business logic from data or service access logic.</a:t>
            </a:r>
          </a:p>
          <a:p>
            <a:pPr algn="l">
              <a:buFont typeface="Arial" panose="020B0604020202020204" pitchFamily="34" charset="0"/>
              <a:buChar char="•"/>
            </a:pPr>
            <a:r>
              <a:rPr lang="en-US" b="0" i="0">
                <a:solidFill>
                  <a:srgbClr val="171717"/>
                </a:solidFill>
                <a:effectLst/>
                <a:latin typeface="Segoe UI" panose="020B0502040204020203" pitchFamily="34" charset="0"/>
              </a:rPr>
              <a:t>You want to use business entities that are strongly typed so that you can identify problems at compile time instead of at run time.</a:t>
            </a:r>
          </a:p>
          <a:p>
            <a:pPr algn="l">
              <a:buFont typeface="Arial" panose="020B0604020202020204" pitchFamily="34" charset="0"/>
              <a:buChar char="•"/>
            </a:pPr>
            <a:r>
              <a:rPr lang="en-US" b="0" i="0">
                <a:solidFill>
                  <a:srgbClr val="171717"/>
                </a:solidFill>
                <a:effectLst/>
                <a:latin typeface="Segoe UI" panose="020B0502040204020203" pitchFamily="34" charset="0"/>
              </a:rPr>
              <a:t>You want to associate a behavior with the related data. For example, you want to calculate fields or enforce complex relationships or business rules between the data elements within an entity.</a:t>
            </a:r>
          </a:p>
          <a:p>
            <a:pPr algn="l">
              <a:buFont typeface="Arial" panose="020B0604020202020204" pitchFamily="34" charset="0"/>
              <a:buChar char="•"/>
            </a:pPr>
            <a:r>
              <a:rPr lang="en-US" b="0" i="0">
                <a:solidFill>
                  <a:srgbClr val="171717"/>
                </a:solidFill>
                <a:effectLst/>
                <a:latin typeface="Segoe UI" panose="020B0502040204020203" pitchFamily="34" charset="0"/>
              </a:rPr>
              <a:t>You want to apply a domain model to simplify complex business logic.</a:t>
            </a:r>
          </a:p>
          <a:p>
            <a:pPr algn="l">
              <a:buFont typeface="Arial" panose="020B0604020202020204" pitchFamily="34" charset="0"/>
              <a:buChar char="•"/>
            </a:pP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1" i="0">
                <a:solidFill>
                  <a:srgbClr val="3A4145"/>
                </a:solidFill>
                <a:effectLst/>
                <a:latin typeface="Merriweather"/>
              </a:rPr>
              <a:t>Increase testability</a:t>
            </a:r>
            <a:r>
              <a:rPr lang="en-US" b="0" i="0">
                <a:solidFill>
                  <a:srgbClr val="3A4145"/>
                </a:solidFill>
                <a:effectLst/>
                <a:latin typeface="Merriweather"/>
              </a:rPr>
              <a:t>: Repository systems are good for testing. One reason being that you can use Dependency Injection. Basically, you create an interface for your repository, and you reference the interface for it when you are making the object. Then you can later make a fake object (using </a:t>
            </a:r>
            <a:r>
              <a:rPr lang="en-US" b="0" i="0" err="1">
                <a:solidFill>
                  <a:srgbClr val="4A4A4A"/>
                </a:solidFill>
                <a:effectLst/>
                <a:latin typeface="Merriweather"/>
                <a:hlinkClick r:id="rId3"/>
              </a:rPr>
              <a:t>moq</a:t>
            </a:r>
            <a:r>
              <a:rPr lang="en-US" b="0" i="0">
                <a:solidFill>
                  <a:srgbClr val="3A4145"/>
                </a:solidFill>
                <a:effectLst/>
                <a:latin typeface="Merriweather"/>
              </a:rPr>
              <a:t> for instance) which implements that interface. Using something like </a:t>
            </a:r>
            <a:r>
              <a:rPr lang="en-US" b="0" i="0" err="1">
                <a:solidFill>
                  <a:srgbClr val="4A4A4A"/>
                </a:solidFill>
                <a:effectLst/>
                <a:latin typeface="Merriweather"/>
                <a:hlinkClick r:id="rId4"/>
              </a:rPr>
              <a:t>StructureMap</a:t>
            </a:r>
            <a:r>
              <a:rPr lang="en-US" b="0" i="0">
                <a:solidFill>
                  <a:srgbClr val="3A4145"/>
                </a:solidFill>
                <a:effectLst/>
                <a:latin typeface="Merriweather"/>
              </a:rPr>
              <a:t> you can then bind the proper type to that interface. Boom you’ve just taken a dependence out of the equation and replaced it with something testable.</a:t>
            </a:r>
            <a:endParaRPr lang="en-US" b="0" i="0">
              <a:solidFill>
                <a:srgbClr val="171717"/>
              </a:solidFill>
              <a:effectLst/>
              <a:latin typeface="Segoe UI" panose="020B0502040204020203" pitchFamily="34" charset="0"/>
            </a:endParaRPr>
          </a:p>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56</a:t>
            </a:fld>
            <a:endParaRPr lang="en-US"/>
          </a:p>
        </p:txBody>
      </p:sp>
    </p:spTree>
    <p:extLst>
      <p:ext uri="{BB962C8B-B14F-4D97-AF65-F5344CB8AC3E}">
        <p14:creationId xmlns:p14="http://schemas.microsoft.com/office/powerpoint/2010/main" val="12526586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da-DK" b="1" i="0">
                <a:solidFill>
                  <a:srgbClr val="171717"/>
                </a:solidFill>
                <a:effectLst/>
                <a:latin typeface="Segoe UI" panose="020B0502040204020203" pitchFamily="34" charset="0"/>
              </a:rPr>
              <a:t>Using </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da-DK" b="1"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Provides a convenient syntax that ensures the correct use of </a:t>
            </a:r>
            <a:r>
              <a:rPr lang="en-US" b="0" i="0" u="none" strike="noStrike" err="1">
                <a:effectLst/>
                <a:latin typeface="Segoe UI" panose="020B0502040204020203" pitchFamily="34" charset="0"/>
                <a:hlinkClick r:id="rId3"/>
              </a:rPr>
              <a:t>IDisposable</a:t>
            </a:r>
            <a:r>
              <a:rPr lang="en-US" b="0" i="0">
                <a:solidFill>
                  <a:srgbClr val="171717"/>
                </a:solidFill>
                <a:effectLst/>
                <a:latin typeface="Segoe UI" panose="020B0502040204020203" pitchFamily="34" charset="0"/>
              </a:rPr>
              <a:t> objects. </a:t>
            </a:r>
            <a:r>
              <a:rPr lang="da-DK" b="1" i="0">
                <a:solidFill>
                  <a:srgbClr val="171717"/>
                </a:solidFill>
                <a:effectLst/>
                <a:latin typeface="Segoe UI" panose="020B0502040204020203" pitchFamily="34" charset="0"/>
              </a:rPr>
              <a:t> </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da-DK" b="1" i="0">
              <a:solidFill>
                <a:srgbClr val="171717"/>
              </a:solidFill>
              <a:effectLst/>
              <a:latin typeface="Segoe UI" panose="020B0502040204020203" pitchFamily="34" charset="0"/>
            </a:endParaRPr>
          </a:p>
          <a:p>
            <a:pPr algn="l"/>
            <a:r>
              <a:rPr lang="en-US" b="0" i="0" u="none" strike="noStrike" err="1">
                <a:effectLst/>
                <a:latin typeface="Segoe UI" panose="020B0502040204020203" pitchFamily="34" charset="0"/>
                <a:hlinkClick r:id="rId3"/>
              </a:rPr>
              <a:t>Idisposable</a:t>
            </a:r>
            <a:r>
              <a:rPr lang="en-US" b="0" i="0" u="none" strike="noStrike">
                <a:effectLst/>
                <a:latin typeface="Segoe UI" panose="020B0502040204020203" pitchFamily="34" charset="0"/>
              </a:rPr>
              <a:t> - </a:t>
            </a:r>
            <a:r>
              <a:rPr lang="en-US" b="0" i="0">
                <a:solidFill>
                  <a:srgbClr val="171717"/>
                </a:solidFill>
                <a:effectLst/>
                <a:latin typeface="Segoe UI" panose="020B0502040204020203" pitchFamily="34" charset="0"/>
              </a:rPr>
              <a:t>The primary use of this interface is to release unmanaged resources. The garbage collector automatically releases the memory allocated to a managed object when that object is no longer used. However, it is not possible to predict when garbage collection will occur. Furthermore, the garbage collector has no knowledge of unmanaged resources such as window handles, or open files and streams.</a:t>
            </a:r>
          </a:p>
          <a:p>
            <a:pPr algn="l"/>
            <a:r>
              <a:rPr lang="en-US" b="0" i="0">
                <a:solidFill>
                  <a:srgbClr val="171717"/>
                </a:solidFill>
                <a:effectLst/>
                <a:latin typeface="Segoe UI" panose="020B0502040204020203" pitchFamily="34" charset="0"/>
              </a:rPr>
              <a:t>Use the </a:t>
            </a:r>
            <a:r>
              <a:rPr lang="en-US" b="0" i="0" u="none" strike="noStrike">
                <a:solidFill>
                  <a:srgbClr val="171717"/>
                </a:solidFill>
                <a:effectLst/>
                <a:latin typeface="Segoe UI" panose="020B0502040204020203" pitchFamily="34" charset="0"/>
                <a:hlinkClick r:id="rId4"/>
              </a:rPr>
              <a:t>Dispose</a:t>
            </a:r>
            <a:r>
              <a:rPr lang="en-US" b="0" i="0">
                <a:solidFill>
                  <a:srgbClr val="171717"/>
                </a:solidFill>
                <a:effectLst/>
                <a:latin typeface="Segoe UI" panose="020B0502040204020203" pitchFamily="34" charset="0"/>
              </a:rPr>
              <a:t> method of this interface to explicitly release unmanaged resources in conjunction with the garbage collector. The consumer of an object can call this method when the object is no longer needed.</a:t>
            </a:r>
            <a:endParaRPr lang="da-DK" b="1"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endParaRPr lang="da-DK" b="1"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When the lifetime of an </a:t>
            </a:r>
            <a:r>
              <a:rPr lang="en-US" err="1"/>
              <a:t>IDisposable</a:t>
            </a:r>
            <a:r>
              <a:rPr lang="en-US" b="0" i="0">
                <a:solidFill>
                  <a:srgbClr val="171717"/>
                </a:solidFill>
                <a:effectLst/>
                <a:latin typeface="Segoe UI" panose="020B0502040204020203" pitchFamily="34" charset="0"/>
              </a:rPr>
              <a:t> object is limited to a single method, you should declare and instantiate it in the </a:t>
            </a:r>
            <a:r>
              <a:rPr lang="en-US"/>
              <a:t>using</a:t>
            </a:r>
            <a:r>
              <a:rPr lang="en-US" b="0" i="0">
                <a:solidFill>
                  <a:srgbClr val="171717"/>
                </a:solidFill>
                <a:effectLst/>
                <a:latin typeface="Segoe UI" panose="020B0502040204020203" pitchFamily="34" charset="0"/>
              </a:rPr>
              <a:t> statement. The </a:t>
            </a:r>
            <a:r>
              <a:rPr lang="en-US"/>
              <a:t>using</a:t>
            </a:r>
            <a:r>
              <a:rPr lang="en-US" b="0" i="0">
                <a:solidFill>
                  <a:srgbClr val="171717"/>
                </a:solidFill>
                <a:effectLst/>
                <a:latin typeface="Segoe UI" panose="020B0502040204020203" pitchFamily="34" charset="0"/>
              </a:rPr>
              <a:t> statement calls the </a:t>
            </a:r>
            <a:r>
              <a:rPr lang="en-US" b="0" i="0" u="none" strike="noStrike">
                <a:effectLst/>
                <a:latin typeface="Segoe UI" panose="020B0502040204020203" pitchFamily="34" charset="0"/>
                <a:hlinkClick r:id="rId5"/>
              </a:rPr>
              <a:t>Dispose</a:t>
            </a:r>
            <a:r>
              <a:rPr lang="en-US" b="0" i="0">
                <a:solidFill>
                  <a:srgbClr val="171717"/>
                </a:solidFill>
                <a:effectLst/>
                <a:latin typeface="Segoe UI" panose="020B0502040204020203" pitchFamily="34" charset="0"/>
              </a:rPr>
              <a:t> method on the object in the correct way, and (when you use it as shown earlier) it also causes the object itself to go out of scope as soon as </a:t>
            </a:r>
            <a:r>
              <a:rPr lang="en-US" b="0" i="0" u="none" strike="noStrike">
                <a:effectLst/>
                <a:latin typeface="Segoe UI" panose="020B0502040204020203" pitchFamily="34" charset="0"/>
                <a:hlinkClick r:id="rId5"/>
              </a:rPr>
              <a:t>Dispose</a:t>
            </a:r>
            <a:r>
              <a:rPr lang="en-US" b="0" i="0">
                <a:solidFill>
                  <a:srgbClr val="171717"/>
                </a:solidFill>
                <a:effectLst/>
                <a:latin typeface="Segoe UI" panose="020B0502040204020203" pitchFamily="34" charset="0"/>
              </a:rPr>
              <a:t> is called.</a:t>
            </a:r>
            <a:endParaRPr lang="da-DK" b="1"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endParaRPr lang="da-DK" b="1"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endParaRPr lang="da-DK" b="1" i="0">
              <a:solidFill>
                <a:srgbClr val="171717"/>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57</a:t>
            </a:fld>
            <a:endParaRPr lang="en-US"/>
          </a:p>
        </p:txBody>
      </p:sp>
    </p:spTree>
    <p:extLst>
      <p:ext uri="{BB962C8B-B14F-4D97-AF65-F5344CB8AC3E}">
        <p14:creationId xmlns:p14="http://schemas.microsoft.com/office/powerpoint/2010/main" val="4020112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58</a:t>
            </a:fld>
            <a:endParaRPr lang="en-US"/>
          </a:p>
        </p:txBody>
      </p:sp>
    </p:spTree>
    <p:extLst>
      <p:ext uri="{BB962C8B-B14F-4D97-AF65-F5344CB8AC3E}">
        <p14:creationId xmlns:p14="http://schemas.microsoft.com/office/powerpoint/2010/main" val="2416284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d-okhrimenko/CSharpForTestAutomationMaterials.gi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en-us/dotnet/csharp/programming-guide/generics/constraints-on-type-parameter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docs.microsoft.com/en-us/dotnet/api/system.collections.immutable.immutabledictionary-2" TargetMode="External"/><Relationship Id="rId13" Type="http://schemas.openxmlformats.org/officeDocument/2006/relationships/hyperlink" Target="https://docs.microsoft.com/en-us/dotnet/api/system.collections.immutable.immutablearray" TargetMode="External"/><Relationship Id="rId18" Type="http://schemas.openxmlformats.org/officeDocument/2006/relationships/hyperlink" Target="https://docs.microsoft.com/en-us/dotnet/api/system.collections.generic.stack-1" TargetMode="External"/><Relationship Id="rId3" Type="http://schemas.openxmlformats.org/officeDocument/2006/relationships/hyperlink" Target="https://docs.microsoft.com/en-us/dotnet/standard/collections/#choose-a-collection" TargetMode="External"/><Relationship Id="rId21" Type="http://schemas.openxmlformats.org/officeDocument/2006/relationships/hyperlink" Target="https://docs.microsoft.com/en-us/dotnet/api/system.collections.immutable.immutablestack-1" TargetMode="External"/><Relationship Id="rId7" Type="http://schemas.openxmlformats.org/officeDocument/2006/relationships/hyperlink" Target="https://docs.microsoft.com/en-us/dotnet/api/system.collections.objectmodel.readonlydictionary-2" TargetMode="External"/><Relationship Id="rId12" Type="http://schemas.openxmlformats.org/officeDocument/2006/relationships/hyperlink" Target="https://docs.microsoft.com/en-us/dotnet/api/system.collections.immutable.immutablelist-1" TargetMode="External"/><Relationship Id="rId17" Type="http://schemas.openxmlformats.org/officeDocument/2006/relationships/hyperlink" Target="https://docs.microsoft.com/en-us/dotnet/api/system.collections.immutable.immutablequeue-1" TargetMode="External"/><Relationship Id="rId2" Type="http://schemas.openxmlformats.org/officeDocument/2006/relationships/notesSlide" Target="../notesSlides/notesSlide11.xml"/><Relationship Id="rId16" Type="http://schemas.openxmlformats.org/officeDocument/2006/relationships/hyperlink" Target="https://docs.microsoft.com/en-us/dotnet/api/system.collections.concurrent.concurrentqueue-1" TargetMode="External"/><Relationship Id="rId20" Type="http://schemas.openxmlformats.org/officeDocument/2006/relationships/hyperlink" Target="https://docs.microsoft.com/en-us/dotnet/api/system.collections.concurrent.concurrentstack-1" TargetMode="External"/><Relationship Id="rId1" Type="http://schemas.openxmlformats.org/officeDocument/2006/relationships/slideLayout" Target="../slideLayouts/slideLayout2.xml"/><Relationship Id="rId6" Type="http://schemas.openxmlformats.org/officeDocument/2006/relationships/hyperlink" Target="https://docs.microsoft.com/en-us/dotnet/api/system.collections.concurrent.concurrentdictionary-2" TargetMode="External"/><Relationship Id="rId11" Type="http://schemas.openxmlformats.org/officeDocument/2006/relationships/hyperlink" Target="https://docs.microsoft.com/en-us/dotnet/api/system.collections.arraylist" TargetMode="External"/><Relationship Id="rId5" Type="http://schemas.openxmlformats.org/officeDocument/2006/relationships/hyperlink" Target="https://docs.microsoft.com/en-us/dotnet/api/system.collections.hashtable" TargetMode="External"/><Relationship Id="rId15" Type="http://schemas.openxmlformats.org/officeDocument/2006/relationships/hyperlink" Target="https://docs.microsoft.com/en-us/dotnet/api/system.collections.queue" TargetMode="External"/><Relationship Id="rId10" Type="http://schemas.openxmlformats.org/officeDocument/2006/relationships/hyperlink" Target="https://docs.microsoft.com/en-us/dotnet/api/system.array" TargetMode="External"/><Relationship Id="rId19" Type="http://schemas.openxmlformats.org/officeDocument/2006/relationships/hyperlink" Target="https://docs.microsoft.com/en-us/dotnet/api/system.collections.stack" TargetMode="External"/><Relationship Id="rId4" Type="http://schemas.openxmlformats.org/officeDocument/2006/relationships/hyperlink" Target="https://docs.microsoft.com/en-us/dotnet/api/system.collections.generic.dictionary-2" TargetMode="External"/><Relationship Id="rId9" Type="http://schemas.openxmlformats.org/officeDocument/2006/relationships/hyperlink" Target="https://docs.microsoft.com/en-us/dotnet/api/system.collections.generic.list-1" TargetMode="External"/><Relationship Id="rId14" Type="http://schemas.openxmlformats.org/officeDocument/2006/relationships/hyperlink" Target="https://docs.microsoft.com/en-us/dotnet/api/system.collections.generic.queue-1"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reference-type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microsoft.com/en-us/dotnet/csharp/programming-guide/concepts/covariance-contravariance/using-variance-in-delegate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msdn.microsoft.com/en-us/library/bb397687.aspx"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a:xfrm>
            <a:off x="659073" y="2156701"/>
            <a:ext cx="10861415" cy="253022"/>
          </a:xfrm>
        </p:spPr>
        <p:txBody>
          <a:bodyPr/>
          <a:lstStyle/>
          <a:p>
            <a:r>
              <a:rPr lang="en-US"/>
              <a:t>generic collections</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5</a:t>
            </a:r>
            <a:endParaRPr lang="en-US"/>
          </a:p>
        </p:txBody>
      </p:sp>
    </p:spTree>
    <p:extLst>
      <p:ext uri="{BB962C8B-B14F-4D97-AF65-F5344CB8AC3E}">
        <p14:creationId xmlns:p14="http://schemas.microsoft.com/office/powerpoint/2010/main" val="3760000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94312" y="1508755"/>
            <a:ext cx="9334252" cy="475287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400" dirty="0">
                <a:latin typeface="+mn-lt"/>
                <a:ea typeface="ＭＳ Ｐゴシック"/>
              </a:rPr>
              <a:t>Generics. </a:t>
            </a:r>
            <a:endParaRPr lang="en-US" sz="1400" dirty="0">
              <a:latin typeface="+mn-lt"/>
            </a:endParaRP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Practice 1. Create simple Generic class</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Collections. How to choose a collection</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Arrays </a:t>
            </a:r>
            <a:endParaRPr lang="en-US" sz="1400" dirty="0">
              <a:latin typeface="+mn-lt"/>
            </a:endParaRP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Practice 2. Arrays</a:t>
            </a:r>
          </a:p>
          <a:p>
            <a:pPr marL="342900" indent="-342900" defTabSz="179388">
              <a:buClr>
                <a:srgbClr val="00DEE6"/>
              </a:buClr>
              <a:buFont typeface="Arial" panose="020B0604020202020204" pitchFamily="34" charset="0"/>
              <a:buAutoNum type="arabicPeriod"/>
            </a:pPr>
            <a:r>
              <a:rPr lang="en-US" sz="1400" i="1" dirty="0">
                <a:solidFill>
                  <a:schemeClr val="accent4"/>
                </a:solidFill>
                <a:latin typeface="+mn-lt"/>
                <a:ea typeface="ＭＳ Ｐゴシック"/>
              </a:rPr>
              <a:t>Coffee break</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Lists </a:t>
            </a:r>
            <a:endParaRPr lang="en-US" sz="1400" dirty="0">
              <a:latin typeface="+mn-lt"/>
            </a:endParaRP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Practice 3. Lists</a:t>
            </a:r>
          </a:p>
          <a:p>
            <a:pPr marL="342900" indent="-342900" defTabSz="179388">
              <a:buClr>
                <a:srgbClr val="00DEE6"/>
              </a:buClr>
              <a:buAutoNum type="arabicPeriod"/>
            </a:pPr>
            <a:r>
              <a:rPr lang="en-US" sz="1400" i="1" dirty="0">
                <a:solidFill>
                  <a:schemeClr val="accent4"/>
                </a:solidFill>
                <a:latin typeface="+mn-lt"/>
                <a:ea typeface="ＭＳ Ｐゴシック"/>
              </a:rPr>
              <a:t>Lunch</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Dictionaries</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Practice 4. Dictionaries</a:t>
            </a:r>
          </a:p>
          <a:p>
            <a:pPr marL="342900" indent="-342900" defTabSz="179388">
              <a:buClr>
                <a:srgbClr val="00DEE6"/>
              </a:buClr>
              <a:buAutoNum type="arabicPeriod"/>
            </a:pPr>
            <a:r>
              <a:rPr lang="en-US" sz="1400" i="1" dirty="0">
                <a:solidFill>
                  <a:schemeClr val="accent4"/>
                </a:solidFill>
                <a:latin typeface="+mn-lt"/>
                <a:ea typeface="ＭＳ Ｐゴシック"/>
                <a:cs typeface="Arial"/>
              </a:rPr>
              <a:t>Coffee break</a:t>
            </a:r>
            <a:endParaRPr lang="en-US" sz="1400" dirty="0">
              <a:solidFill>
                <a:schemeClr val="accent4"/>
              </a:solidFill>
              <a:latin typeface="+mn-lt"/>
              <a:ea typeface="ＭＳ Ｐゴシック"/>
            </a:endParaRPr>
          </a:p>
          <a:p>
            <a:pPr marL="342900" indent="-342900" defTabSz="179388">
              <a:buClr>
                <a:srgbClr val="00DEE6"/>
              </a:buClr>
              <a:buAutoNum type="arabicPeriod"/>
            </a:pPr>
            <a:r>
              <a:rPr lang="en-US" sz="1400" dirty="0">
                <a:latin typeface="+mn-lt"/>
                <a:ea typeface="ＭＳ Ｐゴシック"/>
              </a:rPr>
              <a:t>Delegates, anonymous methods, lambda expression</a:t>
            </a:r>
          </a:p>
          <a:p>
            <a:pPr marL="342900" indent="-342900" defTabSz="179388">
              <a:buClr>
                <a:srgbClr val="00DEE6"/>
              </a:buClr>
              <a:buAutoNum type="arabicPeriod"/>
            </a:pPr>
            <a:r>
              <a:rPr lang="en-US" sz="1400" dirty="0">
                <a:latin typeface="+mn-lt"/>
                <a:ea typeface="ＭＳ Ｐゴシック"/>
                <a:cs typeface="Arial"/>
              </a:rPr>
              <a:t>Func&lt;&gt;, Action&lt;&gt;, Predicate&lt;&gt;</a:t>
            </a:r>
            <a:endParaRPr lang="en-US" dirty="0"/>
          </a:p>
          <a:p>
            <a:pPr marL="342900" indent="-342900" defTabSz="179388">
              <a:buClr>
                <a:srgbClr val="00DEE6"/>
              </a:buClr>
              <a:buAutoNum type="arabicPeriod"/>
            </a:pPr>
            <a:r>
              <a:rPr lang="en-US" sz="1400" dirty="0">
                <a:latin typeface="+mn-lt"/>
                <a:ea typeface="ＭＳ Ｐゴシック"/>
                <a:cs typeface="Arial"/>
              </a:rPr>
              <a:t>Practice 5</a:t>
            </a:r>
            <a:endParaRPr lang="en-US" sz="1400" dirty="0">
              <a:latin typeface="+mn-lt"/>
              <a:ea typeface="ＭＳ Ｐゴシック"/>
            </a:endParaRP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Collection interfaces</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Language-integrated query (LINQ)</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Practice 6. LINQ</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Repository pattern</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Database transactions and using</a:t>
            </a:r>
          </a:p>
          <a:p>
            <a:pPr marL="342900" indent="-342900" defTabSz="179388">
              <a:buClr>
                <a:srgbClr val="00DEE6"/>
              </a:buClr>
              <a:buFont typeface="Arial" panose="020B0604020202020204" pitchFamily="34" charset="0"/>
              <a:buAutoNum type="arabicPeriod"/>
            </a:pPr>
            <a:r>
              <a:rPr lang="en-US" sz="1400" dirty="0">
                <a:latin typeface="+mn-lt"/>
                <a:ea typeface="ＭＳ Ｐゴシック"/>
              </a:rPr>
              <a:t>References to null or transient value error</a:t>
            </a:r>
          </a:p>
          <a:p>
            <a:pPr marL="342900" indent="-342900" defTabSz="179388">
              <a:buClr>
                <a:srgbClr val="00DEE6"/>
              </a:buClr>
              <a:buAutoNum type="arabicPeriod"/>
            </a:pPr>
            <a:endParaRPr lang="en-US" sz="14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D394-852A-42C7-97BA-BDD4200B4B25}"/>
              </a:ext>
            </a:extLst>
          </p:cNvPr>
          <p:cNvSpPr>
            <a:spLocks noGrp="1"/>
          </p:cNvSpPr>
          <p:nvPr>
            <p:ph type="title"/>
          </p:nvPr>
        </p:nvSpPr>
        <p:spPr/>
        <p:txBody>
          <a:bodyPr/>
          <a:lstStyle/>
          <a:p>
            <a:r>
              <a:rPr lang="en-US"/>
              <a:t>Project for hands on tasks</a:t>
            </a:r>
            <a:endParaRPr lang="da-DK"/>
          </a:p>
        </p:txBody>
      </p:sp>
      <p:sp>
        <p:nvSpPr>
          <p:cNvPr id="3" name="Slide Number Placeholder 2">
            <a:extLst>
              <a:ext uri="{FF2B5EF4-FFF2-40B4-BE49-F238E27FC236}">
                <a16:creationId xmlns:a16="http://schemas.microsoft.com/office/drawing/2014/main" id="{FD9B0E35-AF77-4D71-B4F7-0118079CE6D7}"/>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4" name="Text Placeholder 3">
            <a:extLst>
              <a:ext uri="{FF2B5EF4-FFF2-40B4-BE49-F238E27FC236}">
                <a16:creationId xmlns:a16="http://schemas.microsoft.com/office/drawing/2014/main" id="{D52E6A72-72D0-468B-A7B2-2C51E80053D6}"/>
              </a:ext>
            </a:extLst>
          </p:cNvPr>
          <p:cNvSpPr>
            <a:spLocks noGrp="1"/>
          </p:cNvSpPr>
          <p:nvPr>
            <p:ph type="body" sz="quarter" idx="17"/>
          </p:nvPr>
        </p:nvSpPr>
        <p:spPr/>
        <p:txBody>
          <a:bodyPr/>
          <a:lstStyle/>
          <a:p>
            <a:endParaRPr lang="da-DK"/>
          </a:p>
        </p:txBody>
      </p:sp>
      <p:sp>
        <p:nvSpPr>
          <p:cNvPr id="6" name="TextBox 5">
            <a:extLst>
              <a:ext uri="{FF2B5EF4-FFF2-40B4-BE49-F238E27FC236}">
                <a16:creationId xmlns:a16="http://schemas.microsoft.com/office/drawing/2014/main" id="{4CC1AD27-88C4-49F2-95DA-CCBA9271EBDC}"/>
              </a:ext>
            </a:extLst>
          </p:cNvPr>
          <p:cNvSpPr txBox="1"/>
          <p:nvPr/>
        </p:nvSpPr>
        <p:spPr>
          <a:xfrm>
            <a:off x="4866640" y="1727862"/>
            <a:ext cx="6654384" cy="4486125"/>
          </a:xfrm>
          <a:prstGeom prst="rect">
            <a:avLst/>
          </a:prstGeom>
          <a:noFill/>
        </p:spPr>
        <p:txBody>
          <a:bodyPr wrap="none" lIns="0" tIns="0" rIns="0" bIns="0" rtlCol="0" anchor="t">
            <a:noAutofit/>
          </a:bodyPr>
          <a:lstStyle/>
          <a:p>
            <a:pPr marL="342900" indent="-342900" defTabSz="179388">
              <a:buClr>
                <a:srgbClr val="00DEE6"/>
              </a:buClr>
              <a:buAutoNum type="arabicPeriod"/>
            </a:pPr>
            <a:r>
              <a:rPr lang="en-US" sz="1600" dirty="0">
                <a:latin typeface="+mn-lt"/>
                <a:ea typeface="ＭＳ Ｐゴシック"/>
              </a:rPr>
              <a:t>Clone following GIT repo:</a:t>
            </a:r>
            <a:br>
              <a:rPr lang="en-US" sz="1600" dirty="0">
                <a:latin typeface="+mn-lt"/>
              </a:rPr>
            </a:br>
            <a:r>
              <a:rPr lang="en-US" sz="1600" dirty="0">
                <a:latin typeface="Calibri"/>
                <a:ea typeface="ＭＳ Ｐゴシック"/>
                <a:cs typeface="Calibri"/>
                <a:hlinkClick r:id="rId3"/>
              </a:rPr>
              <a:t>https://github.com/d-okhrimenko/CSharpForTestAutomationMaterials.git</a:t>
            </a:r>
            <a:endParaRPr lang="en-US" sz="1600" dirty="0">
              <a:latin typeface="Calibri"/>
              <a:ea typeface="ＭＳ Ｐゴシック"/>
              <a:cs typeface="Calibri"/>
            </a:endParaRPr>
          </a:p>
          <a:p>
            <a:pPr marL="342900" indent="-342900" defTabSz="179388">
              <a:buClr>
                <a:srgbClr val="00DEE6"/>
              </a:buClr>
              <a:buAutoNum type="arabicPeriod"/>
            </a:pPr>
            <a:r>
              <a:rPr lang="en-US" sz="1600" dirty="0">
                <a:latin typeface="+mn-lt"/>
                <a:ea typeface="ＭＳ Ｐゴシック"/>
              </a:rPr>
              <a:t>You will work in the </a:t>
            </a:r>
            <a:r>
              <a:rPr lang="en-US" sz="1600" b="1" i="1" dirty="0">
                <a:latin typeface="Consolas"/>
                <a:ea typeface="ＭＳ Ｐゴシック"/>
              </a:rPr>
              <a:t>mod5_initial</a:t>
            </a:r>
            <a:r>
              <a:rPr lang="en-US" sz="1600" b="1" dirty="0">
                <a:latin typeface="+mn-lt"/>
                <a:ea typeface="ＭＳ Ｐゴシック"/>
              </a:rPr>
              <a:t> </a:t>
            </a:r>
            <a:r>
              <a:rPr lang="en-US" sz="1600" dirty="0">
                <a:latin typeface="+mn-lt"/>
                <a:ea typeface="ＭＳ Ｐゴシック"/>
              </a:rPr>
              <a:t>branch in this module</a:t>
            </a:r>
          </a:p>
        </p:txBody>
      </p:sp>
      <p:pic>
        <p:nvPicPr>
          <p:cNvPr id="5" name="Picture 7" descr="Graphical user interface, text, application&#10;&#10;Description automatically generated">
            <a:extLst>
              <a:ext uri="{FF2B5EF4-FFF2-40B4-BE49-F238E27FC236}">
                <a16:creationId xmlns:a16="http://schemas.microsoft.com/office/drawing/2014/main" id="{45093E97-B6C4-4453-AA92-7DC2634AC83C}"/>
              </a:ext>
            </a:extLst>
          </p:cNvPr>
          <p:cNvPicPr>
            <a:picLocks noChangeAspect="1"/>
          </p:cNvPicPr>
          <p:nvPr/>
        </p:nvPicPr>
        <p:blipFill>
          <a:blip r:embed="rId4"/>
          <a:stretch>
            <a:fillRect/>
          </a:stretch>
        </p:blipFill>
        <p:spPr>
          <a:xfrm>
            <a:off x="668594" y="1667727"/>
            <a:ext cx="4089747" cy="4131674"/>
          </a:xfrm>
          <a:prstGeom prst="rect">
            <a:avLst/>
          </a:prstGeom>
        </p:spPr>
      </p:pic>
    </p:spTree>
    <p:extLst>
      <p:ext uri="{BB962C8B-B14F-4D97-AF65-F5344CB8AC3E}">
        <p14:creationId xmlns:p14="http://schemas.microsoft.com/office/powerpoint/2010/main" val="2290537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D8957-6B19-4B20-9400-216CA83869B6}"/>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F2BC4B7A-8D65-4E78-B0F2-5C2A45F798A2}"/>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4" name="Text Placeholder 3">
            <a:extLst>
              <a:ext uri="{FF2B5EF4-FFF2-40B4-BE49-F238E27FC236}">
                <a16:creationId xmlns:a16="http://schemas.microsoft.com/office/drawing/2014/main" id="{3DB2694C-B316-4CEF-AD42-78CB82F119CE}"/>
              </a:ext>
            </a:extLst>
          </p:cNvPr>
          <p:cNvSpPr>
            <a:spLocks noGrp="1"/>
          </p:cNvSpPr>
          <p:nvPr>
            <p:ph type="body" sz="quarter" idx="17"/>
          </p:nvPr>
        </p:nvSpPr>
        <p:spPr/>
        <p:txBody>
          <a:bodyPr/>
          <a:lstStyle/>
          <a:p>
            <a:r>
              <a:rPr lang="en-GB"/>
              <a:t>Initial state</a:t>
            </a:r>
            <a:endParaRPr lang="da-DK"/>
          </a:p>
        </p:txBody>
      </p:sp>
      <p:sp>
        <p:nvSpPr>
          <p:cNvPr id="5" name="TextBox 4">
            <a:extLst>
              <a:ext uri="{FF2B5EF4-FFF2-40B4-BE49-F238E27FC236}">
                <a16:creationId xmlns:a16="http://schemas.microsoft.com/office/drawing/2014/main" id="{0913648A-D897-4A1B-ABCD-C48148E2044F}"/>
              </a:ext>
            </a:extLst>
          </p:cNvPr>
          <p:cNvSpPr txBox="1"/>
          <p:nvPr/>
        </p:nvSpPr>
        <p:spPr>
          <a:xfrm>
            <a:off x="672000" y="1481350"/>
            <a:ext cx="5252549" cy="4497741"/>
          </a:xfrm>
          <a:prstGeom prst="rect">
            <a:avLst/>
          </a:prstGeom>
          <a:noFill/>
        </p:spPr>
        <p:txBody>
          <a:bodyPr wrap="none" lIns="0" tIns="0" rIns="0" bIns="0" rtlCol="0">
            <a:noAutofit/>
          </a:bodyPr>
          <a:lstStyle/>
          <a:p>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PairInt</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readonly</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int</a:t>
            </a:r>
            <a:r>
              <a:rPr lang="da-DK" sz="1200">
                <a:solidFill>
                  <a:srgbClr val="000000"/>
                </a:solidFill>
                <a:latin typeface="Consolas" panose="020B0609020204030204" pitchFamily="49" charset="0"/>
              </a:rPr>
              <a:t> _</a:t>
            </a:r>
            <a:r>
              <a:rPr lang="da-DK" sz="1200" err="1">
                <a:solidFill>
                  <a:srgbClr val="000000"/>
                </a:solidFill>
                <a:latin typeface="Consolas" panose="020B0609020204030204" pitchFamily="49" charset="0"/>
              </a:rPr>
              <a:t>firstInt</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readonly</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int</a:t>
            </a:r>
            <a:r>
              <a:rPr lang="da-DK" sz="1200">
                <a:solidFill>
                  <a:srgbClr val="000000"/>
                </a:solidFill>
                <a:latin typeface="Consolas" panose="020B0609020204030204" pitchFamily="49" charset="0"/>
              </a:rPr>
              <a:t> _</a:t>
            </a:r>
            <a:r>
              <a:rPr lang="da-DK" sz="1200" err="1">
                <a:solidFill>
                  <a:srgbClr val="000000"/>
                </a:solidFill>
                <a:latin typeface="Consolas" panose="020B0609020204030204" pitchFamily="49" charset="0"/>
              </a:rPr>
              <a:t>secondInt</a:t>
            </a:r>
            <a:r>
              <a:rPr lang="da-DK" sz="120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PairInt</a:t>
            </a:r>
            <a:r>
              <a:rPr lang="da-DK" sz="1200">
                <a:solidFill>
                  <a:srgbClr val="000000"/>
                </a:solidFill>
                <a:latin typeface="Consolas" panose="020B0609020204030204" pitchFamily="49" charset="0"/>
              </a:rPr>
              <a:t>(</a:t>
            </a:r>
            <a:r>
              <a:rPr lang="da-DK" sz="1200" err="1">
                <a:solidFill>
                  <a:srgbClr val="0000FF"/>
                </a:solidFill>
                <a:latin typeface="Consolas" panose="020B0609020204030204" pitchFamily="49" charset="0"/>
              </a:rPr>
              <a:t>int</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firstInt</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int</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secondInt</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_</a:t>
            </a:r>
            <a:r>
              <a:rPr lang="da-DK" sz="1200" err="1">
                <a:solidFill>
                  <a:srgbClr val="000000"/>
                </a:solidFill>
                <a:latin typeface="Consolas" panose="020B0609020204030204" pitchFamily="49" charset="0"/>
              </a:rPr>
              <a:t>firstInt</a:t>
            </a:r>
            <a:r>
              <a:rPr lang="da-DK" sz="1200">
                <a:solidFill>
                  <a:srgbClr val="000000"/>
                </a:solidFill>
                <a:latin typeface="Consolas" panose="020B0609020204030204" pitchFamily="49" charset="0"/>
              </a:rPr>
              <a:t> = </a:t>
            </a:r>
            <a:r>
              <a:rPr lang="da-DK" sz="1200" err="1">
                <a:solidFill>
                  <a:srgbClr val="000000"/>
                </a:solidFill>
                <a:latin typeface="Consolas" panose="020B0609020204030204" pitchFamily="49" charset="0"/>
              </a:rPr>
              <a:t>firstInt</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_</a:t>
            </a:r>
            <a:r>
              <a:rPr lang="da-DK" sz="1200" err="1">
                <a:solidFill>
                  <a:srgbClr val="000000"/>
                </a:solidFill>
                <a:latin typeface="Consolas" panose="020B0609020204030204" pitchFamily="49" charset="0"/>
              </a:rPr>
              <a:t>secondInt</a:t>
            </a:r>
            <a:r>
              <a:rPr lang="da-DK" sz="1200">
                <a:solidFill>
                  <a:srgbClr val="000000"/>
                </a:solidFill>
                <a:latin typeface="Consolas" panose="020B0609020204030204" pitchFamily="49" charset="0"/>
              </a:rPr>
              <a:t> = </a:t>
            </a:r>
            <a:r>
              <a:rPr lang="da-DK" sz="1200" err="1">
                <a:solidFill>
                  <a:srgbClr val="000000"/>
                </a:solidFill>
                <a:latin typeface="Consolas" panose="020B0609020204030204" pitchFamily="49" charset="0"/>
              </a:rPr>
              <a:t>secondInt</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internal</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void</a:t>
            </a:r>
            <a:r>
              <a:rPr lang="da-DK" sz="1200">
                <a:solidFill>
                  <a:srgbClr val="000000"/>
                </a:solidFill>
                <a:latin typeface="Consolas" panose="020B0609020204030204" pitchFamily="49" charset="0"/>
              </a:rPr>
              <a:t> Print() {</a:t>
            </a:r>
          </a:p>
          <a:p>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$"First number: </a:t>
            </a:r>
            <a:r>
              <a:rPr lang="en-US" sz="1200">
                <a:solidFill>
                  <a:srgbClr val="000000"/>
                </a:solidFill>
                <a:latin typeface="Consolas" panose="020B0609020204030204" pitchFamily="49" charset="0"/>
              </a:rPr>
              <a:t>{_</a:t>
            </a:r>
            <a:r>
              <a:rPr lang="en-US" sz="1200" err="1">
                <a:solidFill>
                  <a:srgbClr val="000000"/>
                </a:solidFill>
                <a:latin typeface="Consolas" panose="020B0609020204030204" pitchFamily="49" charset="0"/>
              </a:rPr>
              <a:t>firstInt</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Console</a:t>
            </a:r>
            <a:r>
              <a:rPr lang="da-DK" sz="1200" err="1">
                <a:solidFill>
                  <a:srgbClr val="000000"/>
                </a:solidFill>
                <a:latin typeface="Consolas" panose="020B0609020204030204" pitchFamily="49" charset="0"/>
              </a:rPr>
              <a:t>.WriteLine</a:t>
            </a:r>
            <a:r>
              <a:rPr lang="da-DK" sz="1200">
                <a:solidFill>
                  <a:srgbClr val="000000"/>
                </a:solidFill>
                <a:latin typeface="Consolas" panose="020B0609020204030204" pitchFamily="49" charset="0"/>
              </a:rPr>
              <a:t>(</a:t>
            </a:r>
            <a:r>
              <a:rPr lang="da-DK" sz="1200">
                <a:solidFill>
                  <a:srgbClr val="A31515"/>
                </a:solidFill>
                <a:latin typeface="Consolas" panose="020B0609020204030204" pitchFamily="49" charset="0"/>
              </a:rPr>
              <a:t>$"Second </a:t>
            </a:r>
            <a:r>
              <a:rPr lang="da-DK" sz="1200" err="1">
                <a:solidFill>
                  <a:srgbClr val="A31515"/>
                </a:solidFill>
                <a:latin typeface="Consolas" panose="020B0609020204030204" pitchFamily="49" charset="0"/>
              </a:rPr>
              <a:t>number</a:t>
            </a:r>
            <a:r>
              <a:rPr lang="da-DK" sz="1200">
                <a:solidFill>
                  <a:srgbClr val="A31515"/>
                </a:solidFill>
                <a:latin typeface="Consolas" panose="020B0609020204030204" pitchFamily="49" charset="0"/>
              </a:rPr>
              <a:t>: </a:t>
            </a:r>
            <a:r>
              <a:rPr lang="da-DK" sz="1200">
                <a:solidFill>
                  <a:srgbClr val="000000"/>
                </a:solidFill>
                <a:latin typeface="Consolas" panose="020B0609020204030204" pitchFamily="49" charset="0"/>
              </a:rPr>
              <a:t>{_</a:t>
            </a:r>
            <a:r>
              <a:rPr lang="da-DK" sz="1200" err="1">
                <a:solidFill>
                  <a:srgbClr val="000000"/>
                </a:solidFill>
                <a:latin typeface="Consolas" panose="020B0609020204030204" pitchFamily="49" charset="0"/>
              </a:rPr>
              <a:t>secondInt</a:t>
            </a:r>
            <a:r>
              <a:rPr lang="da-DK" sz="1200">
                <a:solidFill>
                  <a:srgbClr val="000000"/>
                </a:solidFill>
                <a:latin typeface="Consolas" panose="020B0609020204030204" pitchFamily="49" charset="0"/>
              </a:rPr>
              <a:t>}</a:t>
            </a:r>
            <a:r>
              <a:rPr lang="da-DK" sz="1200">
                <a:solidFill>
                  <a:srgbClr val="A31515"/>
                </a:solidFill>
                <a:latin typeface="Consolas" panose="020B0609020204030204" pitchFamily="49" charset="0"/>
              </a:rPr>
              <a:t>"</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endParaRPr lang="da-DK" sz="1100">
              <a:latin typeface="+mn-lt"/>
            </a:endParaRPr>
          </a:p>
        </p:txBody>
      </p:sp>
      <p:sp>
        <p:nvSpPr>
          <p:cNvPr id="6" name="TextBox 5">
            <a:extLst>
              <a:ext uri="{FF2B5EF4-FFF2-40B4-BE49-F238E27FC236}">
                <a16:creationId xmlns:a16="http://schemas.microsoft.com/office/drawing/2014/main" id="{128FC923-BCF4-482E-883C-BE1BA87F0A37}"/>
              </a:ext>
            </a:extLst>
          </p:cNvPr>
          <p:cNvSpPr txBox="1"/>
          <p:nvPr/>
        </p:nvSpPr>
        <p:spPr>
          <a:xfrm>
            <a:off x="6267453" y="1458384"/>
            <a:ext cx="5253562" cy="4497741"/>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a:solidFill>
                  <a:srgbClr val="2B91AF"/>
                </a:solidFill>
                <a:latin typeface="Consolas" panose="020B0609020204030204" pitchFamily="49" charset="0"/>
              </a:rPr>
              <a:t>Program</a:t>
            </a:r>
            <a:r>
              <a:rPr lang="da-DK"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args</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pair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PairInt</a:t>
            </a:r>
            <a:r>
              <a:rPr lang="en-US" sz="1400">
                <a:solidFill>
                  <a:srgbClr val="000000"/>
                </a:solidFill>
                <a:latin typeface="Consolas" panose="020B0609020204030204" pitchFamily="49" charset="0"/>
              </a:rPr>
              <a:t>(1, 5);</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pair.Print</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endParaRPr lang="da-DK" sz="1050">
              <a:latin typeface="+mn-lt"/>
            </a:endParaRPr>
          </a:p>
        </p:txBody>
      </p:sp>
    </p:spTree>
    <p:extLst>
      <p:ext uri="{BB962C8B-B14F-4D97-AF65-F5344CB8AC3E}">
        <p14:creationId xmlns:p14="http://schemas.microsoft.com/office/powerpoint/2010/main" val="896584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D8957-6B19-4B20-9400-216CA83869B6}"/>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F2BC4B7A-8D65-4E78-B0F2-5C2A45F798A2}"/>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4" name="Text Placeholder 3">
            <a:extLst>
              <a:ext uri="{FF2B5EF4-FFF2-40B4-BE49-F238E27FC236}">
                <a16:creationId xmlns:a16="http://schemas.microsoft.com/office/drawing/2014/main" id="{3DB2694C-B316-4CEF-AD42-78CB82F119CE}"/>
              </a:ext>
            </a:extLst>
          </p:cNvPr>
          <p:cNvSpPr>
            <a:spLocks noGrp="1"/>
          </p:cNvSpPr>
          <p:nvPr>
            <p:ph type="body" sz="quarter" idx="17"/>
          </p:nvPr>
        </p:nvSpPr>
        <p:spPr/>
        <p:txBody>
          <a:bodyPr/>
          <a:lstStyle/>
          <a:p>
            <a:r>
              <a:rPr lang="en-GB"/>
              <a:t>Demo 1</a:t>
            </a:r>
            <a:endParaRPr lang="da-DK"/>
          </a:p>
        </p:txBody>
      </p:sp>
      <p:sp>
        <p:nvSpPr>
          <p:cNvPr id="5" name="TextBox 4">
            <a:extLst>
              <a:ext uri="{FF2B5EF4-FFF2-40B4-BE49-F238E27FC236}">
                <a16:creationId xmlns:a16="http://schemas.microsoft.com/office/drawing/2014/main" id="{0913648A-D897-4A1B-ABCD-C48148E2044F}"/>
              </a:ext>
            </a:extLst>
          </p:cNvPr>
          <p:cNvSpPr txBox="1"/>
          <p:nvPr/>
        </p:nvSpPr>
        <p:spPr>
          <a:xfrm>
            <a:off x="672000" y="1481350"/>
            <a:ext cx="5252549" cy="2223875"/>
          </a:xfrm>
          <a:prstGeom prst="rect">
            <a:avLst/>
          </a:prstGeom>
          <a:noFill/>
        </p:spPr>
        <p:txBody>
          <a:bodyPr wrap="none" lIns="0" tIns="0" rIns="0" bIns="0" rtlCol="0">
            <a:noAutofit/>
          </a:bodyPr>
          <a:lstStyle/>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internal</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Employee</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private</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readonly</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string</a:t>
            </a:r>
            <a:r>
              <a:rPr lang="da-DK" sz="1200">
                <a:solidFill>
                  <a:srgbClr val="000000"/>
                </a:solidFill>
                <a:latin typeface="Consolas" panose="020B0609020204030204" pitchFamily="49" charset="0"/>
              </a:rPr>
              <a:t> _</a:t>
            </a:r>
            <a:r>
              <a:rPr lang="da-DK" sz="1200" err="1">
                <a:solidFill>
                  <a:srgbClr val="000000"/>
                </a:solidFill>
                <a:latin typeface="Consolas" panose="020B0609020204030204" pitchFamily="49" charset="0"/>
              </a:rPr>
              <a:t>name</a:t>
            </a:r>
            <a:r>
              <a:rPr lang="da-DK" sz="120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Employee</a:t>
            </a:r>
            <a:r>
              <a:rPr lang="da-DK" sz="1200">
                <a:solidFill>
                  <a:srgbClr val="000000"/>
                </a:solidFill>
                <a:latin typeface="Consolas" panose="020B0609020204030204" pitchFamily="49" charset="0"/>
              </a:rPr>
              <a:t>(</a:t>
            </a:r>
            <a:r>
              <a:rPr lang="da-DK" sz="1200" err="1">
                <a:solidFill>
                  <a:srgbClr val="0000FF"/>
                </a:solidFill>
                <a:latin typeface="Consolas" panose="020B0609020204030204" pitchFamily="49" charset="0"/>
              </a:rPr>
              <a:t>string</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name</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_</a:t>
            </a:r>
            <a:r>
              <a:rPr lang="da-DK" sz="1200" err="1">
                <a:solidFill>
                  <a:srgbClr val="000000"/>
                </a:solidFill>
                <a:latin typeface="Consolas" panose="020B0609020204030204" pitchFamily="49" charset="0"/>
              </a:rPr>
              <a:t>name</a:t>
            </a:r>
            <a:r>
              <a:rPr lang="da-DK" sz="1200">
                <a:solidFill>
                  <a:srgbClr val="000000"/>
                </a:solidFill>
                <a:latin typeface="Consolas" panose="020B0609020204030204" pitchFamily="49" charset="0"/>
              </a:rPr>
              <a:t> = </a:t>
            </a:r>
            <a:r>
              <a:rPr lang="da-DK" sz="1200" err="1">
                <a:solidFill>
                  <a:srgbClr val="000000"/>
                </a:solidFill>
                <a:latin typeface="Consolas" panose="020B0609020204030204" pitchFamily="49" charset="0"/>
              </a:rPr>
              <a:t>name</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da-DK" sz="1200">
                <a:solidFill>
                  <a:srgbClr val="000000"/>
                </a:solidFill>
                <a:highlight>
                  <a:srgbClr val="FFFF00"/>
                </a:highlight>
                <a:latin typeface="Consolas" panose="020B0609020204030204" pitchFamily="49" charset="0"/>
              </a:rPr>
              <a:t>        </a:t>
            </a:r>
            <a:r>
              <a:rPr lang="da-DK" sz="1200">
                <a:solidFill>
                  <a:srgbClr val="0000FF"/>
                </a:solidFill>
                <a:highlight>
                  <a:srgbClr val="FFFF00"/>
                </a:highlight>
                <a:latin typeface="Consolas" panose="020B0609020204030204" pitchFamily="49" charset="0"/>
              </a:rPr>
              <a:t>public</a:t>
            </a:r>
            <a:r>
              <a:rPr lang="da-DK" sz="1200">
                <a:solidFill>
                  <a:srgbClr val="000000"/>
                </a:solidFill>
                <a:highlight>
                  <a:srgbClr val="FFFF00"/>
                </a:highlight>
                <a:latin typeface="Consolas" panose="020B0609020204030204" pitchFamily="49" charset="0"/>
              </a:rPr>
              <a:t> </a:t>
            </a:r>
            <a:r>
              <a:rPr lang="da-DK" sz="1200">
                <a:solidFill>
                  <a:srgbClr val="0000FF"/>
                </a:solidFill>
                <a:highlight>
                  <a:srgbClr val="FFFF00"/>
                </a:highlight>
                <a:latin typeface="Consolas" panose="020B0609020204030204" pitchFamily="49" charset="0"/>
              </a:rPr>
              <a:t>override</a:t>
            </a:r>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string</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ToString</a:t>
            </a:r>
            <a:r>
              <a:rPr lang="da-DK" sz="1200">
                <a:solidFill>
                  <a:srgbClr val="000000"/>
                </a:solidFill>
                <a:highlight>
                  <a:srgbClr val="FFFF00"/>
                </a:highlight>
                <a:latin typeface="Consolas" panose="020B0609020204030204" pitchFamily="49" charset="0"/>
              </a:rPr>
              <a:t>() {</a:t>
            </a: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return</a:t>
            </a:r>
            <a:r>
              <a:rPr lang="da-DK" sz="1200">
                <a:solidFill>
                  <a:srgbClr val="000000"/>
                </a:solidFill>
                <a:highlight>
                  <a:srgbClr val="FFFF00"/>
                </a:highlight>
                <a:latin typeface="Consolas" panose="020B0609020204030204" pitchFamily="49" charset="0"/>
              </a:rPr>
              <a:t> _</a:t>
            </a:r>
            <a:r>
              <a:rPr lang="da-DK" sz="1200" err="1">
                <a:solidFill>
                  <a:srgbClr val="000000"/>
                </a:solidFill>
                <a:highlight>
                  <a:srgbClr val="FFFF00"/>
                </a:highlight>
                <a:latin typeface="Consolas" panose="020B0609020204030204" pitchFamily="49" charset="0"/>
              </a:rPr>
              <a:t>name</a:t>
            </a:r>
            <a:r>
              <a:rPr lang="da-DK" sz="1200">
                <a:solidFill>
                  <a:srgbClr val="000000"/>
                </a:solidFill>
                <a:highlight>
                  <a:srgbClr val="FFFF00"/>
                </a:highlight>
                <a:latin typeface="Consolas" panose="020B0609020204030204" pitchFamily="49" charset="0"/>
              </a:rPr>
              <a:t>;</a:t>
            </a:r>
          </a:p>
          <a:p>
            <a:r>
              <a:rPr lang="da-DK" sz="1200">
                <a:solidFill>
                  <a:srgbClr val="000000"/>
                </a:solidFill>
                <a:highlight>
                  <a:srgbClr val="FFFF00"/>
                </a:highlight>
                <a:latin typeface="Consolas" panose="020B0609020204030204" pitchFamily="49" charset="0"/>
              </a:rPr>
              <a:t>        }</a:t>
            </a:r>
          </a:p>
          <a:p>
            <a:r>
              <a:rPr lang="da-DK" sz="1200">
                <a:solidFill>
                  <a:srgbClr val="000000"/>
                </a:solidFill>
                <a:latin typeface="Consolas" panose="020B0609020204030204" pitchFamily="49" charset="0"/>
              </a:rPr>
              <a:t>    }</a:t>
            </a:r>
            <a:endParaRPr lang="da-DK" sz="600">
              <a:latin typeface="+mn-lt"/>
            </a:endParaRPr>
          </a:p>
        </p:txBody>
      </p:sp>
      <p:sp>
        <p:nvSpPr>
          <p:cNvPr id="6" name="TextBox 5">
            <a:extLst>
              <a:ext uri="{FF2B5EF4-FFF2-40B4-BE49-F238E27FC236}">
                <a16:creationId xmlns:a16="http://schemas.microsoft.com/office/drawing/2014/main" id="{128FC923-BCF4-482E-883C-BE1BA87F0A37}"/>
              </a:ext>
            </a:extLst>
          </p:cNvPr>
          <p:cNvSpPr txBox="1"/>
          <p:nvPr/>
        </p:nvSpPr>
        <p:spPr>
          <a:xfrm>
            <a:off x="6267453" y="1458384"/>
            <a:ext cx="5629272" cy="4497741"/>
          </a:xfrm>
          <a:prstGeom prst="rect">
            <a:avLst/>
          </a:prstGeom>
          <a:noFill/>
        </p:spPr>
        <p:txBody>
          <a:bodyPr wrap="none" lIns="0" tIns="0" rIns="0" bIns="0" rtlCol="0">
            <a:noAutofit/>
          </a:bodyPr>
          <a:lstStyle/>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static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void</a:t>
            </a:r>
            <a:r>
              <a:rPr lang="en-US" sz="1100">
                <a:solidFill>
                  <a:srgbClr val="000000"/>
                </a:solidFill>
                <a:latin typeface="Consolas" panose="020B0609020204030204" pitchFamily="49" charset="0"/>
              </a:rPr>
              <a:t> Main(</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args</a:t>
            </a:r>
            <a:r>
              <a:rPr lang="en-US" sz="1100">
                <a:solidFill>
                  <a:srgbClr val="000000"/>
                </a:solidFill>
                <a:latin typeface="Consolas" panose="020B0609020204030204" pitchFamily="49" charset="0"/>
              </a:rPr>
              <a:t>) {</a:t>
            </a:r>
          </a:p>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var</a:t>
            </a:r>
            <a:r>
              <a:rPr lang="en-US" sz="1100">
                <a:solidFill>
                  <a:srgbClr val="000000"/>
                </a:solidFill>
                <a:latin typeface="Consolas" panose="020B0609020204030204" pitchFamily="49" charset="0"/>
              </a:rPr>
              <a:t> pair = </a:t>
            </a:r>
            <a:r>
              <a:rPr lang="en-US" sz="1100">
                <a:solidFill>
                  <a:srgbClr val="0000FF"/>
                </a:solidFill>
                <a:latin typeface="Consolas" panose="020B0609020204030204" pitchFamily="49" charset="0"/>
              </a:rPr>
              <a:t>new</a:t>
            </a:r>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PairInt</a:t>
            </a:r>
            <a:r>
              <a:rPr lang="en-US" sz="1100">
                <a:solidFill>
                  <a:srgbClr val="000000"/>
                </a:solidFill>
                <a:latin typeface="Consolas" panose="020B0609020204030204" pitchFamily="49" charset="0"/>
              </a:rPr>
              <a:t>(1, 5);</a:t>
            </a:r>
          </a:p>
          <a:p>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pair.Print</a:t>
            </a:r>
            <a:r>
              <a:rPr lang="da-DK" sz="1100">
                <a:solidFill>
                  <a:srgbClr val="000000"/>
                </a:solidFill>
                <a:latin typeface="Consolas" panose="020B0609020204030204" pitchFamily="49" charset="0"/>
              </a:rPr>
              <a:t>();</a:t>
            </a:r>
          </a:p>
          <a:p>
            <a:endParaRPr lang="da-DK" sz="1100">
              <a:solidFill>
                <a:srgbClr val="000000"/>
              </a:solidFill>
              <a:latin typeface="Consolas" panose="020B0609020204030204" pitchFamily="49" charset="0"/>
            </a:endParaRPr>
          </a:p>
          <a:p>
            <a:r>
              <a:rPr lang="en-US" sz="1100">
                <a:solidFill>
                  <a:srgbClr val="000000"/>
                </a:solidFill>
                <a:highlight>
                  <a:srgbClr val="FFFF00"/>
                </a:highlight>
                <a:latin typeface="Consolas" panose="020B0609020204030204" pitchFamily="49" charset="0"/>
              </a:rPr>
              <a:t>            </a:t>
            </a:r>
            <a:r>
              <a:rPr lang="en-US" sz="1100">
                <a:solidFill>
                  <a:srgbClr val="0000FF"/>
                </a:solidFill>
                <a:highlight>
                  <a:srgbClr val="FFFF00"/>
                </a:highlight>
                <a:latin typeface="Consolas" panose="020B0609020204030204" pitchFamily="49" charset="0"/>
              </a:rPr>
              <a:t>var</a:t>
            </a:r>
            <a:r>
              <a:rPr lang="en-US" sz="1100">
                <a:solidFill>
                  <a:srgbClr val="000000"/>
                </a:solidFill>
                <a:highlight>
                  <a:srgbClr val="FFFF00"/>
                </a:highlight>
                <a:latin typeface="Consolas" panose="020B0609020204030204" pitchFamily="49" charset="0"/>
              </a:rPr>
              <a:t> </a:t>
            </a:r>
            <a:r>
              <a:rPr lang="en-US" sz="1100" err="1">
                <a:solidFill>
                  <a:srgbClr val="000000"/>
                </a:solidFill>
                <a:highlight>
                  <a:srgbClr val="FFFF00"/>
                </a:highlight>
                <a:latin typeface="Consolas" panose="020B0609020204030204" pitchFamily="49" charset="0"/>
              </a:rPr>
              <a:t>firstEmployee</a:t>
            </a:r>
            <a:r>
              <a:rPr lang="en-US" sz="1100">
                <a:solidFill>
                  <a:srgbClr val="000000"/>
                </a:solidFill>
                <a:highlight>
                  <a:srgbClr val="FFFF00"/>
                </a:highlight>
                <a:latin typeface="Consolas" panose="020B0609020204030204" pitchFamily="49" charset="0"/>
              </a:rPr>
              <a:t> = </a:t>
            </a:r>
            <a:r>
              <a:rPr lang="en-US" sz="1100">
                <a:solidFill>
                  <a:srgbClr val="0000FF"/>
                </a:solidFill>
                <a:highlight>
                  <a:srgbClr val="FFFF00"/>
                </a:highlight>
                <a:latin typeface="Consolas" panose="020B0609020204030204" pitchFamily="49" charset="0"/>
              </a:rPr>
              <a:t>new</a:t>
            </a:r>
            <a:r>
              <a:rPr lang="en-US" sz="1100">
                <a:solidFill>
                  <a:srgbClr val="000000"/>
                </a:solidFill>
                <a:highlight>
                  <a:srgbClr val="FFFF00"/>
                </a:highlight>
                <a:latin typeface="Consolas" panose="020B0609020204030204" pitchFamily="49" charset="0"/>
              </a:rPr>
              <a:t> </a:t>
            </a:r>
            <a:r>
              <a:rPr lang="en-US" sz="1100">
                <a:solidFill>
                  <a:srgbClr val="2B91AF"/>
                </a:solidFill>
                <a:highlight>
                  <a:srgbClr val="FFFF00"/>
                </a:highlight>
                <a:latin typeface="Consolas" panose="020B0609020204030204" pitchFamily="49" charset="0"/>
              </a:rPr>
              <a:t>Employee</a:t>
            </a:r>
            <a:r>
              <a:rPr lang="en-US" sz="1100">
                <a:solidFill>
                  <a:srgbClr val="000000"/>
                </a:solidFill>
                <a:highlight>
                  <a:srgbClr val="FFFF00"/>
                </a:highlight>
                <a:latin typeface="Consolas" panose="020B0609020204030204" pitchFamily="49" charset="0"/>
              </a:rPr>
              <a:t>(</a:t>
            </a:r>
            <a:r>
              <a:rPr lang="en-US" sz="1100">
                <a:solidFill>
                  <a:srgbClr val="A31515"/>
                </a:solidFill>
                <a:highlight>
                  <a:srgbClr val="FFFF00"/>
                </a:highlight>
                <a:latin typeface="Consolas" panose="020B0609020204030204" pitchFamily="49" charset="0"/>
              </a:rPr>
              <a:t>"Name1"</a:t>
            </a:r>
            <a:r>
              <a:rPr lang="en-US" sz="1100">
                <a:solidFill>
                  <a:srgbClr val="000000"/>
                </a:solidFill>
                <a:highlight>
                  <a:srgbClr val="FFFF00"/>
                </a:highlight>
                <a:latin typeface="Consolas" panose="020B0609020204030204" pitchFamily="49" charset="0"/>
              </a:rPr>
              <a:t>);</a:t>
            </a:r>
          </a:p>
          <a:p>
            <a:r>
              <a:rPr lang="en-US" sz="1100">
                <a:solidFill>
                  <a:srgbClr val="000000"/>
                </a:solidFill>
                <a:highlight>
                  <a:srgbClr val="FFFF00"/>
                </a:highlight>
                <a:latin typeface="Consolas" panose="020B0609020204030204" pitchFamily="49" charset="0"/>
              </a:rPr>
              <a:t>            </a:t>
            </a:r>
            <a:r>
              <a:rPr lang="en-US" sz="1100">
                <a:solidFill>
                  <a:srgbClr val="0000FF"/>
                </a:solidFill>
                <a:highlight>
                  <a:srgbClr val="FFFF00"/>
                </a:highlight>
                <a:latin typeface="Consolas" panose="020B0609020204030204" pitchFamily="49" charset="0"/>
              </a:rPr>
              <a:t>var</a:t>
            </a:r>
            <a:r>
              <a:rPr lang="en-US" sz="1100">
                <a:solidFill>
                  <a:srgbClr val="000000"/>
                </a:solidFill>
                <a:highlight>
                  <a:srgbClr val="FFFF00"/>
                </a:highlight>
                <a:latin typeface="Consolas" panose="020B0609020204030204" pitchFamily="49" charset="0"/>
              </a:rPr>
              <a:t> </a:t>
            </a:r>
            <a:r>
              <a:rPr lang="en-US" sz="1100" err="1">
                <a:solidFill>
                  <a:srgbClr val="000000"/>
                </a:solidFill>
                <a:highlight>
                  <a:srgbClr val="FFFF00"/>
                </a:highlight>
                <a:latin typeface="Consolas" panose="020B0609020204030204" pitchFamily="49" charset="0"/>
              </a:rPr>
              <a:t>secondEmployee</a:t>
            </a:r>
            <a:r>
              <a:rPr lang="en-US" sz="1100">
                <a:solidFill>
                  <a:srgbClr val="000000"/>
                </a:solidFill>
                <a:highlight>
                  <a:srgbClr val="FFFF00"/>
                </a:highlight>
                <a:latin typeface="Consolas" panose="020B0609020204030204" pitchFamily="49" charset="0"/>
              </a:rPr>
              <a:t> = </a:t>
            </a:r>
            <a:r>
              <a:rPr lang="en-US" sz="1100">
                <a:solidFill>
                  <a:srgbClr val="0000FF"/>
                </a:solidFill>
                <a:highlight>
                  <a:srgbClr val="FFFF00"/>
                </a:highlight>
                <a:latin typeface="Consolas" panose="020B0609020204030204" pitchFamily="49" charset="0"/>
              </a:rPr>
              <a:t>new</a:t>
            </a:r>
            <a:r>
              <a:rPr lang="en-US" sz="1100">
                <a:solidFill>
                  <a:srgbClr val="000000"/>
                </a:solidFill>
                <a:highlight>
                  <a:srgbClr val="FFFF00"/>
                </a:highlight>
                <a:latin typeface="Consolas" panose="020B0609020204030204" pitchFamily="49" charset="0"/>
              </a:rPr>
              <a:t> </a:t>
            </a:r>
            <a:r>
              <a:rPr lang="en-US" sz="1100">
                <a:solidFill>
                  <a:srgbClr val="2B91AF"/>
                </a:solidFill>
                <a:highlight>
                  <a:srgbClr val="FFFF00"/>
                </a:highlight>
                <a:latin typeface="Consolas" panose="020B0609020204030204" pitchFamily="49" charset="0"/>
              </a:rPr>
              <a:t>Employee</a:t>
            </a:r>
            <a:r>
              <a:rPr lang="en-US" sz="1100">
                <a:solidFill>
                  <a:srgbClr val="000000"/>
                </a:solidFill>
                <a:highlight>
                  <a:srgbClr val="FFFF00"/>
                </a:highlight>
                <a:latin typeface="Consolas" panose="020B0609020204030204" pitchFamily="49" charset="0"/>
              </a:rPr>
              <a:t>(</a:t>
            </a:r>
            <a:r>
              <a:rPr lang="en-US" sz="1100">
                <a:solidFill>
                  <a:srgbClr val="A31515"/>
                </a:solidFill>
                <a:highlight>
                  <a:srgbClr val="FFFF00"/>
                </a:highlight>
                <a:latin typeface="Consolas" panose="020B0609020204030204" pitchFamily="49" charset="0"/>
              </a:rPr>
              <a:t>"Name2"</a:t>
            </a:r>
            <a:r>
              <a:rPr lang="en-US" sz="1100">
                <a:solidFill>
                  <a:srgbClr val="000000"/>
                </a:solidFill>
                <a:highlight>
                  <a:srgbClr val="FFFF00"/>
                </a:highlight>
                <a:latin typeface="Consolas" panose="020B0609020204030204" pitchFamily="49" charset="0"/>
              </a:rPr>
              <a:t>);</a:t>
            </a:r>
          </a:p>
          <a:p>
            <a:r>
              <a:rPr lang="en-US" sz="1100">
                <a:solidFill>
                  <a:srgbClr val="000000"/>
                </a:solidFill>
                <a:highlight>
                  <a:srgbClr val="FFFF00"/>
                </a:highlight>
                <a:latin typeface="Consolas" panose="020B0609020204030204" pitchFamily="49" charset="0"/>
              </a:rPr>
              <a:t>            </a:t>
            </a:r>
            <a:r>
              <a:rPr lang="en-US" sz="1100">
                <a:solidFill>
                  <a:srgbClr val="0000FF"/>
                </a:solidFill>
                <a:highlight>
                  <a:srgbClr val="FFFF00"/>
                </a:highlight>
                <a:latin typeface="Consolas" panose="020B0609020204030204" pitchFamily="49" charset="0"/>
              </a:rPr>
              <a:t>var</a:t>
            </a:r>
            <a:r>
              <a:rPr lang="en-US" sz="1100">
                <a:solidFill>
                  <a:srgbClr val="000000"/>
                </a:solidFill>
                <a:highlight>
                  <a:srgbClr val="FFFF00"/>
                </a:highlight>
                <a:latin typeface="Consolas" panose="020B0609020204030204" pitchFamily="49" charset="0"/>
              </a:rPr>
              <a:t> </a:t>
            </a:r>
            <a:r>
              <a:rPr lang="en-US" sz="1100" err="1">
                <a:solidFill>
                  <a:srgbClr val="000000"/>
                </a:solidFill>
                <a:highlight>
                  <a:srgbClr val="FFFF00"/>
                </a:highlight>
                <a:latin typeface="Consolas" panose="020B0609020204030204" pitchFamily="49" charset="0"/>
              </a:rPr>
              <a:t>pairEmployee</a:t>
            </a:r>
            <a:r>
              <a:rPr lang="en-US" sz="1100">
                <a:solidFill>
                  <a:srgbClr val="000000"/>
                </a:solidFill>
                <a:highlight>
                  <a:srgbClr val="FFFF00"/>
                </a:highlight>
                <a:latin typeface="Consolas" panose="020B0609020204030204" pitchFamily="49" charset="0"/>
              </a:rPr>
              <a:t> = </a:t>
            </a:r>
            <a:r>
              <a:rPr lang="en-US" sz="1100">
                <a:solidFill>
                  <a:srgbClr val="0000FF"/>
                </a:solidFill>
                <a:highlight>
                  <a:srgbClr val="FFFF00"/>
                </a:highlight>
                <a:latin typeface="Consolas" panose="020B0609020204030204" pitchFamily="49" charset="0"/>
              </a:rPr>
              <a:t>new</a:t>
            </a:r>
            <a:r>
              <a:rPr lang="en-US" sz="1100">
                <a:solidFill>
                  <a:srgbClr val="000000"/>
                </a:solidFill>
                <a:highlight>
                  <a:srgbClr val="FFFF00"/>
                </a:highlight>
                <a:latin typeface="Consolas" panose="020B0609020204030204" pitchFamily="49" charset="0"/>
              </a:rPr>
              <a:t> </a:t>
            </a:r>
            <a:r>
              <a:rPr lang="en-US" sz="1100" err="1">
                <a:solidFill>
                  <a:srgbClr val="2B91AF"/>
                </a:solidFill>
                <a:highlight>
                  <a:srgbClr val="FFFF00"/>
                </a:highlight>
                <a:latin typeface="Consolas" panose="020B0609020204030204" pitchFamily="49" charset="0"/>
              </a:rPr>
              <a:t>PairEmployee</a:t>
            </a:r>
            <a:r>
              <a:rPr lang="en-US" sz="1100">
                <a:solidFill>
                  <a:srgbClr val="000000"/>
                </a:solidFill>
                <a:highlight>
                  <a:srgbClr val="FFFF00"/>
                </a:highlight>
                <a:latin typeface="Consolas" panose="020B0609020204030204" pitchFamily="49" charset="0"/>
              </a:rPr>
              <a:t>(</a:t>
            </a:r>
            <a:r>
              <a:rPr lang="en-US" sz="1100" err="1">
                <a:solidFill>
                  <a:srgbClr val="000000"/>
                </a:solidFill>
                <a:highlight>
                  <a:srgbClr val="FFFF00"/>
                </a:highlight>
                <a:latin typeface="Consolas" panose="020B0609020204030204" pitchFamily="49" charset="0"/>
              </a:rPr>
              <a:t>firstEmployee</a:t>
            </a:r>
            <a:r>
              <a:rPr lang="en-US" sz="1100">
                <a:solidFill>
                  <a:srgbClr val="000000"/>
                </a:solidFill>
                <a:highlight>
                  <a:srgbClr val="FFFF00"/>
                </a:highlight>
                <a:latin typeface="Consolas" panose="020B0609020204030204" pitchFamily="49" charset="0"/>
              </a:rPr>
              <a:t>,</a:t>
            </a:r>
          </a:p>
          <a:p>
            <a:r>
              <a:rPr lang="en-US" sz="1100">
                <a:solidFill>
                  <a:srgbClr val="000000"/>
                </a:solidFill>
                <a:highlight>
                  <a:srgbClr val="FFFF00"/>
                </a:highlight>
                <a:latin typeface="Consolas" panose="020B0609020204030204" pitchFamily="49" charset="0"/>
              </a:rPr>
              <a:t>						 </a:t>
            </a:r>
            <a:r>
              <a:rPr lang="en-US" sz="1100" err="1">
                <a:solidFill>
                  <a:srgbClr val="000000"/>
                </a:solidFill>
                <a:highlight>
                  <a:srgbClr val="FFFF00"/>
                </a:highlight>
                <a:latin typeface="Consolas" panose="020B0609020204030204" pitchFamily="49" charset="0"/>
              </a:rPr>
              <a:t>secondEmployee</a:t>
            </a:r>
            <a:r>
              <a:rPr lang="en-US" sz="1100">
                <a:solidFill>
                  <a:srgbClr val="000000"/>
                </a:solidFill>
                <a:highlight>
                  <a:srgbClr val="FFFF00"/>
                </a:highlight>
                <a:latin typeface="Consolas" panose="020B0609020204030204" pitchFamily="49" charset="0"/>
              </a:rPr>
              <a:t>);</a:t>
            </a:r>
          </a:p>
          <a:p>
            <a:r>
              <a:rPr lang="da-DK" sz="1100">
                <a:solidFill>
                  <a:srgbClr val="000000"/>
                </a:solidFill>
                <a:highlight>
                  <a:srgbClr val="FFFF00"/>
                </a:highlight>
                <a:latin typeface="Consolas" panose="020B0609020204030204" pitchFamily="49" charset="0"/>
              </a:rPr>
              <a:t>            </a:t>
            </a:r>
            <a:r>
              <a:rPr lang="da-DK" sz="1100" err="1">
                <a:solidFill>
                  <a:srgbClr val="000000"/>
                </a:solidFill>
                <a:highlight>
                  <a:srgbClr val="FFFF00"/>
                </a:highlight>
                <a:latin typeface="Consolas" panose="020B0609020204030204" pitchFamily="49" charset="0"/>
              </a:rPr>
              <a:t>pairEmployee.Print</a:t>
            </a:r>
            <a:r>
              <a:rPr lang="da-DK" sz="1100">
                <a:solidFill>
                  <a:srgbClr val="000000"/>
                </a:solidFill>
                <a:highlight>
                  <a:srgbClr val="FFFF00"/>
                </a:highlight>
                <a:latin typeface="Consolas" panose="020B0609020204030204" pitchFamily="49" charset="0"/>
              </a:rPr>
              <a:t>();</a:t>
            </a:r>
          </a:p>
          <a:p>
            <a:r>
              <a:rPr lang="da-DK" sz="1100">
                <a:solidFill>
                  <a:srgbClr val="000000"/>
                </a:solidFill>
                <a:latin typeface="Consolas" panose="020B0609020204030204" pitchFamily="49" charset="0"/>
              </a:rPr>
              <a:t>        }</a:t>
            </a:r>
            <a:endParaRPr lang="da-DK" sz="400">
              <a:latin typeface="+mn-lt"/>
            </a:endParaRPr>
          </a:p>
        </p:txBody>
      </p:sp>
      <p:sp>
        <p:nvSpPr>
          <p:cNvPr id="7" name="TextBox 6">
            <a:extLst>
              <a:ext uri="{FF2B5EF4-FFF2-40B4-BE49-F238E27FC236}">
                <a16:creationId xmlns:a16="http://schemas.microsoft.com/office/drawing/2014/main" id="{873E83C9-E431-4116-B031-DE01439E2E29}"/>
              </a:ext>
            </a:extLst>
          </p:cNvPr>
          <p:cNvSpPr txBox="1"/>
          <p:nvPr/>
        </p:nvSpPr>
        <p:spPr>
          <a:xfrm>
            <a:off x="670985" y="3918864"/>
            <a:ext cx="6025090" cy="2223875"/>
          </a:xfrm>
          <a:prstGeom prst="rect">
            <a:avLst/>
          </a:prstGeom>
          <a:noFill/>
        </p:spPr>
        <p:txBody>
          <a:bodyPr wrap="none" lIns="0" tIns="0" rIns="0" bIns="0" rtlCol="0">
            <a:noAutofit/>
          </a:bodyPr>
          <a:lstStyle/>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internal</a:t>
            </a:r>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class</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PairEmployee</a:t>
            </a:r>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private</a:t>
            </a:r>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readonly</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 _</a:t>
            </a:r>
            <a:r>
              <a:rPr lang="da-DK" sz="1100" err="1">
                <a:solidFill>
                  <a:srgbClr val="000000"/>
                </a:solidFill>
                <a:latin typeface="Consolas" panose="020B0609020204030204" pitchFamily="49" charset="0"/>
              </a:rPr>
              <a:t>firstEmployee</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private</a:t>
            </a:r>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readonly</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 _</a:t>
            </a:r>
            <a:r>
              <a:rPr lang="da-DK" sz="1100" err="1">
                <a:solidFill>
                  <a:srgbClr val="000000"/>
                </a:solidFill>
                <a:latin typeface="Consolas" panose="020B0609020204030204" pitchFamily="49" charset="0"/>
              </a:rPr>
              <a:t>secondEmployee</a:t>
            </a:r>
            <a:r>
              <a:rPr lang="da-DK" sz="1100">
                <a:solidFill>
                  <a:srgbClr val="000000"/>
                </a:solidFill>
                <a:latin typeface="Consolas" panose="020B0609020204030204" pitchFamily="49" charset="0"/>
              </a:rPr>
              <a:t>;</a:t>
            </a:r>
          </a:p>
          <a:p>
            <a:endParaRPr lang="da-DK" sz="1100">
              <a:solidFill>
                <a:srgbClr val="000000"/>
              </a:solidFill>
              <a:latin typeface="Consolas" panose="020B0609020204030204" pitchFamily="49" charset="0"/>
            </a:endParaRPr>
          </a:p>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PairEmployee</a:t>
            </a:r>
            <a:r>
              <a:rPr lang="en-US" sz="1100">
                <a:solidFill>
                  <a:srgbClr val="000000"/>
                </a:solidFill>
                <a:latin typeface="Consolas" panose="020B0609020204030204" pitchFamily="49" charset="0"/>
              </a:rPr>
              <a:t>(</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firstEmployee</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secondEmployee</a:t>
            </a:r>
            <a:r>
              <a:rPr lang="en-US"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_</a:t>
            </a:r>
            <a:r>
              <a:rPr lang="da-DK" sz="1100" err="1">
                <a:solidFill>
                  <a:srgbClr val="000000"/>
                </a:solidFill>
                <a:latin typeface="Consolas" panose="020B0609020204030204" pitchFamily="49" charset="0"/>
              </a:rPr>
              <a:t>firstEmployee</a:t>
            </a:r>
            <a:r>
              <a:rPr lang="da-DK" sz="1100">
                <a:solidFill>
                  <a:srgbClr val="000000"/>
                </a:solidFill>
                <a:latin typeface="Consolas" panose="020B0609020204030204" pitchFamily="49" charset="0"/>
              </a:rPr>
              <a:t> = </a:t>
            </a:r>
            <a:r>
              <a:rPr lang="da-DK" sz="1100" err="1">
                <a:solidFill>
                  <a:srgbClr val="000000"/>
                </a:solidFill>
                <a:latin typeface="Consolas" panose="020B0609020204030204" pitchFamily="49" charset="0"/>
              </a:rPr>
              <a:t>firstEmployee</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_</a:t>
            </a:r>
            <a:r>
              <a:rPr lang="da-DK" sz="1100" err="1">
                <a:solidFill>
                  <a:srgbClr val="000000"/>
                </a:solidFill>
                <a:latin typeface="Consolas" panose="020B0609020204030204" pitchFamily="49" charset="0"/>
              </a:rPr>
              <a:t>secondEmployee</a:t>
            </a:r>
            <a:r>
              <a:rPr lang="da-DK" sz="1100">
                <a:solidFill>
                  <a:srgbClr val="000000"/>
                </a:solidFill>
                <a:latin typeface="Consolas" panose="020B0609020204030204" pitchFamily="49" charset="0"/>
              </a:rPr>
              <a:t> = </a:t>
            </a:r>
            <a:r>
              <a:rPr lang="da-DK" sz="1100" err="1">
                <a:solidFill>
                  <a:srgbClr val="000000"/>
                </a:solidFill>
                <a:latin typeface="Consolas" panose="020B0609020204030204" pitchFamily="49" charset="0"/>
              </a:rPr>
              <a:t>secondEmployee</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p>
          <a:p>
            <a:endParaRPr lang="da-DK" sz="1100">
              <a:solidFill>
                <a:srgbClr val="000000"/>
              </a:solidFill>
              <a:latin typeface="Consolas" panose="020B0609020204030204" pitchFamily="49" charset="0"/>
            </a:endParaRP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internal</a:t>
            </a:r>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void</a:t>
            </a:r>
            <a:r>
              <a:rPr lang="da-DK" sz="1100">
                <a:solidFill>
                  <a:srgbClr val="000000"/>
                </a:solidFill>
                <a:latin typeface="Consolas" panose="020B0609020204030204" pitchFamily="49" charset="0"/>
              </a:rPr>
              <a:t> Print() {</a:t>
            </a:r>
          </a:p>
          <a:p>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Console</a:t>
            </a:r>
            <a:r>
              <a:rPr lang="en-US" sz="1100" err="1">
                <a:solidFill>
                  <a:srgbClr val="000000"/>
                </a:solidFill>
                <a:latin typeface="Consolas" panose="020B0609020204030204" pitchFamily="49" charset="0"/>
              </a:rPr>
              <a:t>.WriteLine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$"First number: </a:t>
            </a:r>
            <a:r>
              <a:rPr lang="en-US" sz="1100">
                <a:solidFill>
                  <a:srgbClr val="000000"/>
                </a:solidFill>
                <a:latin typeface="Consolas" panose="020B0609020204030204" pitchFamily="49" charset="0"/>
              </a:rPr>
              <a:t>{_</a:t>
            </a:r>
            <a:r>
              <a:rPr lang="en-US" sz="1100" err="1">
                <a:solidFill>
                  <a:srgbClr val="000000"/>
                </a:solidFill>
                <a:latin typeface="Consolas" panose="020B0609020204030204" pitchFamily="49" charset="0"/>
              </a:rPr>
              <a:t>firstEmployee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a:t>
            </a:r>
          </a:p>
          <a:p>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Console</a:t>
            </a:r>
            <a:r>
              <a:rPr lang="en-US" sz="1100" err="1">
                <a:solidFill>
                  <a:srgbClr val="000000"/>
                </a:solidFill>
                <a:latin typeface="Consolas" panose="020B0609020204030204" pitchFamily="49" charset="0"/>
              </a:rPr>
              <a:t>.WriteLine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$"Second number: </a:t>
            </a:r>
            <a:r>
              <a:rPr lang="en-US" sz="1100">
                <a:solidFill>
                  <a:srgbClr val="000000"/>
                </a:solidFill>
                <a:latin typeface="Consolas" panose="020B0609020204030204" pitchFamily="49" charset="0"/>
              </a:rPr>
              <a:t>{_</a:t>
            </a:r>
            <a:r>
              <a:rPr lang="en-US" sz="1100" err="1">
                <a:solidFill>
                  <a:srgbClr val="000000"/>
                </a:solidFill>
                <a:latin typeface="Consolas" panose="020B0609020204030204" pitchFamily="49" charset="0"/>
              </a:rPr>
              <a:t>secondEmployee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    }</a:t>
            </a:r>
            <a:endParaRPr lang="da-DK" sz="200">
              <a:latin typeface="+mn-lt"/>
            </a:endParaRPr>
          </a:p>
        </p:txBody>
      </p:sp>
    </p:spTree>
    <p:extLst>
      <p:ext uri="{BB962C8B-B14F-4D97-AF65-F5344CB8AC3E}">
        <p14:creationId xmlns:p14="http://schemas.microsoft.com/office/powerpoint/2010/main" val="4017778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4C18A-50F1-4670-A17C-03AD4867BA0D}"/>
              </a:ext>
            </a:extLst>
          </p:cNvPr>
          <p:cNvSpPr>
            <a:spLocks noGrp="1"/>
          </p:cNvSpPr>
          <p:nvPr>
            <p:ph type="title"/>
          </p:nvPr>
        </p:nvSpPr>
        <p:spPr/>
        <p:txBody>
          <a:bodyPr/>
          <a:lstStyle/>
          <a:p>
            <a:r>
              <a:rPr lang="en-GB"/>
              <a:t>Generics</a:t>
            </a:r>
            <a:endParaRPr lang="da-DK"/>
          </a:p>
        </p:txBody>
      </p:sp>
      <p:sp>
        <p:nvSpPr>
          <p:cNvPr id="3" name="Slide Number Placeholder 2">
            <a:extLst>
              <a:ext uri="{FF2B5EF4-FFF2-40B4-BE49-F238E27FC236}">
                <a16:creationId xmlns:a16="http://schemas.microsoft.com/office/drawing/2014/main" id="{036D0BED-0DE4-4C30-AF48-75E58BA4D9C0}"/>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4" name="Text Placeholder 3">
            <a:extLst>
              <a:ext uri="{FF2B5EF4-FFF2-40B4-BE49-F238E27FC236}">
                <a16:creationId xmlns:a16="http://schemas.microsoft.com/office/drawing/2014/main" id="{F56A88BE-E158-43BB-96BA-ACC6EAB9F418}"/>
              </a:ext>
            </a:extLst>
          </p:cNvPr>
          <p:cNvSpPr>
            <a:spLocks noGrp="1"/>
          </p:cNvSpPr>
          <p:nvPr>
            <p:ph type="body" sz="quarter" idx="17"/>
          </p:nvPr>
        </p:nvSpPr>
        <p:spPr/>
        <p:txBody>
          <a:bodyPr/>
          <a:lstStyle/>
          <a:p>
            <a:r>
              <a:rPr lang="en-US"/>
              <a:t>generics</a:t>
            </a:r>
            <a:endParaRPr lang="da-DK"/>
          </a:p>
        </p:txBody>
      </p:sp>
      <p:sp>
        <p:nvSpPr>
          <p:cNvPr id="6" name="TextBox 5">
            <a:extLst>
              <a:ext uri="{FF2B5EF4-FFF2-40B4-BE49-F238E27FC236}">
                <a16:creationId xmlns:a16="http://schemas.microsoft.com/office/drawing/2014/main" id="{10DFF8C2-644A-4695-BF02-D2262A202AA4}"/>
              </a:ext>
            </a:extLst>
          </p:cNvPr>
          <p:cNvSpPr txBox="1"/>
          <p:nvPr/>
        </p:nvSpPr>
        <p:spPr>
          <a:xfrm>
            <a:off x="670985" y="2912746"/>
            <a:ext cx="4399111" cy="1622383"/>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internal</a:t>
            </a:r>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MyGenericClass</a:t>
            </a:r>
            <a:r>
              <a:rPr lang="da-DK" sz="1400">
                <a:solidFill>
                  <a:srgbClr val="000000"/>
                </a:solidFill>
                <a:latin typeface="Consolas" panose="020B0609020204030204" pitchFamily="49" charset="0"/>
              </a:rPr>
              <a:t>&lt;</a:t>
            </a:r>
            <a:r>
              <a:rPr lang="da-DK" sz="1400">
                <a:solidFill>
                  <a:srgbClr val="2B91AF"/>
                </a:solidFill>
                <a:latin typeface="Consolas" panose="020B0609020204030204" pitchFamily="49" charset="0"/>
              </a:rPr>
              <a:t>T</a:t>
            </a:r>
            <a:r>
              <a:rPr lang="da-DK" sz="1400">
                <a:solidFill>
                  <a:srgbClr val="000000"/>
                </a:solidFill>
                <a:latin typeface="Consolas" panose="020B0609020204030204" pitchFamily="49" charset="0"/>
              </a:rPr>
              <a:t>&gt;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T</a:t>
            </a:r>
            <a:r>
              <a:rPr lang="en-US" sz="1400">
                <a:solidFill>
                  <a:srgbClr val="000000"/>
                </a:solidFill>
                <a:latin typeface="Consolas" panose="020B0609020204030204" pitchFamily="49" charset="0"/>
              </a:rPr>
              <a:t> Property { </a:t>
            </a:r>
            <a:r>
              <a:rPr lang="en-US" sz="1400">
                <a:solidFill>
                  <a:srgbClr val="0000FF"/>
                </a:solidFill>
                <a:latin typeface="Consolas" panose="020B0609020204030204" pitchFamily="49" charset="0"/>
              </a:rPr>
              <a:t>get</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set</a:t>
            </a:r>
            <a:r>
              <a:rPr lang="en-US" sz="1400">
                <a:solidFill>
                  <a:srgbClr val="000000"/>
                </a:solidFill>
                <a:latin typeface="Consolas" panose="020B0609020204030204" pitchFamily="49" charset="0"/>
              </a:rPr>
              <a:t>; }</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MyGenericClass</a:t>
            </a:r>
            <a:r>
              <a:rPr lang="da-DK" sz="1400">
                <a:solidFill>
                  <a:srgbClr val="000000"/>
                </a:solidFill>
                <a:latin typeface="Consolas" panose="020B0609020204030204" pitchFamily="49" charset="0"/>
              </a:rPr>
              <a:t>(</a:t>
            </a:r>
            <a:r>
              <a:rPr lang="da-DK" sz="1400">
                <a:solidFill>
                  <a:srgbClr val="2B91AF"/>
                </a:solidFill>
                <a:latin typeface="Consolas" panose="020B0609020204030204" pitchFamily="49" charset="0"/>
              </a:rPr>
              <a:t>T</a:t>
            </a: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property</a:t>
            </a:r>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Property = </a:t>
            </a:r>
            <a:r>
              <a:rPr lang="da-DK" sz="1400" err="1">
                <a:solidFill>
                  <a:srgbClr val="000000"/>
                </a:solidFill>
                <a:latin typeface="Consolas" panose="020B0609020204030204" pitchFamily="49" charset="0"/>
              </a:rPr>
              <a:t>property</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endParaRPr lang="da-DK" sz="1200">
              <a:latin typeface="+mn-lt"/>
            </a:endParaRPr>
          </a:p>
        </p:txBody>
      </p:sp>
      <p:sp>
        <p:nvSpPr>
          <p:cNvPr id="7" name="TextBox 6">
            <a:extLst>
              <a:ext uri="{FF2B5EF4-FFF2-40B4-BE49-F238E27FC236}">
                <a16:creationId xmlns:a16="http://schemas.microsoft.com/office/drawing/2014/main" id="{1A90C01B-1B9B-410F-B13C-B052641F555F}"/>
              </a:ext>
            </a:extLst>
          </p:cNvPr>
          <p:cNvSpPr txBox="1"/>
          <p:nvPr/>
        </p:nvSpPr>
        <p:spPr>
          <a:xfrm>
            <a:off x="5391151" y="1838324"/>
            <a:ext cx="6619874" cy="3181351"/>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args</a:t>
            </a:r>
            <a:r>
              <a:rPr lang="en-US" sz="1400">
                <a:solidFill>
                  <a:srgbClr val="000000"/>
                </a:solidFill>
                <a:latin typeface="Consolas" panose="020B0609020204030204" pitchFamily="49" charset="0"/>
              </a:rPr>
              <a:t>) {</a:t>
            </a:r>
          </a:p>
          <a:p>
            <a:pPr algn="ctr"/>
            <a:r>
              <a:rPr lang="en-US" sz="1400">
                <a:solidFill>
                  <a:srgbClr val="000000"/>
                </a:solidFill>
                <a:latin typeface="Consolas" panose="020B0609020204030204" pitchFamily="49" charset="0"/>
              </a:rPr>
              <a:t>…</a:t>
            </a:r>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firstClass</a:t>
            </a:r>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MyGenericClass</a:t>
            </a:r>
            <a:r>
              <a:rPr lang="en-US" sz="1400">
                <a:solidFill>
                  <a:srgbClr val="000000"/>
                </a:solidFill>
                <a:latin typeface="Consolas" panose="020B0609020204030204" pitchFamily="49" charset="0"/>
              </a:rPr>
              <a:t>&lt;</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&gt;(1);</a:t>
            </a:r>
          </a:p>
          <a:p>
            <a:endParaRPr lang="en-US" sz="1400">
              <a:solidFill>
                <a:srgbClr val="000000"/>
              </a:solidFill>
              <a:latin typeface="Consolas" panose="020B0609020204030204" pitchFamily="49" charset="0"/>
            </a:endParaRPr>
          </a:p>
          <a:p>
            <a:endParaRPr lang="en-US" sz="1400">
              <a:solidFill>
                <a:srgbClr val="000000"/>
              </a:solidFill>
              <a:latin typeface="Consolas" panose="020B0609020204030204" pitchFamily="49" charset="0"/>
            </a:endParaRPr>
          </a:p>
          <a:p>
            <a:endParaRPr lang="en-US" sz="1400">
              <a:solidFill>
                <a:srgbClr val="000000"/>
              </a:solidFill>
              <a:latin typeface="Consolas" panose="020B0609020204030204" pitchFamily="49" charset="0"/>
            </a:endParaRPr>
          </a:p>
          <a:p>
            <a:endParaRPr lang="en-US" sz="1400">
              <a:solidFill>
                <a:srgbClr val="000000"/>
              </a:solidFill>
              <a:latin typeface="Consolas" panose="020B0609020204030204" pitchFamily="49" charset="0"/>
            </a:endParaRPr>
          </a:p>
          <a:p>
            <a:pPr algn="ctr"/>
            <a:r>
              <a:rPr lang="da-DK" sz="1400">
                <a:latin typeface="Consolas" panose="020B0609020204030204" pitchFamily="49" charset="0"/>
              </a:rPr>
              <a:t>…</a:t>
            </a:r>
          </a:p>
          <a:p>
            <a:endParaRPr lang="da-DK" sz="1400">
              <a:solidFill>
                <a:srgbClr val="000000"/>
              </a:solidFill>
              <a:latin typeface="Consolas" panose="020B0609020204030204" pitchFamily="49" charset="0"/>
            </a:endParaRPr>
          </a:p>
          <a:p>
            <a:endParaRPr lang="da-DK" sz="1400">
              <a:solidFill>
                <a:srgbClr val="000000"/>
              </a:solidFill>
              <a:latin typeface="Consolas" panose="020B0609020204030204" pitchFamily="49" charset="0"/>
            </a:endParaRP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secondClass</a:t>
            </a:r>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MyGenericClass</a:t>
            </a:r>
            <a:r>
              <a:rPr lang="en-US" sz="1400">
                <a:solidFill>
                  <a:srgbClr val="000000"/>
                </a:solidFill>
                <a:latin typeface="Consolas" panose="020B0609020204030204" pitchFamily="49" charset="0"/>
              </a:rPr>
              <a:t>&lt;</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&gt;(</a:t>
            </a:r>
            <a:r>
              <a:rPr lang="en-US" sz="1400">
                <a:solidFill>
                  <a:srgbClr val="A31515"/>
                </a:solidFill>
                <a:latin typeface="Consolas" panose="020B0609020204030204" pitchFamily="49" charset="0"/>
              </a:rPr>
              <a:t>"Second"</a:t>
            </a:r>
            <a:r>
              <a:rPr lang="en-US" sz="1400">
                <a:solidFill>
                  <a:srgbClr val="000000"/>
                </a:solidFill>
                <a:latin typeface="Consolas" panose="020B0609020204030204" pitchFamily="49" charset="0"/>
              </a:rPr>
              <a:t>);</a:t>
            </a:r>
          </a:p>
          <a:p>
            <a:pPr algn="ct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p>
        </p:txBody>
      </p:sp>
      <p:cxnSp>
        <p:nvCxnSpPr>
          <p:cNvPr id="12" name="Straight Arrow Connector 11">
            <a:extLst>
              <a:ext uri="{FF2B5EF4-FFF2-40B4-BE49-F238E27FC236}">
                <a16:creationId xmlns:a16="http://schemas.microsoft.com/office/drawing/2014/main" id="{3A1F42BC-0007-4AC0-A5E6-0DDEADDEEB14}"/>
              </a:ext>
            </a:extLst>
          </p:cNvPr>
          <p:cNvCxnSpPr>
            <a:cxnSpLocks/>
          </p:cNvCxnSpPr>
          <p:nvPr/>
        </p:nvCxnSpPr>
        <p:spPr>
          <a:xfrm flipH="1">
            <a:off x="3933825" y="2508991"/>
            <a:ext cx="6029325" cy="504301"/>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5568D895-AC9B-41CA-8325-A8D1411934E7}"/>
              </a:ext>
            </a:extLst>
          </p:cNvPr>
          <p:cNvCxnSpPr>
            <a:cxnSpLocks/>
          </p:cNvCxnSpPr>
          <p:nvPr/>
        </p:nvCxnSpPr>
        <p:spPr>
          <a:xfrm flipH="1" flipV="1">
            <a:off x="3933826" y="3143250"/>
            <a:ext cx="6181724" cy="106680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6219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83AE-05B5-4842-9B34-7CC421C9CB01}"/>
              </a:ext>
            </a:extLst>
          </p:cNvPr>
          <p:cNvSpPr>
            <a:spLocks noGrp="1"/>
          </p:cNvSpPr>
          <p:nvPr>
            <p:ph type="title"/>
          </p:nvPr>
        </p:nvSpPr>
        <p:spPr/>
        <p:txBody>
          <a:bodyPr/>
          <a:lstStyle/>
          <a:p>
            <a:r>
              <a:rPr lang="en-GB"/>
              <a:t>Generics</a:t>
            </a:r>
            <a:endParaRPr lang="da-DK"/>
          </a:p>
        </p:txBody>
      </p:sp>
      <p:sp>
        <p:nvSpPr>
          <p:cNvPr id="3" name="Slide Number Placeholder 2">
            <a:extLst>
              <a:ext uri="{FF2B5EF4-FFF2-40B4-BE49-F238E27FC236}">
                <a16:creationId xmlns:a16="http://schemas.microsoft.com/office/drawing/2014/main" id="{1E61AC59-02C5-4A99-9699-40C993654422}"/>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4" name="Text Placeholder 3">
            <a:extLst>
              <a:ext uri="{FF2B5EF4-FFF2-40B4-BE49-F238E27FC236}">
                <a16:creationId xmlns:a16="http://schemas.microsoft.com/office/drawing/2014/main" id="{E4CCB6C1-D3A7-48D0-8C0E-51BEF39F8A20}"/>
              </a:ext>
            </a:extLst>
          </p:cNvPr>
          <p:cNvSpPr>
            <a:spLocks noGrp="1"/>
          </p:cNvSpPr>
          <p:nvPr>
            <p:ph type="body" sz="quarter" idx="17"/>
          </p:nvPr>
        </p:nvSpPr>
        <p:spPr/>
        <p:txBody>
          <a:bodyPr/>
          <a:lstStyle/>
          <a:p>
            <a:r>
              <a:rPr lang="en-GB"/>
              <a:t>Constraints on type parameters</a:t>
            </a:r>
            <a:endParaRPr lang="da-DK"/>
          </a:p>
          <a:p>
            <a:endParaRPr lang="da-DK"/>
          </a:p>
        </p:txBody>
      </p:sp>
      <p:sp>
        <p:nvSpPr>
          <p:cNvPr id="5" name="TextBox 4">
            <a:extLst>
              <a:ext uri="{FF2B5EF4-FFF2-40B4-BE49-F238E27FC236}">
                <a16:creationId xmlns:a16="http://schemas.microsoft.com/office/drawing/2014/main" id="{FB3DD600-2DDA-4517-9DD6-45AB817AD292}"/>
              </a:ext>
            </a:extLst>
          </p:cNvPr>
          <p:cNvSpPr txBox="1"/>
          <p:nvPr/>
        </p:nvSpPr>
        <p:spPr>
          <a:xfrm>
            <a:off x="1790606" y="1962885"/>
            <a:ext cx="8595824" cy="2072980"/>
          </a:xfrm>
          <a:prstGeom prst="rect">
            <a:avLst/>
          </a:prstGeom>
          <a:noFill/>
        </p:spPr>
        <p:txBody>
          <a:bodyPr wrap="none" lIns="0" tIns="0" rIns="0" bIns="0" rtlCol="0">
            <a:noAutofit/>
          </a:bodyPr>
          <a:lstStyle/>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internal</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class</a:t>
            </a:r>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MyGenericClass</a:t>
            </a:r>
            <a:r>
              <a:rPr lang="en-US" sz="1800">
                <a:solidFill>
                  <a:srgbClr val="000000"/>
                </a:solidFill>
                <a:latin typeface="Consolas" panose="020B0609020204030204" pitchFamily="49" charset="0"/>
              </a:rPr>
              <a:t>&lt;</a:t>
            </a:r>
            <a:r>
              <a:rPr lang="en-US" sz="1800">
                <a:solidFill>
                  <a:srgbClr val="2B91AF"/>
                </a:solidFill>
                <a:latin typeface="Consolas" panose="020B0609020204030204" pitchFamily="49" charset="0"/>
              </a:rPr>
              <a:t>T</a:t>
            </a:r>
            <a:r>
              <a:rPr lang="en-US" sz="1800">
                <a:solidFill>
                  <a:srgbClr val="000000"/>
                </a:solidFill>
                <a:latin typeface="Consolas" panose="020B0609020204030204" pitchFamily="49" charset="0"/>
              </a:rPr>
              <a:t>&gt; </a:t>
            </a:r>
            <a:r>
              <a:rPr lang="en-US" sz="1800">
                <a:solidFill>
                  <a:srgbClr val="0000FF"/>
                </a:solidFill>
                <a:highlight>
                  <a:srgbClr val="FFFF00"/>
                </a:highlight>
                <a:latin typeface="Consolas" panose="020B0609020204030204" pitchFamily="49" charset="0"/>
              </a:rPr>
              <a:t>where</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a:t>
            </a:r>
            <a:r>
              <a:rPr lang="en-US" sz="1800">
                <a:solidFill>
                  <a:srgbClr val="000000"/>
                </a:solidFill>
                <a:latin typeface="Consolas" panose="020B0609020204030204" pitchFamily="49" charset="0"/>
              </a:rPr>
              <a:t> :  </a:t>
            </a:r>
            <a:r>
              <a:rPr lang="en-US" sz="1800" err="1">
                <a:solidFill>
                  <a:srgbClr val="2B91AF"/>
                </a:solidFill>
                <a:latin typeface="Consolas" panose="020B0609020204030204" pitchFamily="49" charset="0"/>
              </a:rPr>
              <a:t>IMyInterface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a:t>
            </a:r>
            <a:r>
              <a:rPr lang="en-US" sz="1800">
                <a:solidFill>
                  <a:srgbClr val="000000"/>
                </a:solidFill>
                <a:latin typeface="Consolas" panose="020B0609020204030204" pitchFamily="49" charset="0"/>
              </a:rPr>
              <a:t> Property { </a:t>
            </a:r>
            <a:r>
              <a:rPr lang="en-US" sz="1800">
                <a:solidFill>
                  <a:srgbClr val="0000FF"/>
                </a:solidFill>
                <a:latin typeface="Consolas" panose="020B0609020204030204" pitchFamily="49" charset="0"/>
              </a:rPr>
              <a:t>get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set</a:t>
            </a:r>
            <a:r>
              <a:rPr lang="en-US" sz="1800">
                <a:solidFill>
                  <a:srgbClr val="000000"/>
                </a:solidFill>
                <a:latin typeface="Consolas" panose="020B0609020204030204" pitchFamily="49" charset="0"/>
              </a:rPr>
              <a:t>; }</a:t>
            </a: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public</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MyGenericClass</a:t>
            </a:r>
            <a:r>
              <a:rPr lang="da-DK" sz="1800">
                <a:solidFill>
                  <a:srgbClr val="000000"/>
                </a:solidFill>
                <a:latin typeface="Consolas" panose="020B0609020204030204" pitchFamily="49" charset="0"/>
              </a:rPr>
              <a:t>(</a:t>
            </a:r>
            <a:r>
              <a:rPr lang="da-DK" sz="1800">
                <a:solidFill>
                  <a:srgbClr val="2B91AF"/>
                </a:solidFill>
                <a:latin typeface="Consolas" panose="020B0609020204030204" pitchFamily="49" charset="0"/>
              </a:rPr>
              <a:t>T</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property</a:t>
            </a:r>
            <a:r>
              <a:rPr lang="da-DK" sz="1800">
                <a:solidFill>
                  <a:srgbClr val="000000"/>
                </a:solidFill>
                <a:latin typeface="Consolas" panose="020B0609020204030204" pitchFamily="49" charset="0"/>
              </a:rPr>
              <a:t>) {</a:t>
            </a:r>
          </a:p>
          <a:p>
            <a:r>
              <a:rPr lang="da-DK" sz="1800">
                <a:solidFill>
                  <a:srgbClr val="000000"/>
                </a:solidFill>
                <a:latin typeface="Consolas" panose="020B0609020204030204" pitchFamily="49" charset="0"/>
              </a:rPr>
              <a:t>            Property = </a:t>
            </a:r>
            <a:r>
              <a:rPr lang="da-DK" sz="1800" err="1">
                <a:solidFill>
                  <a:srgbClr val="000000"/>
                </a:solidFill>
                <a:latin typeface="Consolas" panose="020B0609020204030204" pitchFamily="49" charset="0"/>
              </a:rPr>
              <a:t>property</a:t>
            </a:r>
            <a:r>
              <a:rPr lang="da-DK" sz="1800">
                <a:solidFill>
                  <a:srgbClr val="000000"/>
                </a:solidFill>
                <a:latin typeface="Consolas" panose="020B0609020204030204" pitchFamily="49" charset="0"/>
              </a:rPr>
              <a:t>;</a:t>
            </a:r>
          </a:p>
          <a:p>
            <a:r>
              <a:rPr lang="da-DK" sz="1800">
                <a:solidFill>
                  <a:srgbClr val="000000"/>
                </a:solidFill>
                <a:latin typeface="Consolas" panose="020B0609020204030204" pitchFamily="49" charset="0"/>
              </a:rPr>
              <a:t>        }</a:t>
            </a:r>
          </a:p>
          <a:p>
            <a:r>
              <a:rPr lang="da-DK" sz="1800">
                <a:solidFill>
                  <a:srgbClr val="000000"/>
                </a:solidFill>
                <a:latin typeface="Consolas" panose="020B0609020204030204" pitchFamily="49" charset="0"/>
              </a:rPr>
              <a:t>    }</a:t>
            </a:r>
            <a:endParaRPr lang="en-GB" sz="1600">
              <a:latin typeface="+mn-lt"/>
            </a:endParaRPr>
          </a:p>
        </p:txBody>
      </p:sp>
      <p:sp>
        <p:nvSpPr>
          <p:cNvPr id="6" name="TextBox 5">
            <a:extLst>
              <a:ext uri="{FF2B5EF4-FFF2-40B4-BE49-F238E27FC236}">
                <a16:creationId xmlns:a16="http://schemas.microsoft.com/office/drawing/2014/main" id="{E28D52A4-AB32-440B-994E-AE2A86045885}"/>
              </a:ext>
            </a:extLst>
          </p:cNvPr>
          <p:cNvSpPr txBox="1"/>
          <p:nvPr/>
        </p:nvSpPr>
        <p:spPr>
          <a:xfrm>
            <a:off x="2099584" y="4540366"/>
            <a:ext cx="8595825" cy="1261634"/>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solidFill>
                  <a:srgbClr val="0000FF"/>
                </a:solidFill>
                <a:highlight>
                  <a:srgbClr val="FFFF00"/>
                </a:highlight>
                <a:latin typeface="Consolas" panose="020B0609020204030204" pitchFamily="49" charset="0"/>
              </a:rPr>
              <a:t>where</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T</a:t>
            </a:r>
            <a:r>
              <a:rPr lang="en-US" sz="1600">
                <a:solidFill>
                  <a:srgbClr val="000000"/>
                </a:solidFill>
                <a:latin typeface="Consolas" panose="020B0609020204030204" pitchFamily="49" charset="0"/>
              </a:rPr>
              <a:t> :  </a:t>
            </a:r>
            <a:r>
              <a:rPr lang="en-US" sz="1600" err="1">
                <a:solidFill>
                  <a:srgbClr val="2B91AF"/>
                </a:solidFill>
                <a:latin typeface="Consolas" panose="020B0609020204030204" pitchFamily="49" charset="0"/>
              </a:rPr>
              <a:t>IMyInterface</a:t>
            </a:r>
            <a:r>
              <a:rPr lang="en-US" sz="1600">
                <a:solidFill>
                  <a:srgbClr val="2B91AF"/>
                </a:solidFill>
                <a:latin typeface="Consolas" panose="020B0609020204030204" pitchFamily="49" charset="0"/>
              </a:rPr>
              <a:t> </a:t>
            </a:r>
            <a:r>
              <a:rPr lang="en-US" sz="1600">
                <a:latin typeface="+mn-lt"/>
              </a:rPr>
              <a:t>– The type argument must be or implement specified interface</a:t>
            </a:r>
          </a:p>
          <a:p>
            <a:pPr marL="0" indent="0" defTabSz="179388">
              <a:buClr>
                <a:srgbClr val="00DEE6"/>
              </a:buClr>
              <a:buFont typeface="Arial" panose="020B0604020202020204" pitchFamily="34" charset="0"/>
              <a:buNone/>
            </a:pPr>
            <a:r>
              <a:rPr lang="en-US" sz="1600">
                <a:solidFill>
                  <a:srgbClr val="0000FF"/>
                </a:solidFill>
                <a:highlight>
                  <a:srgbClr val="FFFF00"/>
                </a:highlight>
                <a:latin typeface="Consolas" panose="020B0609020204030204" pitchFamily="49" charset="0"/>
              </a:rPr>
              <a:t>where</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T</a:t>
            </a:r>
            <a:r>
              <a:rPr lang="en-US" sz="1600">
                <a:solidFill>
                  <a:srgbClr val="000000"/>
                </a:solidFill>
                <a:latin typeface="Consolas" panose="020B0609020204030204" pitchFamily="49" charset="0"/>
              </a:rPr>
              <a:t>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a:latin typeface="+mn-lt"/>
              </a:rPr>
              <a:t>– The type argument must have a public </a:t>
            </a:r>
            <a:r>
              <a:rPr lang="en-US" sz="1600" err="1">
                <a:latin typeface="+mn-lt"/>
              </a:rPr>
              <a:t>parameterless</a:t>
            </a:r>
            <a:r>
              <a:rPr lang="en-US" sz="1600">
                <a:latin typeface="+mn-lt"/>
              </a:rPr>
              <a:t>  constructor</a:t>
            </a:r>
          </a:p>
          <a:p>
            <a:pPr marL="0" indent="0" defTabSz="179388">
              <a:buClr>
                <a:srgbClr val="00DEE6"/>
              </a:buClr>
              <a:buFont typeface="Arial" panose="020B0604020202020204" pitchFamily="34" charset="0"/>
              <a:buNone/>
            </a:pPr>
            <a:endParaRPr lang="en-US" sz="1600">
              <a:latin typeface="+mn-lt"/>
            </a:endParaRPr>
          </a:p>
          <a:p>
            <a:pPr marL="0" indent="0" algn="ctr" defTabSz="179388">
              <a:buClr>
                <a:srgbClr val="00DEE6"/>
              </a:buClr>
              <a:buFont typeface="Arial" panose="020B0604020202020204" pitchFamily="34" charset="0"/>
              <a:buNone/>
            </a:pPr>
            <a:r>
              <a:rPr lang="en-US" sz="2000">
                <a:latin typeface="+mn-lt"/>
                <a:hlinkClick r:id="rId3"/>
              </a:rPr>
              <a:t>Other constrains</a:t>
            </a:r>
            <a:endParaRPr lang="da-DK" sz="1600">
              <a:latin typeface="+mn-lt"/>
            </a:endParaRPr>
          </a:p>
        </p:txBody>
      </p:sp>
    </p:spTree>
    <p:extLst>
      <p:ext uri="{BB962C8B-B14F-4D97-AF65-F5344CB8AC3E}">
        <p14:creationId xmlns:p14="http://schemas.microsoft.com/office/powerpoint/2010/main" val="314010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D8957-6B19-4B20-9400-216CA83869B6}"/>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F2BC4B7A-8D65-4E78-B0F2-5C2A45F798A2}"/>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4" name="Text Placeholder 3">
            <a:extLst>
              <a:ext uri="{FF2B5EF4-FFF2-40B4-BE49-F238E27FC236}">
                <a16:creationId xmlns:a16="http://schemas.microsoft.com/office/drawing/2014/main" id="{3DB2694C-B316-4CEF-AD42-78CB82F119CE}"/>
              </a:ext>
            </a:extLst>
          </p:cNvPr>
          <p:cNvSpPr>
            <a:spLocks noGrp="1"/>
          </p:cNvSpPr>
          <p:nvPr>
            <p:ph type="body" sz="quarter" idx="17"/>
          </p:nvPr>
        </p:nvSpPr>
        <p:spPr/>
        <p:txBody>
          <a:bodyPr/>
          <a:lstStyle/>
          <a:p>
            <a:r>
              <a:rPr lang="en-GB"/>
              <a:t>Demo 1</a:t>
            </a:r>
            <a:endParaRPr lang="da-DK"/>
          </a:p>
        </p:txBody>
      </p:sp>
      <p:sp>
        <p:nvSpPr>
          <p:cNvPr id="5" name="TextBox 4">
            <a:extLst>
              <a:ext uri="{FF2B5EF4-FFF2-40B4-BE49-F238E27FC236}">
                <a16:creationId xmlns:a16="http://schemas.microsoft.com/office/drawing/2014/main" id="{0913648A-D897-4A1B-ABCD-C48148E2044F}"/>
              </a:ext>
            </a:extLst>
          </p:cNvPr>
          <p:cNvSpPr txBox="1"/>
          <p:nvPr/>
        </p:nvSpPr>
        <p:spPr>
          <a:xfrm>
            <a:off x="672000" y="1481350"/>
            <a:ext cx="5252549" cy="4497741"/>
          </a:xfrm>
          <a:prstGeom prst="rect">
            <a:avLst/>
          </a:prstGeom>
          <a:noFill/>
        </p:spPr>
        <p:txBody>
          <a:bodyPr wrap="none" lIns="0" tIns="0" rIns="0" bIns="0" rtlCol="0" anchor="t">
            <a:noAutofit/>
          </a:bodyPr>
          <a:lstStyle/>
          <a:p>
            <a:pPr fontAlgn="base"/>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public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class</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2B91AF"/>
                </a:solidFill>
                <a:effectLst/>
                <a:latin typeface="Consolas" panose="020B0609020204030204" pitchFamily="49" charset="0"/>
                <a:ea typeface="MS PGothic" panose="020B0600070205080204" pitchFamily="34" charset="-128"/>
                <a:cs typeface="Calibri" panose="020F0502020204030204" pitchFamily="34" charset="0"/>
              </a:rPr>
              <a:t>Car</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&lt;</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&gt;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where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class</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new</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private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_</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private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string</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_model;</a:t>
            </a:r>
          </a:p>
          <a:p>
            <a:pPr fontAlgn="base"/>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public</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2B91AF"/>
                </a:solidFill>
                <a:effectLst/>
                <a:latin typeface="Consolas" panose="020B0609020204030204" pitchFamily="49" charset="0"/>
                <a:ea typeface="MS PGothic" panose="020B0600070205080204" pitchFamily="34" charset="-128"/>
                <a:cs typeface="Calibri" panose="020F0502020204030204" pitchFamily="34" charset="0"/>
              </a:rPr>
              <a:t>Car</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string</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model) {</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_</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new</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_model = model;</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Console</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.WriteLine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Car</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{model} </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with</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typeof</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engine</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 </a:t>
            </a:r>
            <a:r>
              <a:rPr lang="da-DK" sz="800" kern="1200" err="1">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created</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p>
          <a:p>
            <a:pPr fontAlgn="base"/>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public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void</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Drive() {</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Console</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.WriteLine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Engine starts: </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{_</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engine.Start</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Console</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.WriteLine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Now </a:t>
            </a:r>
            <a:r>
              <a:rPr lang="da-DK" sz="800" kern="1200" err="1">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you're</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 </a:t>
            </a:r>
            <a:r>
              <a:rPr lang="da-DK" sz="800" kern="1200" err="1">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driving</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 </a:t>
            </a:r>
            <a:r>
              <a:rPr lang="da-DK" sz="800" kern="1200" err="1">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your</a:t>
            </a:r>
            <a:r>
              <a:rPr lang="da-DK" sz="800" kern="1200">
                <a:solidFill>
                  <a:srgbClr val="A31515"/>
                </a:solidFill>
                <a:effectLst/>
                <a:latin typeface="Consolas" panose="020B0609020204030204" pitchFamily="49" charset="0"/>
                <a:ea typeface="MS PGothic" panose="020B0600070205080204" pitchFamily="34" charset="-128"/>
                <a:cs typeface="MS PGothic" panose="020B0600070205080204" pitchFamily="34" charset="-128"/>
              </a:rPr>
              <a:t> </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{_model}!");</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p>
          <a:p>
            <a:pPr fontAlgn="base"/>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a:solidFill>
                  <a:srgbClr val="0000FF"/>
                </a:solidFill>
                <a:effectLst/>
                <a:latin typeface="Consolas" panose="020B0609020204030204" pitchFamily="49" charset="0"/>
                <a:ea typeface="MS PGothic" panose="020B0600070205080204" pitchFamily="34" charset="-128"/>
                <a:cs typeface="Calibri" panose="020F0502020204030204" pitchFamily="34" charset="0"/>
              </a:rPr>
              <a:t>public</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2B91AF"/>
                </a:solidFill>
                <a:effectLst/>
                <a:latin typeface="Consolas" panose="020B0609020204030204" pitchFamily="49" charset="0"/>
                <a:ea typeface="MS PGothic" panose="020B0600070205080204" pitchFamily="34" charset="-128"/>
                <a:cs typeface="Calibri" panose="020F0502020204030204" pitchFamily="34" charset="0"/>
              </a:rPr>
              <a:t>IEngine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GetEngine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r>
              <a:rPr lang="da-DK" sz="800" kern="1200" err="1">
                <a:solidFill>
                  <a:srgbClr val="0000FF"/>
                </a:solidFill>
                <a:effectLst/>
                <a:latin typeface="Consolas" panose="020B0609020204030204" pitchFamily="49" charset="0"/>
                <a:ea typeface="MS PGothic" panose="020B0600070205080204" pitchFamily="34" charset="-128"/>
                <a:cs typeface="Calibri" panose="020F0502020204030204" pitchFamily="34" charset="0"/>
              </a:rPr>
              <a:t>return</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_</a:t>
            </a:r>
            <a:r>
              <a:rPr lang="da-DK" sz="800" kern="1200" err="1">
                <a:solidFill>
                  <a:srgbClr val="000000"/>
                </a:solidFill>
                <a:effectLst/>
                <a:latin typeface="Consolas" panose="020B0609020204030204" pitchFamily="49" charset="0"/>
                <a:ea typeface="MS PGothic" panose="020B0600070205080204" pitchFamily="34" charset="-128"/>
                <a:cs typeface="Calibri" panose="020F0502020204030204" pitchFamily="34" charset="0"/>
              </a:rPr>
              <a:t>engine</a:t>
            </a:r>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    }</a:t>
            </a:r>
            <a:endParaRPr lang="uk-UA" sz="800">
              <a:effectLst/>
              <a:latin typeface="Consolas" panose="020B0609020204030204" pitchFamily="49" charset="0"/>
              <a:ea typeface="Times New Roman" panose="02020603050405020304" pitchFamily="18" charset="0"/>
            </a:endParaRPr>
          </a:p>
          <a:p>
            <a:pPr fontAlgn="base"/>
            <a:r>
              <a:rPr lang="da-DK" sz="800" kern="1200">
                <a:solidFill>
                  <a:srgbClr val="000000"/>
                </a:solidFill>
                <a:effectLst/>
                <a:latin typeface="Consolas" panose="020B0609020204030204" pitchFamily="49" charset="0"/>
                <a:ea typeface="MS PGothic" panose="020B0600070205080204" pitchFamily="34" charset="-128"/>
                <a:cs typeface="Calibri" panose="020F0502020204030204" pitchFamily="34" charset="0"/>
              </a:rPr>
              <a:t>}</a:t>
            </a:r>
            <a:endParaRPr lang="uk-UA" sz="800">
              <a:effectLst/>
              <a:latin typeface="Consolas" panose="020B0609020204030204" pitchFamily="49" charset="0"/>
              <a:ea typeface="Times New Roman" panose="02020603050405020304" pitchFamily="18" charset="0"/>
            </a:endParaRPr>
          </a:p>
          <a:p>
            <a:endParaRPr lang="da-DK" sz="900">
              <a:latin typeface="Consolas"/>
              <a:ea typeface="ＭＳ Ｐゴシック"/>
              <a:cs typeface="Calibri"/>
            </a:endParaRPr>
          </a:p>
          <a:p>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public interface </a:t>
            </a:r>
            <a:r>
              <a:rPr lang="en-US" sz="800" err="1">
                <a:solidFill>
                  <a:srgbClr val="2B91AF"/>
                </a:solidFill>
                <a:latin typeface="Consolas" panose="020B0609020204030204" pitchFamily="49" charset="0"/>
                <a:ea typeface="MS PGothic" panose="020B0600070205080204" pitchFamily="34" charset="-128"/>
                <a:cs typeface="Calibri" panose="020F0502020204030204" pitchFamily="34" charset="0"/>
              </a:rPr>
              <a:t>IEngine</a:t>
            </a:r>
            <a:r>
              <a:rPr lang="en-US" sz="800">
                <a:solidFill>
                  <a:srgbClr val="2B91AF"/>
                </a:solidFill>
                <a:latin typeface="Consolas" panose="020B0609020204030204" pitchFamily="49" charset="0"/>
                <a:ea typeface="MS PGothic" panose="020B0600070205080204" pitchFamily="34" charset="-128"/>
                <a:cs typeface="Calibri" panose="020F0502020204030204" pitchFamily="34" charset="0"/>
              </a:rPr>
              <a:t> </a:t>
            </a:r>
            <a:r>
              <a:rPr lang="en-US" sz="800">
                <a:latin typeface="Consolas"/>
                <a:ea typeface="ＭＳ Ｐゴシック"/>
                <a:cs typeface="Calibri"/>
              </a:rPr>
              <a:t>{</a:t>
            </a:r>
          </a:p>
          <a:p>
            <a:r>
              <a:rPr lang="en-US" sz="800">
                <a:latin typeface="Consolas"/>
                <a:ea typeface="ＭＳ Ｐゴシック"/>
                <a:cs typeface="Calibri"/>
              </a:rPr>
              <a:t>    </a:t>
            </a:r>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string</a:t>
            </a:r>
            <a:r>
              <a:rPr lang="en-US" sz="800">
                <a:latin typeface="Consolas"/>
                <a:ea typeface="ＭＳ Ｐゴシック"/>
                <a:cs typeface="Calibri"/>
              </a:rPr>
              <a:t> Start();</a:t>
            </a:r>
          </a:p>
          <a:p>
            <a:r>
              <a:rPr lang="en-US" sz="800">
                <a:latin typeface="Consolas"/>
                <a:ea typeface="ＭＳ Ｐゴシック"/>
                <a:cs typeface="Calibri"/>
              </a:rPr>
              <a:t>}</a:t>
            </a:r>
          </a:p>
          <a:p>
            <a:endParaRPr lang="da-DK" sz="900">
              <a:latin typeface="Consolas"/>
              <a:ea typeface="ＭＳ Ｐゴシック"/>
              <a:cs typeface="Calibri"/>
            </a:endParaRPr>
          </a:p>
          <a:p>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public class </a:t>
            </a:r>
            <a:r>
              <a:rPr lang="en-US" sz="800">
                <a:solidFill>
                  <a:srgbClr val="2B91AF"/>
                </a:solidFill>
                <a:latin typeface="Consolas" panose="020B0609020204030204" pitchFamily="49" charset="0"/>
                <a:ea typeface="MS PGothic" panose="020B0600070205080204" pitchFamily="34" charset="-128"/>
                <a:cs typeface="Calibri" panose="020F0502020204030204" pitchFamily="34" charset="0"/>
              </a:rPr>
              <a:t>V12Engine</a:t>
            </a:r>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 : </a:t>
            </a:r>
            <a:r>
              <a:rPr lang="en-US" sz="800" err="1">
                <a:solidFill>
                  <a:srgbClr val="2B91AF"/>
                </a:solidFill>
                <a:latin typeface="Consolas" panose="020B0609020204030204" pitchFamily="49" charset="0"/>
                <a:ea typeface="MS PGothic" panose="020B0600070205080204" pitchFamily="34" charset="-128"/>
                <a:cs typeface="Calibri" panose="020F0502020204030204" pitchFamily="34" charset="0"/>
              </a:rPr>
              <a:t>IEngine</a:t>
            </a:r>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 </a:t>
            </a:r>
            <a:r>
              <a:rPr lang="en-US" sz="800">
                <a:latin typeface="Consolas"/>
                <a:ea typeface="ＭＳ Ｐゴシック"/>
                <a:cs typeface="Calibri"/>
              </a:rPr>
              <a:t>{</a:t>
            </a:r>
            <a:endPar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endParaRPr>
          </a:p>
          <a:p>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    public string </a:t>
            </a:r>
            <a:r>
              <a:rPr lang="en-US" sz="800">
                <a:latin typeface="Consolas"/>
                <a:ea typeface="ＭＳ Ｐゴシック"/>
                <a:cs typeface="Calibri"/>
              </a:rPr>
              <a:t>Start()</a:t>
            </a:r>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 </a:t>
            </a:r>
            <a:r>
              <a:rPr lang="en-US" sz="800">
                <a:latin typeface="Consolas"/>
                <a:ea typeface="ＭＳ Ｐゴシック"/>
                <a:cs typeface="Calibri"/>
              </a:rPr>
              <a:t>{</a:t>
            </a:r>
            <a:endPar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endParaRPr>
          </a:p>
          <a:p>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        return </a:t>
            </a:r>
            <a:r>
              <a:rPr lang="en-US" sz="800">
                <a:latin typeface="Consolas"/>
                <a:ea typeface="ＭＳ Ｐゴシック"/>
                <a:cs typeface="Calibri"/>
              </a:rPr>
              <a:t>"</a:t>
            </a:r>
            <a:r>
              <a:rPr lang="en-US" sz="800">
                <a:solidFill>
                  <a:srgbClr val="A31515"/>
                </a:solidFill>
                <a:latin typeface="Consolas" panose="020B0609020204030204" pitchFamily="49" charset="0"/>
                <a:ea typeface="MS PGothic" panose="020B0600070205080204" pitchFamily="34" charset="-128"/>
              </a:rPr>
              <a:t>BR-BR-BR-BROOOOOOM!</a:t>
            </a:r>
            <a:r>
              <a:rPr lang="en-US" sz="800">
                <a:latin typeface="Consolas"/>
                <a:ea typeface="ＭＳ Ｐゴシック"/>
                <a:cs typeface="Calibri"/>
              </a:rPr>
              <a:t>"</a:t>
            </a:r>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a:t>
            </a:r>
          </a:p>
          <a:p>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    </a:t>
            </a:r>
            <a:r>
              <a:rPr lang="en-US" sz="800">
                <a:latin typeface="Consolas"/>
                <a:ea typeface="ＭＳ Ｐゴシック"/>
                <a:cs typeface="Calibri"/>
              </a:rPr>
              <a:t>}</a:t>
            </a:r>
          </a:p>
          <a:p>
            <a:r>
              <a:rPr lang="en-US" sz="800">
                <a:latin typeface="Consolas"/>
                <a:ea typeface="ＭＳ Ｐゴシック"/>
                <a:cs typeface="Calibri"/>
              </a:rPr>
              <a:t>}</a:t>
            </a:r>
          </a:p>
          <a:p>
            <a:endPar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endParaRPr>
          </a:p>
          <a:p>
            <a:r>
              <a:rPr lang="da-DK" sz="800">
                <a:solidFill>
                  <a:srgbClr val="0000FF"/>
                </a:solidFill>
                <a:latin typeface="Consolas" panose="020B0609020204030204" pitchFamily="49" charset="0"/>
                <a:ea typeface="MS PGothic" panose="020B0600070205080204" pitchFamily="34" charset="-128"/>
                <a:cs typeface="Calibri" panose="020F0502020204030204" pitchFamily="34" charset="0"/>
              </a:rPr>
              <a:t>public </a:t>
            </a:r>
            <a:r>
              <a:rPr lang="da-DK" sz="800" err="1">
                <a:solidFill>
                  <a:srgbClr val="0000FF"/>
                </a:solidFill>
                <a:latin typeface="Consolas" panose="020B0609020204030204" pitchFamily="49" charset="0"/>
                <a:ea typeface="MS PGothic" panose="020B0600070205080204" pitchFamily="34" charset="-128"/>
                <a:cs typeface="Calibri" panose="020F0502020204030204" pitchFamily="34" charset="0"/>
              </a:rPr>
              <a:t>class</a:t>
            </a:r>
            <a:r>
              <a:rPr lang="da-DK" sz="800">
                <a:solidFill>
                  <a:srgbClr val="0000FF"/>
                </a:solidFill>
                <a:latin typeface="Consolas" panose="020B0609020204030204" pitchFamily="49" charset="0"/>
                <a:ea typeface="MS PGothic" panose="020B0600070205080204" pitchFamily="34" charset="-128"/>
                <a:cs typeface="Calibri" panose="020F0502020204030204" pitchFamily="34" charset="0"/>
              </a:rPr>
              <a:t> </a:t>
            </a:r>
            <a:r>
              <a:rPr lang="da-DK" sz="800" err="1">
                <a:solidFill>
                  <a:srgbClr val="2B91AF"/>
                </a:solidFill>
                <a:latin typeface="Consolas" panose="020B0609020204030204" pitchFamily="49" charset="0"/>
                <a:ea typeface="MS PGothic" panose="020B0600070205080204" pitchFamily="34" charset="-128"/>
                <a:cs typeface="Calibri" panose="020F0502020204030204" pitchFamily="34" charset="0"/>
              </a:rPr>
              <a:t>DieselEngine</a:t>
            </a:r>
            <a:r>
              <a:rPr lang="da-DK" sz="800">
                <a:latin typeface="Consolas"/>
                <a:ea typeface="ＭＳ Ｐゴシック"/>
                <a:cs typeface="Calibri"/>
              </a:rPr>
              <a:t> : </a:t>
            </a:r>
            <a:r>
              <a:rPr lang="da-DK" sz="800" err="1">
                <a:solidFill>
                  <a:srgbClr val="2B91AF"/>
                </a:solidFill>
                <a:latin typeface="Consolas" panose="020B0609020204030204" pitchFamily="49" charset="0"/>
                <a:ea typeface="MS PGothic" panose="020B0600070205080204" pitchFamily="34" charset="-128"/>
                <a:cs typeface="Calibri" panose="020F0502020204030204" pitchFamily="34" charset="0"/>
              </a:rPr>
              <a:t>IEngine</a:t>
            </a:r>
            <a:r>
              <a:rPr lang="da-DK" sz="800">
                <a:latin typeface="Consolas"/>
                <a:ea typeface="ＭＳ Ｐゴシック"/>
                <a:cs typeface="Calibri"/>
              </a:rPr>
              <a:t> {</a:t>
            </a:r>
          </a:p>
          <a:p>
            <a:r>
              <a:rPr lang="da-DK" sz="800">
                <a:latin typeface="Consolas"/>
                <a:ea typeface="ＭＳ Ｐゴシック"/>
                <a:cs typeface="Calibri"/>
              </a:rPr>
              <a:t>    </a:t>
            </a:r>
            <a:r>
              <a:rPr lang="en-US" sz="800">
                <a:solidFill>
                  <a:srgbClr val="0000FF"/>
                </a:solidFill>
                <a:latin typeface="Consolas" panose="020B0609020204030204" pitchFamily="49" charset="0"/>
                <a:ea typeface="MS PGothic" panose="020B0600070205080204" pitchFamily="34" charset="-128"/>
                <a:cs typeface="Calibri" panose="020F0502020204030204" pitchFamily="34" charset="0"/>
              </a:rPr>
              <a:t>public string </a:t>
            </a:r>
            <a:r>
              <a:rPr lang="en-US" sz="800">
                <a:latin typeface="Consolas"/>
                <a:ea typeface="ＭＳ Ｐゴシック"/>
                <a:cs typeface="Calibri"/>
              </a:rPr>
              <a:t>Start()</a:t>
            </a:r>
            <a:r>
              <a:rPr lang="da-DK" sz="800">
                <a:latin typeface="Consolas"/>
                <a:ea typeface="ＭＳ Ｐゴシック"/>
                <a:cs typeface="Calibri"/>
              </a:rPr>
              <a:t> {</a:t>
            </a:r>
          </a:p>
          <a:p>
            <a:r>
              <a:rPr lang="da-DK" sz="800">
                <a:latin typeface="Consolas"/>
                <a:ea typeface="ＭＳ Ｐゴシック"/>
                <a:cs typeface="Calibri"/>
              </a:rPr>
              <a:t>        </a:t>
            </a:r>
            <a:r>
              <a:rPr lang="da-DK" sz="800" err="1">
                <a:solidFill>
                  <a:srgbClr val="0000FF"/>
                </a:solidFill>
                <a:latin typeface="Consolas" panose="020B0609020204030204" pitchFamily="49" charset="0"/>
                <a:ea typeface="MS PGothic" panose="020B0600070205080204" pitchFamily="34" charset="-128"/>
                <a:cs typeface="Calibri" panose="020F0502020204030204" pitchFamily="34" charset="0"/>
              </a:rPr>
              <a:t>return</a:t>
            </a:r>
            <a:r>
              <a:rPr lang="da-DK" sz="800">
                <a:latin typeface="Consolas"/>
                <a:ea typeface="ＭＳ Ｐゴシック"/>
                <a:cs typeface="Calibri"/>
              </a:rPr>
              <a:t> "</a:t>
            </a:r>
            <a:r>
              <a:rPr lang="da-DK" sz="800">
                <a:solidFill>
                  <a:srgbClr val="A31515"/>
                </a:solidFill>
                <a:latin typeface="Consolas" panose="020B0609020204030204" pitchFamily="49" charset="0"/>
                <a:ea typeface="MS PGothic" panose="020B0600070205080204" pitchFamily="34" charset="-128"/>
              </a:rPr>
              <a:t>TRRR-TR-TR-TR-TR!</a:t>
            </a:r>
            <a:r>
              <a:rPr lang="da-DK" sz="800">
                <a:latin typeface="Consolas"/>
                <a:ea typeface="ＭＳ Ｐゴシック"/>
                <a:cs typeface="Calibri"/>
              </a:rPr>
              <a:t>";</a:t>
            </a:r>
          </a:p>
          <a:p>
            <a:r>
              <a:rPr lang="da-DK" sz="800">
                <a:latin typeface="Consolas"/>
                <a:ea typeface="ＭＳ Ｐゴシック"/>
                <a:cs typeface="Calibri"/>
              </a:rPr>
              <a:t>    }</a:t>
            </a:r>
          </a:p>
          <a:p>
            <a:r>
              <a:rPr lang="da-DK" sz="800">
                <a:latin typeface="Consolas"/>
                <a:ea typeface="ＭＳ Ｐゴシック"/>
                <a:cs typeface="Calibri"/>
              </a:rPr>
              <a:t>}</a:t>
            </a:r>
          </a:p>
        </p:txBody>
      </p:sp>
      <p:sp>
        <p:nvSpPr>
          <p:cNvPr id="6" name="TextBox 5">
            <a:extLst>
              <a:ext uri="{FF2B5EF4-FFF2-40B4-BE49-F238E27FC236}">
                <a16:creationId xmlns:a16="http://schemas.microsoft.com/office/drawing/2014/main" id="{128FC923-BCF4-482E-883C-BE1BA87F0A37}"/>
              </a:ext>
            </a:extLst>
          </p:cNvPr>
          <p:cNvSpPr txBox="1"/>
          <p:nvPr/>
        </p:nvSpPr>
        <p:spPr>
          <a:xfrm>
            <a:off x="6267453" y="1458384"/>
            <a:ext cx="5629272" cy="5069416"/>
          </a:xfrm>
          <a:prstGeom prst="rect">
            <a:avLst/>
          </a:prstGeom>
          <a:noFill/>
        </p:spPr>
        <p:txBody>
          <a:bodyPr wrap="none" lIns="0" tIns="0" rIns="0" bIns="0" rtlCol="0">
            <a:noAutofit/>
          </a:bodyPr>
          <a:lstStyle/>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Main(</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args</a:t>
            </a:r>
            <a:r>
              <a:rPr lang="en-US" sz="1200" dirty="0">
                <a:solidFill>
                  <a:srgbClr val="000000"/>
                </a:solidFill>
                <a:latin typeface="Consolas" panose="020B0609020204030204" pitchFamily="49" charset="0"/>
              </a:rPr>
              <a:t>) {</a:t>
            </a:r>
          </a:p>
          <a:p>
            <a:r>
              <a:rPr lang="da-DK" sz="1200" dirty="0">
                <a:solidFill>
                  <a:srgbClr val="000000"/>
                </a:solidFill>
                <a:latin typeface="Consolas" panose="020B0609020204030204" pitchFamily="49" charset="0"/>
              </a:rPr>
              <a:t>	</a:t>
            </a:r>
            <a:r>
              <a:rPr lang="da-DK" sz="1200" dirty="0">
                <a:solidFill>
                  <a:srgbClr val="0000FF"/>
                </a:solidFill>
                <a:latin typeface="Consolas" panose="020B0609020204030204" pitchFamily="49" charset="0"/>
                <a:ea typeface="MS PGothic" panose="020B0600070205080204" pitchFamily="34" charset="-128"/>
                <a:cs typeface="Calibri" panose="020F0502020204030204" pitchFamily="34" charset="0"/>
              </a:rPr>
              <a:t>var</a:t>
            </a:r>
            <a:r>
              <a:rPr lang="da-DK" sz="1200" dirty="0">
                <a:solidFill>
                  <a:srgbClr val="000000"/>
                </a:solidFill>
                <a:latin typeface="Consolas" panose="020B0609020204030204" pitchFamily="49" charset="0"/>
              </a:rPr>
              <a:t> mercedesV12 = new </a:t>
            </a:r>
            <a:r>
              <a:rPr lang="da-DK" sz="1200" dirty="0">
                <a:solidFill>
                  <a:srgbClr val="2B91AF"/>
                </a:solidFill>
                <a:latin typeface="Consolas" panose="020B0609020204030204" pitchFamily="49" charset="0"/>
                <a:ea typeface="MS PGothic" panose="020B0600070205080204" pitchFamily="34" charset="-128"/>
                <a:cs typeface="Calibri" panose="020F0502020204030204" pitchFamily="34" charset="0"/>
              </a:rPr>
              <a:t>Car</a:t>
            </a:r>
            <a:r>
              <a:rPr lang="da-DK" sz="1200" dirty="0">
                <a:solidFill>
                  <a:srgbClr val="000000"/>
                </a:solidFill>
                <a:latin typeface="Consolas" panose="020B0609020204030204" pitchFamily="49" charset="0"/>
              </a:rPr>
              <a:t>&lt;</a:t>
            </a:r>
            <a:r>
              <a:rPr lang="da-DK" sz="1200" dirty="0">
                <a:solidFill>
                  <a:srgbClr val="2B91AF"/>
                </a:solidFill>
                <a:latin typeface="Consolas" panose="020B0609020204030204" pitchFamily="49" charset="0"/>
                <a:ea typeface="MS PGothic" panose="020B0600070205080204" pitchFamily="34" charset="-128"/>
                <a:cs typeface="Calibri" panose="020F0502020204030204" pitchFamily="34" charset="0"/>
              </a:rPr>
              <a:t>V12Engine</a:t>
            </a:r>
            <a:r>
              <a:rPr lang="da-DK" sz="1200" dirty="0">
                <a:solidFill>
                  <a:srgbClr val="000000"/>
                </a:solidFill>
                <a:latin typeface="Consolas" panose="020B0609020204030204" pitchFamily="49" charset="0"/>
              </a:rPr>
              <a:t>&gt;("</a:t>
            </a:r>
            <a:r>
              <a:rPr lang="da-DK" sz="1200" dirty="0">
                <a:solidFill>
                  <a:srgbClr val="A31515"/>
                </a:solidFill>
                <a:latin typeface="Consolas" panose="020B0609020204030204" pitchFamily="49" charset="0"/>
                <a:ea typeface="MS PGothic" panose="020B0600070205080204" pitchFamily="34" charset="-128"/>
              </a:rPr>
              <a:t>Mercedes</a:t>
            </a:r>
            <a:r>
              <a:rPr lang="da-DK" sz="1200" dirty="0">
                <a:solidFill>
                  <a:srgbClr val="000000"/>
                </a:solidFill>
                <a:latin typeface="Consolas" panose="020B0609020204030204" pitchFamily="49" charset="0"/>
              </a:rPr>
              <a:t>");</a:t>
            </a:r>
          </a:p>
          <a:p>
            <a:r>
              <a:rPr lang="da-DK" sz="1200" dirty="0">
                <a:solidFill>
                  <a:srgbClr val="000000"/>
                </a:solidFill>
                <a:latin typeface="Consolas" panose="020B0609020204030204" pitchFamily="49" charset="0"/>
              </a:rPr>
              <a:t>	</a:t>
            </a:r>
            <a:r>
              <a:rPr lang="da-DK" sz="1200" dirty="0">
                <a:solidFill>
                  <a:srgbClr val="0000FF"/>
                </a:solidFill>
                <a:latin typeface="Consolas" panose="020B0609020204030204" pitchFamily="49" charset="0"/>
                <a:ea typeface="MS PGothic" panose="020B0600070205080204" pitchFamily="34" charset="-128"/>
                <a:cs typeface="Calibri" panose="020F0502020204030204" pitchFamily="34" charset="0"/>
              </a:rPr>
              <a:t>var</a:t>
            </a:r>
            <a:r>
              <a:rPr lang="da-DK" sz="1200" dirty="0">
                <a:solidFill>
                  <a:srgbClr val="000000"/>
                </a:solidFill>
                <a:latin typeface="Consolas" panose="020B0609020204030204" pitchFamily="49" charset="0"/>
              </a:rPr>
              <a:t> </a:t>
            </a:r>
            <a:r>
              <a:rPr lang="da-DK" sz="1200" dirty="0" err="1">
                <a:solidFill>
                  <a:srgbClr val="000000"/>
                </a:solidFill>
                <a:latin typeface="Consolas" panose="020B0609020204030204" pitchFamily="49" charset="0"/>
              </a:rPr>
              <a:t>volvoTruck</a:t>
            </a:r>
            <a:r>
              <a:rPr lang="da-DK" sz="1200" dirty="0">
                <a:solidFill>
                  <a:srgbClr val="000000"/>
                </a:solidFill>
                <a:latin typeface="Consolas" panose="020B0609020204030204" pitchFamily="49" charset="0"/>
              </a:rPr>
              <a:t> = new </a:t>
            </a:r>
            <a:r>
              <a:rPr lang="da-DK" sz="1200" dirty="0">
                <a:solidFill>
                  <a:srgbClr val="2B91AF"/>
                </a:solidFill>
                <a:latin typeface="Consolas" panose="020B0609020204030204" pitchFamily="49" charset="0"/>
                <a:ea typeface="MS PGothic" panose="020B0600070205080204" pitchFamily="34" charset="-128"/>
                <a:cs typeface="Calibri" panose="020F0502020204030204" pitchFamily="34" charset="0"/>
              </a:rPr>
              <a:t>Car</a:t>
            </a:r>
            <a:r>
              <a:rPr lang="da-DK" sz="1200" dirty="0">
                <a:solidFill>
                  <a:srgbClr val="000000"/>
                </a:solidFill>
                <a:latin typeface="Consolas" panose="020B0609020204030204" pitchFamily="49" charset="0"/>
              </a:rPr>
              <a:t>&lt;</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DieselEngine</a:t>
            </a:r>
            <a:r>
              <a:rPr lang="da-DK" sz="1200" dirty="0">
                <a:solidFill>
                  <a:srgbClr val="000000"/>
                </a:solidFill>
                <a:latin typeface="Consolas" panose="020B0609020204030204" pitchFamily="49" charset="0"/>
              </a:rPr>
              <a:t>&gt;("</a:t>
            </a:r>
            <a:r>
              <a:rPr lang="da-DK" sz="1200" dirty="0">
                <a:solidFill>
                  <a:srgbClr val="A31515"/>
                </a:solidFill>
                <a:latin typeface="Consolas" panose="020B0609020204030204" pitchFamily="49" charset="0"/>
                <a:ea typeface="MS PGothic" panose="020B0600070205080204" pitchFamily="34" charset="-128"/>
              </a:rPr>
              <a:t>Volvo</a:t>
            </a:r>
            <a:r>
              <a:rPr lang="da-DK" sz="1200" dirty="0">
                <a:solidFill>
                  <a:srgbClr val="000000"/>
                </a:solidFill>
                <a:latin typeface="Consolas" panose="020B0609020204030204" pitchFamily="49" charset="0"/>
              </a:rPr>
              <a:t>");</a:t>
            </a: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Console</a:t>
            </a:r>
            <a:r>
              <a:rPr lang="da-DK" sz="1200" dirty="0" err="1">
                <a:solidFill>
                  <a:srgbClr val="000000"/>
                </a:solidFill>
                <a:latin typeface="Consolas" panose="020B0609020204030204" pitchFamily="49" charset="0"/>
              </a:rPr>
              <a:t>.WriteLine</a:t>
            </a:r>
            <a:r>
              <a:rPr lang="da-DK" sz="1200" dirty="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da-DK" sz="1200" dirty="0">
                <a:solidFill>
                  <a:srgbClr val="000000"/>
                </a:solidFill>
                <a:latin typeface="Consolas" panose="020B0609020204030204" pitchFamily="49" charset="0"/>
              </a:rPr>
              <a:t>	mercedesV12.Drive();</a:t>
            </a:r>
          </a:p>
          <a:p>
            <a:r>
              <a:rPr lang="da-DK" sz="1200" dirty="0">
                <a:solidFill>
                  <a:srgbClr val="000000"/>
                </a:solidFill>
                <a:latin typeface="Consolas" panose="020B0609020204030204" pitchFamily="49" charset="0"/>
              </a:rPr>
              <a:t>	</a:t>
            </a:r>
            <a:r>
              <a:rPr lang="da-DK" sz="1200" dirty="0" err="1">
                <a:solidFill>
                  <a:srgbClr val="000000"/>
                </a:solidFill>
                <a:latin typeface="Consolas" panose="020B0609020204030204" pitchFamily="49" charset="0"/>
              </a:rPr>
              <a:t>volvoTruck.Drive</a:t>
            </a:r>
            <a:r>
              <a:rPr lang="da-DK" sz="1200" dirty="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IEngine</a:t>
            </a:r>
            <a:r>
              <a:rPr lang="da-DK" sz="1200" dirty="0">
                <a:solidFill>
                  <a:srgbClr val="000000"/>
                </a:solidFill>
                <a:latin typeface="Consolas" panose="020B0609020204030204" pitchFamily="49" charset="0"/>
              </a:rPr>
              <a:t> </a:t>
            </a:r>
            <a:r>
              <a:rPr lang="da-DK" sz="1200" dirty="0" err="1">
                <a:solidFill>
                  <a:srgbClr val="000000"/>
                </a:solidFill>
                <a:latin typeface="Consolas" panose="020B0609020204030204" pitchFamily="49" charset="0"/>
              </a:rPr>
              <a:t>mercedesEngine</a:t>
            </a:r>
            <a:r>
              <a:rPr lang="da-DK" sz="1200" dirty="0">
                <a:solidFill>
                  <a:srgbClr val="000000"/>
                </a:solidFill>
                <a:latin typeface="Consolas" panose="020B0609020204030204" pitchFamily="49" charset="0"/>
              </a:rPr>
              <a:t> = mercedesV12.GetEngine();</a:t>
            </a: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IEngine</a:t>
            </a:r>
            <a:r>
              <a:rPr lang="da-DK" sz="1200" dirty="0">
                <a:solidFill>
                  <a:srgbClr val="000000"/>
                </a:solidFill>
                <a:latin typeface="Consolas" panose="020B0609020204030204" pitchFamily="49" charset="0"/>
              </a:rPr>
              <a:t> </a:t>
            </a:r>
            <a:r>
              <a:rPr lang="da-DK" sz="1200" dirty="0" err="1">
                <a:solidFill>
                  <a:srgbClr val="000000"/>
                </a:solidFill>
                <a:latin typeface="Consolas" panose="020B0609020204030204" pitchFamily="49" charset="0"/>
              </a:rPr>
              <a:t>volvoEngine</a:t>
            </a:r>
            <a:r>
              <a:rPr lang="da-DK" sz="1200" dirty="0">
                <a:solidFill>
                  <a:srgbClr val="000000"/>
                </a:solidFill>
                <a:latin typeface="Consolas" panose="020B0609020204030204" pitchFamily="49" charset="0"/>
              </a:rPr>
              <a:t> = </a:t>
            </a:r>
            <a:r>
              <a:rPr lang="da-DK" sz="1200" dirty="0" err="1">
                <a:solidFill>
                  <a:srgbClr val="000000"/>
                </a:solidFill>
                <a:latin typeface="Consolas" panose="020B0609020204030204" pitchFamily="49" charset="0"/>
              </a:rPr>
              <a:t>volvoTruck.GetEngine</a:t>
            </a:r>
            <a:r>
              <a:rPr lang="da-DK" sz="1200" dirty="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Console</a:t>
            </a:r>
            <a:r>
              <a:rPr lang="da-DK" sz="1200" dirty="0" err="1">
                <a:solidFill>
                  <a:srgbClr val="000000"/>
                </a:solidFill>
                <a:latin typeface="Consolas" panose="020B0609020204030204" pitchFamily="49" charset="0"/>
              </a:rPr>
              <a:t>.WriteLine</a:t>
            </a:r>
            <a:r>
              <a:rPr lang="da-DK" sz="1200" dirty="0">
                <a:solidFill>
                  <a:srgbClr val="000000"/>
                </a:solidFill>
                <a:latin typeface="Consolas" panose="020B0609020204030204" pitchFamily="49" charset="0"/>
              </a:rPr>
              <a:t>();</a:t>
            </a: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Console</a:t>
            </a:r>
            <a:r>
              <a:rPr lang="da-DK" sz="1200" dirty="0" err="1">
                <a:solidFill>
                  <a:srgbClr val="000000"/>
                </a:solidFill>
                <a:latin typeface="Consolas" panose="020B0609020204030204" pitchFamily="49" charset="0"/>
              </a:rPr>
              <a:t>.WriteLine</a:t>
            </a:r>
            <a:r>
              <a:rPr lang="da-DK" sz="1200" dirty="0">
                <a:solidFill>
                  <a:srgbClr val="000000"/>
                </a:solidFill>
                <a:latin typeface="Consolas" panose="020B0609020204030204" pitchFamily="49" charset="0"/>
              </a:rPr>
              <a:t>(</a:t>
            </a:r>
            <a:r>
              <a:rPr lang="da-DK" sz="1200" dirty="0" err="1">
                <a:solidFill>
                  <a:srgbClr val="000000"/>
                </a:solidFill>
                <a:latin typeface="Consolas" panose="020B0609020204030204" pitchFamily="49" charset="0"/>
              </a:rPr>
              <a:t>mercedesEngine.GetType</a:t>
            </a:r>
            <a:r>
              <a:rPr lang="da-DK" sz="1200" dirty="0">
                <a:solidFill>
                  <a:srgbClr val="000000"/>
                </a:solidFill>
                <a:latin typeface="Consolas" panose="020B0609020204030204" pitchFamily="49" charset="0"/>
              </a:rPr>
              <a:t>());</a:t>
            </a: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Console</a:t>
            </a:r>
            <a:r>
              <a:rPr lang="da-DK" sz="1200" dirty="0" err="1">
                <a:solidFill>
                  <a:srgbClr val="000000"/>
                </a:solidFill>
                <a:latin typeface="Consolas" panose="020B0609020204030204" pitchFamily="49" charset="0"/>
              </a:rPr>
              <a:t>.WriteLine</a:t>
            </a:r>
            <a:r>
              <a:rPr lang="da-DK" sz="1200" dirty="0">
                <a:solidFill>
                  <a:srgbClr val="000000"/>
                </a:solidFill>
                <a:latin typeface="Consolas" panose="020B0609020204030204" pitchFamily="49" charset="0"/>
              </a:rPr>
              <a:t>(</a:t>
            </a:r>
            <a:r>
              <a:rPr lang="da-DK" sz="1200" dirty="0" err="1">
                <a:solidFill>
                  <a:srgbClr val="000000"/>
                </a:solidFill>
                <a:latin typeface="Consolas" panose="020B0609020204030204" pitchFamily="49" charset="0"/>
              </a:rPr>
              <a:t>volvoEngine.GetType</a:t>
            </a:r>
            <a:r>
              <a:rPr lang="da-DK" sz="1200" dirty="0">
                <a:solidFill>
                  <a:srgbClr val="000000"/>
                </a:solidFill>
                <a:latin typeface="Consolas" panose="020B0609020204030204" pitchFamily="49" charset="0"/>
              </a:rPr>
              <a:t>());</a:t>
            </a: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Console</a:t>
            </a:r>
            <a:r>
              <a:rPr lang="da-DK" sz="1200" dirty="0" err="1">
                <a:solidFill>
                  <a:srgbClr val="000000"/>
                </a:solidFill>
                <a:latin typeface="Consolas" panose="020B0609020204030204" pitchFamily="49" charset="0"/>
              </a:rPr>
              <a:t>.WriteLine</a:t>
            </a:r>
            <a:r>
              <a:rPr lang="da-DK" sz="1200" dirty="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da-DK" sz="1200" dirty="0">
                <a:solidFill>
                  <a:srgbClr val="000000"/>
                </a:solidFill>
                <a:latin typeface="Consolas" panose="020B0609020204030204" pitchFamily="49" charset="0"/>
              </a:rPr>
              <a:t>	</a:t>
            </a:r>
            <a:r>
              <a:rPr lang="da-DK" sz="1200" dirty="0" err="1">
                <a:solidFill>
                  <a:srgbClr val="2B91AF"/>
                </a:solidFill>
                <a:latin typeface="Consolas" panose="020B0609020204030204" pitchFamily="49" charset="0"/>
                <a:ea typeface="MS PGothic" panose="020B0600070205080204" pitchFamily="34" charset="-128"/>
                <a:cs typeface="Calibri" panose="020F0502020204030204" pitchFamily="34" charset="0"/>
              </a:rPr>
              <a:t>Console</a:t>
            </a:r>
            <a:r>
              <a:rPr lang="da-DK" sz="1200" dirty="0" err="1">
                <a:solidFill>
                  <a:srgbClr val="000000"/>
                </a:solidFill>
                <a:latin typeface="Consolas" panose="020B0609020204030204" pitchFamily="49" charset="0"/>
              </a:rPr>
              <a:t>.ReadLine</a:t>
            </a:r>
            <a:r>
              <a:rPr lang="da-DK" sz="1200" dirty="0">
                <a:solidFill>
                  <a:srgbClr val="000000"/>
                </a:solidFill>
                <a:latin typeface="Consolas" panose="020B0609020204030204" pitchFamily="49" charset="0"/>
              </a:rPr>
              <a:t>();</a:t>
            </a:r>
          </a:p>
          <a:p>
            <a:r>
              <a:rPr lang="da-DK" sz="1200" dirty="0">
                <a:solidFill>
                  <a:srgbClr val="000000"/>
                </a:solidFill>
                <a:latin typeface="Consolas" panose="020B0609020204030204" pitchFamily="49" charset="0"/>
              </a:rPr>
              <a:t>}</a:t>
            </a:r>
            <a:endParaRPr lang="da-DK" sz="500" dirty="0">
              <a:latin typeface="+mn-lt"/>
            </a:endParaRPr>
          </a:p>
        </p:txBody>
      </p:sp>
    </p:spTree>
    <p:extLst>
      <p:ext uri="{BB962C8B-B14F-4D97-AF65-F5344CB8AC3E}">
        <p14:creationId xmlns:p14="http://schemas.microsoft.com/office/powerpoint/2010/main" val="268937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B786D-1806-4B70-B8D3-85D30248B7EC}"/>
              </a:ext>
            </a:extLst>
          </p:cNvPr>
          <p:cNvSpPr>
            <a:spLocks noGrp="1"/>
          </p:cNvSpPr>
          <p:nvPr>
            <p:ph type="title"/>
          </p:nvPr>
        </p:nvSpPr>
        <p:spPr/>
        <p:txBody>
          <a:bodyPr/>
          <a:lstStyle/>
          <a:p>
            <a:r>
              <a:rPr lang="en-GB"/>
              <a:t>Generics</a:t>
            </a:r>
            <a:endParaRPr lang="da-DK"/>
          </a:p>
        </p:txBody>
      </p:sp>
      <p:sp>
        <p:nvSpPr>
          <p:cNvPr id="3" name="Slide Number Placeholder 2">
            <a:extLst>
              <a:ext uri="{FF2B5EF4-FFF2-40B4-BE49-F238E27FC236}">
                <a16:creationId xmlns:a16="http://schemas.microsoft.com/office/drawing/2014/main" id="{AA63B76E-30AF-42FF-ACB9-AB0B5587FDBF}"/>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4" name="Text Placeholder 3">
            <a:extLst>
              <a:ext uri="{FF2B5EF4-FFF2-40B4-BE49-F238E27FC236}">
                <a16:creationId xmlns:a16="http://schemas.microsoft.com/office/drawing/2014/main" id="{9C8EC2E1-0F5C-49B0-8BEE-660EA4102A23}"/>
              </a:ext>
            </a:extLst>
          </p:cNvPr>
          <p:cNvSpPr>
            <a:spLocks noGrp="1"/>
          </p:cNvSpPr>
          <p:nvPr>
            <p:ph type="body" sz="quarter" idx="17"/>
          </p:nvPr>
        </p:nvSpPr>
        <p:spPr/>
        <p:txBody>
          <a:bodyPr/>
          <a:lstStyle/>
          <a:p>
            <a:r>
              <a:rPr lang="en-GB"/>
              <a:t>Practice 1</a:t>
            </a:r>
            <a:endParaRPr lang="da-DK"/>
          </a:p>
        </p:txBody>
      </p:sp>
      <p:sp>
        <p:nvSpPr>
          <p:cNvPr id="5" name="TextBox 4">
            <a:extLst>
              <a:ext uri="{FF2B5EF4-FFF2-40B4-BE49-F238E27FC236}">
                <a16:creationId xmlns:a16="http://schemas.microsoft.com/office/drawing/2014/main" id="{D94AE662-716C-4DF3-B7FD-BD977EC809A2}"/>
              </a:ext>
            </a:extLst>
          </p:cNvPr>
          <p:cNvSpPr txBox="1"/>
          <p:nvPr/>
        </p:nvSpPr>
        <p:spPr>
          <a:xfrm>
            <a:off x="180390" y="1718003"/>
            <a:ext cx="11952110" cy="3849879"/>
          </a:xfrm>
          <a:prstGeom prst="rect">
            <a:avLst/>
          </a:prstGeom>
          <a:noFill/>
        </p:spPr>
        <p:txBody>
          <a:bodyPr wrap="none" lIns="0" tIns="0" rIns="0" bIns="0" rtlCol="0" anchor="t">
            <a:noAutofit/>
          </a:bodyPr>
          <a:lstStyle/>
          <a:p>
            <a:pPr marL="342900" indent="-342900" defTabSz="179388">
              <a:lnSpc>
                <a:spcPct val="150000"/>
              </a:lnSpc>
              <a:buClr>
                <a:srgbClr val="00DEE6"/>
              </a:buClr>
              <a:buFont typeface="Arial" panose="020B0604020202020204"/>
              <a:buAutoNum type="arabicPeriod"/>
            </a:pPr>
            <a:r>
              <a:rPr lang="en-GB" sz="2000" dirty="0">
                <a:latin typeface="Arial"/>
                <a:ea typeface="ＭＳ Ｐゴシック"/>
                <a:cs typeface="Calibri"/>
              </a:rPr>
              <a:t>Changes for this practice should be done to </a:t>
            </a:r>
            <a:r>
              <a:rPr lang="en-GB" sz="2000" b="1" dirty="0">
                <a:latin typeface="Consolas"/>
                <a:ea typeface="ＭＳ Ｐゴシック"/>
                <a:cs typeface="Calibri"/>
              </a:rPr>
              <a:t>Module5Core</a:t>
            </a:r>
            <a:r>
              <a:rPr lang="en-GB" sz="2000" dirty="0">
                <a:latin typeface="Arial"/>
                <a:ea typeface="ＭＳ Ｐゴシック"/>
                <a:cs typeface="Calibri"/>
              </a:rPr>
              <a:t> and </a:t>
            </a:r>
            <a:r>
              <a:rPr lang="en-GB" sz="2000" b="1" dirty="0">
                <a:latin typeface="Consolas"/>
                <a:ea typeface="ＭＳ Ｐゴシック"/>
                <a:cs typeface="Calibri"/>
              </a:rPr>
              <a:t>Module5CoreTests</a:t>
            </a:r>
            <a:r>
              <a:rPr lang="en-GB" sz="2000" dirty="0">
                <a:latin typeface="Arial"/>
                <a:ea typeface="ＭＳ Ｐゴシック"/>
                <a:cs typeface="Calibri"/>
              </a:rPr>
              <a:t> projects</a:t>
            </a:r>
            <a:endParaRPr lang="uk-UA" dirty="0">
              <a:cs typeface="Calibri"/>
            </a:endParaRPr>
          </a:p>
          <a:p>
            <a:pPr marL="342900" indent="-342900" defTabSz="179388">
              <a:lnSpc>
                <a:spcPct val="150000"/>
              </a:lnSpc>
              <a:buClr>
                <a:srgbClr val="00DEE6"/>
              </a:buClr>
              <a:buAutoNum type="arabicPeriod"/>
            </a:pPr>
            <a:r>
              <a:rPr lang="en-GB" sz="2000" dirty="0">
                <a:latin typeface="Arial"/>
                <a:ea typeface="ＭＳ Ｐゴシック"/>
                <a:cs typeface="Calibri"/>
              </a:rPr>
              <a:t>Create generic class </a:t>
            </a:r>
            <a:r>
              <a:rPr lang="da-DK" sz="2000" dirty="0">
                <a:solidFill>
                  <a:srgbClr val="2B91AF"/>
                </a:solidFill>
                <a:latin typeface="Consolas"/>
                <a:ea typeface="ＭＳ Ｐゴシック"/>
                <a:cs typeface="Calibri"/>
              </a:rPr>
              <a:t>MyGenericClass </a:t>
            </a:r>
            <a:r>
              <a:rPr lang="da-DK" sz="2000" dirty="0">
                <a:latin typeface="Arial"/>
                <a:ea typeface="ＭＳ Ｐゴシック"/>
                <a:cs typeface="Calibri"/>
              </a:rPr>
              <a:t>with generic property</a:t>
            </a:r>
            <a:r>
              <a:rPr lang="da-DK" sz="2000" dirty="0">
                <a:latin typeface="Calibri"/>
                <a:ea typeface="ＭＳ Ｐゴシック"/>
                <a:cs typeface="Calibri"/>
              </a:rPr>
              <a:t>. </a:t>
            </a:r>
            <a:r>
              <a:rPr lang="da-DK" sz="2000" dirty="0">
                <a:latin typeface="Arial"/>
                <a:ea typeface="ＭＳ Ｐゴシック"/>
                <a:cs typeface="Calibri"/>
              </a:rPr>
              <a:t>Property value might be set via </a:t>
            </a:r>
            <a:br>
              <a:rPr lang="da-DK" sz="2000" dirty="0">
                <a:latin typeface="Arial"/>
                <a:ea typeface="ＭＳ Ｐゴシック"/>
                <a:cs typeface="Calibri"/>
              </a:rPr>
            </a:br>
            <a:r>
              <a:rPr lang="da-DK" sz="2000" dirty="0">
                <a:latin typeface="Arial"/>
                <a:ea typeface="ＭＳ Ｐゴシック"/>
                <a:cs typeface="Calibri"/>
              </a:rPr>
              <a:t>user input constructor (or via  'set' property).</a:t>
            </a:r>
          </a:p>
          <a:p>
            <a:pPr marL="342900" indent="-342900" defTabSz="179388">
              <a:lnSpc>
                <a:spcPct val="150000"/>
              </a:lnSpc>
              <a:buClr>
                <a:srgbClr val="00DEE6"/>
              </a:buClr>
              <a:buAutoNum type="arabicPeriod"/>
            </a:pPr>
            <a:r>
              <a:rPr lang="en-GB" sz="2000" dirty="0">
                <a:latin typeface="Calibri"/>
                <a:ea typeface="ＭＳ Ｐゴシック"/>
                <a:cs typeface="Calibri"/>
              </a:rPr>
              <a:t> </a:t>
            </a:r>
            <a:r>
              <a:rPr lang="en-GB" sz="2000" dirty="0">
                <a:latin typeface="Arial"/>
                <a:ea typeface="ＭＳ Ｐゴシック"/>
                <a:cs typeface="Calibri"/>
              </a:rPr>
              <a:t>Create tests to check that it is possible to create instance of this class with the following property types:</a:t>
            </a:r>
          </a:p>
          <a:p>
            <a:pPr marL="951865" lvl="1" indent="-342900" defTabSz="179388">
              <a:lnSpc>
                <a:spcPct val="150000"/>
              </a:lnSpc>
              <a:buClr>
                <a:srgbClr val="00DEE6"/>
              </a:buClr>
              <a:buFont typeface="Arial" panose="020B0604020202020204" pitchFamily="34" charset="0"/>
              <a:buChar char="•"/>
            </a:pPr>
            <a:r>
              <a:rPr lang="en-GB" sz="2000" dirty="0">
                <a:latin typeface="Arial"/>
                <a:ea typeface="ＭＳ Ｐゴシック"/>
                <a:cs typeface="Calibri"/>
              </a:rPr>
              <a:t>Value type : </a:t>
            </a:r>
            <a:r>
              <a:rPr lang="da-DK" dirty="0">
                <a:solidFill>
                  <a:srgbClr val="0000FF"/>
                </a:solidFill>
                <a:latin typeface="Consolas"/>
                <a:ea typeface="ＭＳ Ｐゴシック"/>
                <a:cs typeface="Calibri"/>
              </a:rPr>
              <a:t>int</a:t>
            </a:r>
          </a:p>
          <a:p>
            <a:pPr marL="951865" lvl="1" indent="-342900" defTabSz="179388">
              <a:lnSpc>
                <a:spcPct val="150000"/>
              </a:lnSpc>
              <a:buClr>
                <a:srgbClr val="00DEE6"/>
              </a:buClr>
              <a:buFont typeface="Arial" panose="020B0604020202020204" pitchFamily="34" charset="0"/>
              <a:buChar char="•"/>
            </a:pPr>
            <a:r>
              <a:rPr lang="en-GB" sz="2000" dirty="0">
                <a:latin typeface="Arial"/>
                <a:ea typeface="ＭＳ Ｐゴシック"/>
                <a:cs typeface="Calibri"/>
              </a:rPr>
              <a:t>Reference type : </a:t>
            </a:r>
            <a:r>
              <a:rPr lang="da-DK" dirty="0">
                <a:solidFill>
                  <a:srgbClr val="0000FF"/>
                </a:solidFill>
                <a:latin typeface="Consolas"/>
                <a:ea typeface="ＭＳ Ｐゴシック"/>
                <a:cs typeface="Calibri"/>
              </a:rPr>
              <a:t>string</a:t>
            </a:r>
          </a:p>
          <a:p>
            <a:pPr marL="951865" lvl="1" indent="-342900" defTabSz="179388">
              <a:lnSpc>
                <a:spcPct val="150000"/>
              </a:lnSpc>
              <a:buClr>
                <a:srgbClr val="00DEE6"/>
              </a:buClr>
              <a:buFont typeface="Arial" panose="020B0604020202020204" pitchFamily="34" charset="0"/>
              <a:buChar char="•"/>
            </a:pPr>
            <a:r>
              <a:rPr lang="en-GB" sz="2000" dirty="0">
                <a:latin typeface="Arial"/>
                <a:ea typeface="ＭＳ Ｐゴシック"/>
                <a:cs typeface="Calibri"/>
              </a:rPr>
              <a:t>Generic type : </a:t>
            </a:r>
            <a:r>
              <a:rPr lang="da-DK" dirty="0">
                <a:solidFill>
                  <a:srgbClr val="2B91AF"/>
                </a:solidFill>
                <a:latin typeface="Consolas"/>
                <a:ea typeface="ＭＳ Ｐゴシック"/>
                <a:cs typeface="Calibri"/>
              </a:rPr>
              <a:t>MyGenericClass</a:t>
            </a:r>
            <a:r>
              <a:rPr lang="da-DK" dirty="0">
                <a:latin typeface="Consolas"/>
                <a:ea typeface="ＭＳ Ｐゴシック"/>
                <a:cs typeface="Calibri"/>
              </a:rPr>
              <a:t>&lt;</a:t>
            </a:r>
            <a:r>
              <a:rPr lang="da-DK" dirty="0">
                <a:solidFill>
                  <a:srgbClr val="0000FF"/>
                </a:solidFill>
                <a:latin typeface="Consolas"/>
                <a:ea typeface="ＭＳ Ｐゴシック"/>
                <a:cs typeface="Calibri"/>
              </a:rPr>
              <a:t>int</a:t>
            </a:r>
            <a:r>
              <a:rPr lang="da-DK" dirty="0">
                <a:latin typeface="Consolas"/>
                <a:ea typeface="ＭＳ Ｐゴシック"/>
                <a:cs typeface="Calibri"/>
              </a:rPr>
              <a:t>&gt;</a:t>
            </a:r>
            <a:endParaRPr lang="da-DK" dirty="0">
              <a:latin typeface="Consolas"/>
            </a:endParaRPr>
          </a:p>
        </p:txBody>
      </p:sp>
      <p:pic>
        <p:nvPicPr>
          <p:cNvPr id="7" name="Graphic 6" descr="Lightbulb and gear">
            <a:extLst>
              <a:ext uri="{FF2B5EF4-FFF2-40B4-BE49-F238E27FC236}">
                <a16:creationId xmlns:a16="http://schemas.microsoft.com/office/drawing/2014/main" id="{4DD6503E-C3AF-49D3-9F4A-879F55CD62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139" y="5571396"/>
            <a:ext cx="457200" cy="457200"/>
          </a:xfrm>
          <a:prstGeom prst="rect">
            <a:avLst/>
          </a:prstGeom>
        </p:spPr>
      </p:pic>
      <p:pic>
        <p:nvPicPr>
          <p:cNvPr id="8" name="Graphic 7" descr="Flask">
            <a:extLst>
              <a:ext uri="{FF2B5EF4-FFF2-40B4-BE49-F238E27FC236}">
                <a16:creationId xmlns:a16="http://schemas.microsoft.com/office/drawing/2014/main" id="{2F9A8CA5-12BB-428F-AAC1-B25265FDD3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43128" y="73497"/>
            <a:ext cx="914400" cy="914400"/>
          </a:xfrm>
          <a:prstGeom prst="rect">
            <a:avLst/>
          </a:prstGeom>
        </p:spPr>
      </p:pic>
      <p:sp>
        <p:nvSpPr>
          <p:cNvPr id="6" name="TextBox 5">
            <a:extLst>
              <a:ext uri="{FF2B5EF4-FFF2-40B4-BE49-F238E27FC236}">
                <a16:creationId xmlns:a16="http://schemas.microsoft.com/office/drawing/2014/main" id="{7C828436-73F2-44DA-90A3-A1E71940E46E}"/>
              </a:ext>
            </a:extLst>
          </p:cNvPr>
          <p:cNvSpPr txBox="1"/>
          <p:nvPr/>
        </p:nvSpPr>
        <p:spPr>
          <a:xfrm>
            <a:off x="1110184" y="5734723"/>
            <a:ext cx="6227380" cy="343442"/>
          </a:xfrm>
          <a:prstGeom prst="rect">
            <a:avLst/>
          </a:prstGeom>
          <a:noFill/>
        </p:spPr>
        <p:txBody>
          <a:bodyPr wrap="none" lIns="0" tIns="0" rIns="0" bIns="0" rtlCol="0" anchor="ctr">
            <a:noAutofit/>
          </a:bodyPr>
          <a:lstStyle/>
          <a:p>
            <a:pPr algn="ctr" defTabSz="179388">
              <a:buClr>
                <a:srgbClr val="00DEE6"/>
              </a:buClr>
            </a:pPr>
            <a:r>
              <a:rPr lang="en-GB" sz="1600">
                <a:latin typeface="+mn-lt"/>
              </a:rPr>
              <a:t>You can use </a:t>
            </a:r>
            <a:r>
              <a:rPr lang="en-GB" sz="1600" i="1">
                <a:latin typeface="Consolas" panose="020B0609020204030204" pitchFamily="49" charset="0"/>
              </a:rPr>
              <a:t>.</a:t>
            </a:r>
            <a:r>
              <a:rPr lang="da-DK" sz="1600" i="1" err="1">
                <a:solidFill>
                  <a:srgbClr val="000000"/>
                </a:solidFill>
                <a:latin typeface="Consolas" panose="020B0609020204030204" pitchFamily="49" charset="0"/>
              </a:rPr>
              <a:t>ShouldBeOfType</a:t>
            </a:r>
            <a:r>
              <a:rPr lang="da-DK" sz="1600" i="1">
                <a:solidFill>
                  <a:srgbClr val="000000"/>
                </a:solidFill>
                <a:latin typeface="Consolas" panose="020B0609020204030204" pitchFamily="49" charset="0"/>
              </a:rPr>
              <a:t>&lt;</a:t>
            </a:r>
            <a:r>
              <a:rPr lang="da-DK" sz="1600" i="1" err="1">
                <a:solidFill>
                  <a:srgbClr val="0000FF"/>
                </a:solidFill>
                <a:latin typeface="Consolas" panose="020B0609020204030204" pitchFamily="49" charset="0"/>
              </a:rPr>
              <a:t>int</a:t>
            </a:r>
            <a:r>
              <a:rPr lang="da-DK" sz="1600" i="1">
                <a:solidFill>
                  <a:srgbClr val="000000"/>
                </a:solidFill>
                <a:latin typeface="Consolas" panose="020B0609020204030204" pitchFamily="49" charset="0"/>
              </a:rPr>
              <a:t>&gt;()</a:t>
            </a:r>
            <a:r>
              <a:rPr lang="en-GB" sz="1600">
                <a:solidFill>
                  <a:srgbClr val="000000"/>
                </a:solidFill>
                <a:latin typeface="+mn-lt"/>
              </a:rPr>
              <a:t> to perform check on type</a:t>
            </a:r>
            <a:endParaRPr lang="en-GB" sz="1600">
              <a:latin typeface="+mn-lt"/>
            </a:endParaRPr>
          </a:p>
        </p:txBody>
      </p:sp>
    </p:spTree>
    <p:extLst>
      <p:ext uri="{BB962C8B-B14F-4D97-AF65-F5344CB8AC3E}">
        <p14:creationId xmlns:p14="http://schemas.microsoft.com/office/powerpoint/2010/main" val="1607055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B786D-1806-4B70-B8D3-85D30248B7EC}"/>
              </a:ext>
            </a:extLst>
          </p:cNvPr>
          <p:cNvSpPr>
            <a:spLocks noGrp="1"/>
          </p:cNvSpPr>
          <p:nvPr>
            <p:ph type="title"/>
          </p:nvPr>
        </p:nvSpPr>
        <p:spPr/>
        <p:txBody>
          <a:bodyPr/>
          <a:lstStyle/>
          <a:p>
            <a:r>
              <a:rPr lang="en-GB"/>
              <a:t>Generics</a:t>
            </a:r>
            <a:endParaRPr lang="da-DK"/>
          </a:p>
        </p:txBody>
      </p:sp>
      <p:sp>
        <p:nvSpPr>
          <p:cNvPr id="3" name="Slide Number Placeholder 2">
            <a:extLst>
              <a:ext uri="{FF2B5EF4-FFF2-40B4-BE49-F238E27FC236}">
                <a16:creationId xmlns:a16="http://schemas.microsoft.com/office/drawing/2014/main" id="{AA63B76E-30AF-42FF-ACB9-AB0B5587FDBF}"/>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4" name="Text Placeholder 3">
            <a:extLst>
              <a:ext uri="{FF2B5EF4-FFF2-40B4-BE49-F238E27FC236}">
                <a16:creationId xmlns:a16="http://schemas.microsoft.com/office/drawing/2014/main" id="{9C8EC2E1-0F5C-49B0-8BEE-660EA4102A23}"/>
              </a:ext>
            </a:extLst>
          </p:cNvPr>
          <p:cNvSpPr>
            <a:spLocks noGrp="1"/>
          </p:cNvSpPr>
          <p:nvPr>
            <p:ph type="body" sz="quarter" idx="17"/>
          </p:nvPr>
        </p:nvSpPr>
        <p:spPr/>
        <p:txBody>
          <a:bodyPr/>
          <a:lstStyle/>
          <a:p>
            <a:r>
              <a:rPr lang="en-GB"/>
              <a:t>Practice 1 - Solution</a:t>
            </a:r>
            <a:endParaRPr lang="da-DK"/>
          </a:p>
        </p:txBody>
      </p:sp>
      <p:pic>
        <p:nvPicPr>
          <p:cNvPr id="8" name="Graphic 7" descr="Flask">
            <a:extLst>
              <a:ext uri="{FF2B5EF4-FFF2-40B4-BE49-F238E27FC236}">
                <a16:creationId xmlns:a16="http://schemas.microsoft.com/office/drawing/2014/main" id="{2F9A8CA5-12BB-428F-AAC1-B25265FDD3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
        <p:nvSpPr>
          <p:cNvPr id="6" name="TextBox 5">
            <a:extLst>
              <a:ext uri="{FF2B5EF4-FFF2-40B4-BE49-F238E27FC236}">
                <a16:creationId xmlns:a16="http://schemas.microsoft.com/office/drawing/2014/main" id="{CA4028BB-393C-4A5C-AE5E-93E892DA5C96}"/>
              </a:ext>
            </a:extLst>
          </p:cNvPr>
          <p:cNvSpPr txBox="1"/>
          <p:nvPr/>
        </p:nvSpPr>
        <p:spPr>
          <a:xfrm>
            <a:off x="6677737" y="2502060"/>
            <a:ext cx="4422591" cy="1853880"/>
          </a:xfrm>
          <a:prstGeom prst="rect">
            <a:avLst/>
          </a:prstGeom>
          <a:noFill/>
        </p:spPr>
        <p:txBody>
          <a:bodyPr wrap="none" lIns="0" tIns="0" rIns="0" bIns="0" rtlCol="0">
            <a:noAutofit/>
          </a:bodyPr>
          <a:lstStyle/>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class</a:t>
            </a:r>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MyGenericClass</a:t>
            </a:r>
            <a:r>
              <a:rPr lang="da-DK" sz="1400">
                <a:solidFill>
                  <a:srgbClr val="000000"/>
                </a:solidFill>
                <a:highlight>
                  <a:srgbClr val="FFFF00"/>
                </a:highlight>
                <a:latin typeface="Consolas" panose="020B0609020204030204" pitchFamily="49" charset="0"/>
              </a:rPr>
              <a:t>&lt;</a:t>
            </a:r>
            <a:r>
              <a:rPr lang="da-DK" sz="1400">
                <a:solidFill>
                  <a:srgbClr val="2B91AF"/>
                </a:solidFill>
                <a:highlight>
                  <a:srgbClr val="FFFF00"/>
                </a:highlight>
                <a:latin typeface="Consolas" panose="020B0609020204030204" pitchFamily="49" charset="0"/>
              </a:rPr>
              <a:t>T</a:t>
            </a:r>
            <a:r>
              <a:rPr lang="da-DK" sz="1400">
                <a:solidFill>
                  <a:srgbClr val="000000"/>
                </a:solidFill>
                <a:highlight>
                  <a:srgbClr val="FFFF00"/>
                </a:highlight>
                <a:latin typeface="Consolas" panose="020B0609020204030204" pitchFamily="49" charset="0"/>
              </a:rPr>
              <a:t>&gt;</a:t>
            </a:r>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a:solidFill>
                  <a:srgbClr val="2B91AF"/>
                </a:solidFill>
                <a:highlight>
                  <a:srgbClr val="FFFF00"/>
                </a:highlight>
                <a:latin typeface="Consolas" panose="020B0609020204030204" pitchFamily="49" charset="0"/>
              </a:rPr>
              <a:t>T</a:t>
            </a:r>
            <a:r>
              <a:rPr lang="da-DK" sz="1400">
                <a:solidFill>
                  <a:srgbClr val="000000"/>
                </a:solidFill>
                <a:latin typeface="Consolas" panose="020B0609020204030204" pitchFamily="49" charset="0"/>
              </a:rPr>
              <a:t> Property { </a:t>
            </a:r>
            <a:r>
              <a:rPr lang="da-DK" sz="1400" err="1">
                <a:solidFill>
                  <a:srgbClr val="0000FF"/>
                </a:solidFill>
                <a:latin typeface="Consolas" panose="020B0609020204030204" pitchFamily="49" charset="0"/>
              </a:rPr>
              <a:t>get</a:t>
            </a:r>
            <a:r>
              <a:rPr lang="da-DK" sz="1400">
                <a:solidFill>
                  <a:srgbClr val="000000"/>
                </a:solidFill>
                <a:latin typeface="Consolas" panose="020B0609020204030204" pitchFamily="49" charset="0"/>
              </a:rPr>
              <a:t>; }</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public</a:t>
            </a: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MyGenericClass</a:t>
            </a:r>
            <a:r>
              <a:rPr lang="da-DK" sz="1400">
                <a:solidFill>
                  <a:srgbClr val="000000"/>
                </a:solidFill>
                <a:latin typeface="Consolas" panose="020B0609020204030204" pitchFamily="49" charset="0"/>
              </a:rPr>
              <a:t>(</a:t>
            </a:r>
            <a:r>
              <a:rPr lang="da-DK" sz="1400">
                <a:solidFill>
                  <a:srgbClr val="2B91AF"/>
                </a:solidFill>
                <a:highlight>
                  <a:srgbClr val="FFFF00"/>
                </a:highlight>
                <a:latin typeface="Consolas" panose="020B0609020204030204" pitchFamily="49" charset="0"/>
              </a:rPr>
              <a:t>T</a:t>
            </a: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property</a:t>
            </a:r>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Property = </a:t>
            </a:r>
            <a:r>
              <a:rPr lang="da-DK" sz="1400" err="1">
                <a:solidFill>
                  <a:srgbClr val="000000"/>
                </a:solidFill>
                <a:latin typeface="Consolas" panose="020B0609020204030204" pitchFamily="49" charset="0"/>
              </a:rPr>
              <a:t>property</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p>
          <a:p>
            <a:r>
              <a:rPr lang="da-DK" sz="1400">
                <a:solidFill>
                  <a:srgbClr val="000000"/>
                </a:solidFill>
                <a:latin typeface="Consolas" panose="020B0609020204030204" pitchFamily="49" charset="0"/>
              </a:rPr>
              <a:t>    }</a:t>
            </a:r>
            <a:endParaRPr lang="da-DK" sz="1200">
              <a:latin typeface="+mn-lt"/>
            </a:endParaRPr>
          </a:p>
        </p:txBody>
      </p:sp>
      <p:sp>
        <p:nvSpPr>
          <p:cNvPr id="10" name="TextBox 9">
            <a:extLst>
              <a:ext uri="{FF2B5EF4-FFF2-40B4-BE49-F238E27FC236}">
                <a16:creationId xmlns:a16="http://schemas.microsoft.com/office/drawing/2014/main" id="{F92E1095-6696-463E-8154-AD0A07D89923}"/>
              </a:ext>
            </a:extLst>
          </p:cNvPr>
          <p:cNvSpPr txBox="1"/>
          <p:nvPr/>
        </p:nvSpPr>
        <p:spPr>
          <a:xfrm>
            <a:off x="649140" y="1575529"/>
            <a:ext cx="7654888" cy="3772648"/>
          </a:xfrm>
          <a:prstGeom prst="rect">
            <a:avLst/>
          </a:prstGeom>
          <a:noFill/>
        </p:spPr>
        <p:txBody>
          <a:bodyPr wrap="none" lIns="0" tIns="0" rIns="0" bIns="0" rtlCol="0">
            <a:noAutofit/>
          </a:bodyPr>
          <a:lstStyle/>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TestClass</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MyGenericClassTests</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TestMethod</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void</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TestThatTypeCouldBeInteger</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var</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obj</a:t>
            </a:r>
            <a:r>
              <a:rPr lang="da-DK" sz="1200">
                <a:solidFill>
                  <a:srgbClr val="000000"/>
                </a:solidFill>
                <a:latin typeface="Consolas" panose="020B0609020204030204" pitchFamily="49" charset="0"/>
              </a:rPr>
              <a:t> = </a:t>
            </a:r>
            <a:r>
              <a:rPr lang="da-DK" sz="1200">
                <a:solidFill>
                  <a:srgbClr val="0000FF"/>
                </a:solidFill>
                <a:latin typeface="Consolas" panose="020B0609020204030204" pitchFamily="49" charset="0"/>
              </a:rPr>
              <a:t>new</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MyGenericClass</a:t>
            </a:r>
            <a:r>
              <a:rPr lang="da-DK" sz="1200">
                <a:solidFill>
                  <a:srgbClr val="000000"/>
                </a:solidFill>
                <a:latin typeface="Consolas" panose="020B0609020204030204" pitchFamily="49" charset="0"/>
              </a:rPr>
              <a:t>&lt;</a:t>
            </a:r>
            <a:r>
              <a:rPr lang="da-DK" sz="1200" err="1">
                <a:solidFill>
                  <a:srgbClr val="0000FF"/>
                </a:solidFill>
                <a:latin typeface="Consolas" panose="020B0609020204030204" pitchFamily="49" charset="0"/>
              </a:rPr>
              <a:t>int</a:t>
            </a:r>
            <a:r>
              <a:rPr lang="da-DK" sz="1200">
                <a:solidFill>
                  <a:srgbClr val="000000"/>
                </a:solidFill>
                <a:latin typeface="Consolas" panose="020B0609020204030204" pitchFamily="49" charset="0"/>
              </a:rPr>
              <a:t>&gt;(1);</a:t>
            </a:r>
          </a:p>
          <a:p>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obj.Property.</a:t>
            </a:r>
            <a:r>
              <a:rPr lang="da-DK" sz="1200" err="1">
                <a:solidFill>
                  <a:srgbClr val="000000"/>
                </a:solidFill>
                <a:highlight>
                  <a:srgbClr val="FFFF00"/>
                </a:highlight>
                <a:latin typeface="Consolas" panose="020B0609020204030204" pitchFamily="49" charset="0"/>
              </a:rPr>
              <a:t>ShouldBeOfType</a:t>
            </a:r>
            <a:r>
              <a:rPr lang="da-DK" sz="1200">
                <a:solidFill>
                  <a:srgbClr val="000000"/>
                </a:solidFill>
                <a:highlight>
                  <a:srgbClr val="FFFF00"/>
                </a:highlight>
                <a:latin typeface="Consolas" panose="020B0609020204030204" pitchFamily="49" charset="0"/>
              </a:rPr>
              <a:t>&lt;</a:t>
            </a:r>
            <a:r>
              <a:rPr lang="da-DK" sz="1200" err="1">
                <a:solidFill>
                  <a:srgbClr val="0000FF"/>
                </a:solidFill>
                <a:highlight>
                  <a:srgbClr val="FFFF00"/>
                </a:highlight>
                <a:latin typeface="Consolas" panose="020B0609020204030204" pitchFamily="49" charset="0"/>
              </a:rPr>
              <a:t>int</a:t>
            </a:r>
            <a:r>
              <a:rPr lang="da-DK" sz="1200">
                <a:solidFill>
                  <a:srgbClr val="000000"/>
                </a:solidFill>
                <a:highlight>
                  <a:srgbClr val="FFFF00"/>
                </a:highlight>
                <a:latin typeface="Consolas" panose="020B0609020204030204" pitchFamily="49" charset="0"/>
              </a:rPr>
              <a:t>&gt;();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TestMethod</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void</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TestThatTypeCouldBeString</a:t>
            </a:r>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var</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obj</a:t>
            </a:r>
            <a:r>
              <a:rPr lang="da-DK" sz="1200">
                <a:solidFill>
                  <a:srgbClr val="000000"/>
                </a:solidFill>
                <a:latin typeface="Consolas" panose="020B0609020204030204" pitchFamily="49" charset="0"/>
              </a:rPr>
              <a:t> = </a:t>
            </a:r>
            <a:r>
              <a:rPr lang="da-DK" sz="1200">
                <a:solidFill>
                  <a:srgbClr val="0000FF"/>
                </a:solidFill>
                <a:latin typeface="Consolas" panose="020B0609020204030204" pitchFamily="49" charset="0"/>
              </a:rPr>
              <a:t>new</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MyGenericClass</a:t>
            </a:r>
            <a:r>
              <a:rPr lang="da-DK" sz="1200">
                <a:solidFill>
                  <a:srgbClr val="000000"/>
                </a:solidFill>
                <a:latin typeface="Consolas" panose="020B0609020204030204" pitchFamily="49" charset="0"/>
              </a:rPr>
              <a:t>&lt;</a:t>
            </a:r>
            <a:r>
              <a:rPr lang="da-DK" sz="1200" err="1">
                <a:solidFill>
                  <a:srgbClr val="0000FF"/>
                </a:solidFill>
                <a:latin typeface="Consolas" panose="020B0609020204030204" pitchFamily="49" charset="0"/>
              </a:rPr>
              <a:t>string</a:t>
            </a:r>
            <a:r>
              <a:rPr lang="da-DK" sz="1200">
                <a:solidFill>
                  <a:srgbClr val="000000"/>
                </a:solidFill>
                <a:latin typeface="Consolas" panose="020B0609020204030204" pitchFamily="49" charset="0"/>
              </a:rPr>
              <a:t>&gt;(</a:t>
            </a:r>
            <a:r>
              <a:rPr lang="da-DK" sz="1200" err="1">
                <a:solidFill>
                  <a:srgbClr val="0000FF"/>
                </a:solidFill>
                <a:latin typeface="Consolas" panose="020B0609020204030204" pitchFamily="49" charset="0"/>
              </a:rPr>
              <a:t>string</a:t>
            </a:r>
            <a:r>
              <a:rPr lang="da-DK" sz="1200" err="1">
                <a:solidFill>
                  <a:srgbClr val="000000"/>
                </a:solidFill>
                <a:latin typeface="Consolas" panose="020B0609020204030204" pitchFamily="49" charset="0"/>
              </a:rPr>
              <a:t>.Empty</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obj.Property.</a:t>
            </a:r>
            <a:r>
              <a:rPr lang="da-DK" sz="1200" err="1">
                <a:solidFill>
                  <a:srgbClr val="000000"/>
                </a:solidFill>
                <a:highlight>
                  <a:srgbClr val="FFFF00"/>
                </a:highlight>
                <a:latin typeface="Consolas" panose="020B0609020204030204" pitchFamily="49" charset="0"/>
              </a:rPr>
              <a:t>ShouldBeOfType</a:t>
            </a:r>
            <a:r>
              <a:rPr lang="da-DK" sz="1200">
                <a:solidFill>
                  <a:srgbClr val="000000"/>
                </a:solidFill>
                <a:highlight>
                  <a:srgbClr val="FFFF00"/>
                </a:highlight>
                <a:latin typeface="Consolas" panose="020B0609020204030204" pitchFamily="49" charset="0"/>
              </a:rPr>
              <a:t>&lt;</a:t>
            </a:r>
            <a:r>
              <a:rPr lang="da-DK" sz="1200" err="1">
                <a:solidFill>
                  <a:srgbClr val="0000FF"/>
                </a:solidFill>
                <a:highlight>
                  <a:srgbClr val="FFFF00"/>
                </a:highlight>
                <a:latin typeface="Consolas" panose="020B0609020204030204" pitchFamily="49" charset="0"/>
              </a:rPr>
              <a:t>string</a:t>
            </a:r>
            <a:r>
              <a:rPr lang="da-DK" sz="1200">
                <a:solidFill>
                  <a:srgbClr val="000000"/>
                </a:solidFill>
                <a:highlight>
                  <a:srgbClr val="FFFF00"/>
                </a:highlight>
                <a:latin typeface="Consolas" panose="020B0609020204030204" pitchFamily="49" charset="0"/>
              </a:rPr>
              <a:t>&gt;();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TestMethod</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void</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TestThatTypeCouldBeGenericType</a:t>
            </a:r>
            <a:r>
              <a:rPr lang="da-DK"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var</a:t>
            </a:r>
            <a:r>
              <a:rPr lang="en-US" sz="1200">
                <a:solidFill>
                  <a:srgbClr val="000000"/>
                </a:solidFill>
                <a:latin typeface="Consolas" panose="020B0609020204030204" pitchFamily="49" charset="0"/>
              </a:rPr>
              <a:t> obj = </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MyGenericClass</a:t>
            </a:r>
            <a:r>
              <a:rPr lang="en-US" sz="1200">
                <a:solidFill>
                  <a:srgbClr val="000000"/>
                </a:solidFill>
                <a:latin typeface="Consolas" panose="020B0609020204030204" pitchFamily="49" charset="0"/>
              </a:rPr>
              <a:t>&lt;</a:t>
            </a:r>
            <a:r>
              <a:rPr lang="en-US" sz="1200" err="1">
                <a:solidFill>
                  <a:srgbClr val="2B91AF"/>
                </a:solidFill>
                <a:latin typeface="Consolas" panose="020B0609020204030204" pitchFamily="49" charset="0"/>
              </a:rPr>
              <a:t>MyGenericClass</a:t>
            </a:r>
            <a:r>
              <a:rPr lang="en-US" sz="1200">
                <a:solidFill>
                  <a:srgbClr val="000000"/>
                </a:solidFill>
                <a:latin typeface="Consolas" panose="020B0609020204030204" pitchFamily="49" charset="0"/>
              </a:rPr>
              <a:t>&lt;</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&gt;&gt;(</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MyGenericClass</a:t>
            </a:r>
            <a:r>
              <a:rPr lang="en-US" sz="1200">
                <a:solidFill>
                  <a:srgbClr val="000000"/>
                </a:solidFill>
                <a:latin typeface="Consolas" panose="020B0609020204030204" pitchFamily="49" charset="0"/>
              </a:rPr>
              <a:t>&lt;</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&gt;(0));</a:t>
            </a:r>
          </a:p>
          <a:p>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obj.Property.</a:t>
            </a:r>
            <a:r>
              <a:rPr lang="da-DK" sz="1200" err="1">
                <a:solidFill>
                  <a:srgbClr val="000000"/>
                </a:solidFill>
                <a:highlight>
                  <a:srgbClr val="FFFF00"/>
                </a:highlight>
                <a:latin typeface="Consolas" panose="020B0609020204030204" pitchFamily="49" charset="0"/>
              </a:rPr>
              <a:t>ShouldBeOfType</a:t>
            </a:r>
            <a:r>
              <a:rPr lang="da-DK" sz="1200">
                <a:solidFill>
                  <a:srgbClr val="000000"/>
                </a:solidFill>
                <a:highlight>
                  <a:srgbClr val="FFFF00"/>
                </a:highlight>
                <a:latin typeface="Consolas" panose="020B0609020204030204" pitchFamily="49" charset="0"/>
              </a:rPr>
              <a:t>&lt;</a:t>
            </a:r>
            <a:r>
              <a:rPr lang="da-DK" sz="1200" err="1">
                <a:solidFill>
                  <a:srgbClr val="2B91AF"/>
                </a:solidFill>
                <a:highlight>
                  <a:srgbClr val="FFFF00"/>
                </a:highlight>
                <a:latin typeface="Consolas" panose="020B0609020204030204" pitchFamily="49" charset="0"/>
              </a:rPr>
              <a:t>MyGenericClass</a:t>
            </a:r>
            <a:r>
              <a:rPr lang="da-DK" sz="1200">
                <a:solidFill>
                  <a:srgbClr val="000000"/>
                </a:solidFill>
                <a:highlight>
                  <a:srgbClr val="FFFF00"/>
                </a:highlight>
                <a:latin typeface="Consolas" panose="020B0609020204030204" pitchFamily="49" charset="0"/>
              </a:rPr>
              <a:t>&lt;</a:t>
            </a:r>
            <a:r>
              <a:rPr lang="da-DK" sz="1200" err="1">
                <a:solidFill>
                  <a:srgbClr val="0000FF"/>
                </a:solidFill>
                <a:highlight>
                  <a:srgbClr val="FFFF00"/>
                </a:highlight>
                <a:latin typeface="Consolas" panose="020B0609020204030204" pitchFamily="49" charset="0"/>
              </a:rPr>
              <a:t>int</a:t>
            </a:r>
            <a:r>
              <a:rPr lang="da-DK" sz="1200">
                <a:solidFill>
                  <a:srgbClr val="000000"/>
                </a:solidFill>
                <a:highlight>
                  <a:srgbClr val="FFFF00"/>
                </a:highlight>
                <a:latin typeface="Consolas" panose="020B0609020204030204" pitchFamily="49" charset="0"/>
              </a:rPr>
              <a:t>&gt;&gt;();</a:t>
            </a:r>
          </a:p>
          <a:p>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endParaRPr lang="da-DK" sz="1050">
              <a:latin typeface="+mn-lt"/>
            </a:endParaRPr>
          </a:p>
        </p:txBody>
      </p:sp>
    </p:spTree>
    <p:extLst>
      <p:ext uri="{BB962C8B-B14F-4D97-AF65-F5344CB8AC3E}">
        <p14:creationId xmlns:p14="http://schemas.microsoft.com/office/powerpoint/2010/main" val="867468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67B7B-3457-4E3C-933F-8272FCB125C0}"/>
              </a:ext>
            </a:extLst>
          </p:cNvPr>
          <p:cNvSpPr>
            <a:spLocks noGrp="1"/>
          </p:cNvSpPr>
          <p:nvPr>
            <p:ph type="title"/>
          </p:nvPr>
        </p:nvSpPr>
        <p:spPr/>
        <p:txBody>
          <a:bodyPr/>
          <a:lstStyle/>
          <a:p>
            <a:r>
              <a:rPr lang="en-GB"/>
              <a:t>What is a collection</a:t>
            </a:r>
            <a:endParaRPr lang="da-DK"/>
          </a:p>
        </p:txBody>
      </p:sp>
      <p:sp>
        <p:nvSpPr>
          <p:cNvPr id="3" name="Slide Number Placeholder 2">
            <a:extLst>
              <a:ext uri="{FF2B5EF4-FFF2-40B4-BE49-F238E27FC236}">
                <a16:creationId xmlns:a16="http://schemas.microsoft.com/office/drawing/2014/main" id="{E05F6159-FFED-4CC0-8C58-F805E6723CB1}"/>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4" name="Text Placeholder 3">
            <a:extLst>
              <a:ext uri="{FF2B5EF4-FFF2-40B4-BE49-F238E27FC236}">
                <a16:creationId xmlns:a16="http://schemas.microsoft.com/office/drawing/2014/main" id="{21BD2711-A98E-48DE-B42D-7F306D00A7F1}"/>
              </a:ext>
            </a:extLst>
          </p:cNvPr>
          <p:cNvSpPr>
            <a:spLocks noGrp="1"/>
          </p:cNvSpPr>
          <p:nvPr>
            <p:ph type="body" sz="quarter" idx="17"/>
          </p:nvPr>
        </p:nvSpPr>
        <p:spPr/>
        <p:txBody>
          <a:bodyPr/>
          <a:lstStyle/>
          <a:p>
            <a:r>
              <a:rPr lang="en-US"/>
              <a:t>collection</a:t>
            </a:r>
            <a:endParaRPr lang="da-DK"/>
          </a:p>
        </p:txBody>
      </p:sp>
      <p:sp>
        <p:nvSpPr>
          <p:cNvPr id="7" name="TextBox 6">
            <a:extLst>
              <a:ext uri="{FF2B5EF4-FFF2-40B4-BE49-F238E27FC236}">
                <a16:creationId xmlns:a16="http://schemas.microsoft.com/office/drawing/2014/main" id="{250AD752-647D-4A00-BA64-51C08E28BC28}"/>
              </a:ext>
            </a:extLst>
          </p:cNvPr>
          <p:cNvSpPr txBox="1"/>
          <p:nvPr/>
        </p:nvSpPr>
        <p:spPr>
          <a:xfrm>
            <a:off x="670982" y="1766356"/>
            <a:ext cx="11185396" cy="1420715"/>
          </a:xfrm>
          <a:prstGeom prst="rect">
            <a:avLst/>
          </a:prstGeom>
          <a:noFill/>
        </p:spPr>
        <p:txBody>
          <a:bodyPr wrap="none" lIns="0" tIns="0" rIns="0" bIns="0" rtlCol="0">
            <a:noAutofit/>
          </a:bodyPr>
          <a:lstStyle/>
          <a:p>
            <a:pPr algn="just"/>
            <a:r>
              <a:rPr lang="en-US" b="0" i="0">
                <a:solidFill>
                  <a:srgbClr val="171717"/>
                </a:solidFill>
                <a:effectLst/>
                <a:latin typeface="+mn-lt"/>
                <a:cs typeface="Segoe UI" panose="020B0502040204020203" pitchFamily="34" charset="0"/>
              </a:rPr>
              <a:t>For many applications, you want to create and manage groups of related objects.</a:t>
            </a:r>
          </a:p>
          <a:p>
            <a:pPr algn="just"/>
            <a:endParaRPr lang="en-US">
              <a:solidFill>
                <a:srgbClr val="171717"/>
              </a:solidFill>
              <a:latin typeface="+mn-lt"/>
              <a:cs typeface="Segoe UI" panose="020B0502040204020203" pitchFamily="34" charset="0"/>
            </a:endParaRPr>
          </a:p>
          <a:p>
            <a:r>
              <a:rPr lang="en-US" b="1">
                <a:solidFill>
                  <a:schemeClr val="accent2"/>
                </a:solidFill>
                <a:latin typeface="+mn-lt"/>
                <a:cs typeface="Segoe UI" panose="020B0502040204020203" pitchFamily="34" charset="0"/>
              </a:rPr>
              <a:t>Collections</a:t>
            </a:r>
            <a:r>
              <a:rPr lang="en-US">
                <a:solidFill>
                  <a:srgbClr val="171717"/>
                </a:solidFill>
                <a:latin typeface="+mn-lt"/>
                <a:cs typeface="Segoe UI" panose="020B0502040204020203" pitchFamily="34" charset="0"/>
              </a:rPr>
              <a:t> are types that are designed to encapsulate a set of related objects together, </a:t>
            </a:r>
          </a:p>
          <a:p>
            <a:r>
              <a:rPr lang="en-US">
                <a:solidFill>
                  <a:srgbClr val="171717"/>
                </a:solidFill>
                <a:latin typeface="+mn-lt"/>
                <a:cs typeface="Segoe UI" panose="020B0502040204020203" pitchFamily="34" charset="0"/>
              </a:rPr>
              <a:t>so that you can treat it as single collection object.</a:t>
            </a:r>
          </a:p>
          <a:p>
            <a:pPr algn="just"/>
            <a:r>
              <a:rPr lang="en-US" b="0" i="0">
                <a:solidFill>
                  <a:srgbClr val="171717"/>
                </a:solidFill>
                <a:effectLst/>
                <a:latin typeface="+mn-lt"/>
                <a:cs typeface="Segoe UI" panose="020B0502040204020203" pitchFamily="34" charset="0"/>
              </a:rPr>
              <a:t> </a:t>
            </a:r>
          </a:p>
          <a:p>
            <a:pPr algn="just"/>
            <a:endParaRPr lang="en-US" b="0" i="0">
              <a:solidFill>
                <a:srgbClr val="171717"/>
              </a:solidFill>
              <a:effectLst/>
              <a:latin typeface="+mn-lt"/>
              <a:cs typeface="Segoe UI" panose="020B0502040204020203" pitchFamily="34" charset="0"/>
            </a:endParaRPr>
          </a:p>
          <a:p>
            <a:pPr algn="just"/>
            <a:endParaRPr lang="en-US" b="0" i="0">
              <a:solidFill>
                <a:srgbClr val="171717"/>
              </a:solidFill>
              <a:effectLst/>
              <a:latin typeface="+mn-lt"/>
              <a:cs typeface="Segoe UI" panose="020B0502040204020203" pitchFamily="34" charset="0"/>
            </a:endParaRPr>
          </a:p>
          <a:p>
            <a:pPr algn="just"/>
            <a:endParaRPr lang="en-US" b="0" i="0">
              <a:solidFill>
                <a:srgbClr val="171717"/>
              </a:solidFill>
              <a:effectLst/>
              <a:latin typeface="+mn-lt"/>
              <a:cs typeface="Segoe UI" panose="020B0502040204020203" pitchFamily="34" charset="0"/>
            </a:endParaRPr>
          </a:p>
          <a:p>
            <a:pPr marL="0" indent="0" algn="just" defTabSz="179388">
              <a:buClr>
                <a:srgbClr val="00DEE6"/>
              </a:buClr>
              <a:buFont typeface="Arial" panose="020B0604020202020204" pitchFamily="34" charset="0"/>
              <a:buNone/>
            </a:pPr>
            <a:endParaRPr lang="da-DK" err="1">
              <a:latin typeface="+mn-lt"/>
              <a:cs typeface="Segoe UI" panose="020B0502040204020203" pitchFamily="34" charset="0"/>
            </a:endParaRPr>
          </a:p>
        </p:txBody>
      </p:sp>
      <p:graphicFrame>
        <p:nvGraphicFramePr>
          <p:cNvPr id="5" name="Diagram 4">
            <a:extLst>
              <a:ext uri="{FF2B5EF4-FFF2-40B4-BE49-F238E27FC236}">
                <a16:creationId xmlns:a16="http://schemas.microsoft.com/office/drawing/2014/main" id="{BF5CBBDC-1E64-4EE2-9054-8C6018061473}"/>
              </a:ext>
            </a:extLst>
          </p:cNvPr>
          <p:cNvGraphicFramePr/>
          <p:nvPr>
            <p:extLst>
              <p:ext uri="{D42A27DB-BD31-4B8C-83A1-F6EECF244321}">
                <p14:modId xmlns:p14="http://schemas.microsoft.com/office/powerpoint/2010/main" val="1252183214"/>
              </p:ext>
            </p:extLst>
          </p:nvPr>
        </p:nvGraphicFramePr>
        <p:xfrm>
          <a:off x="215759" y="3402109"/>
          <a:ext cx="4839127" cy="20623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1DE4C2D9-948C-4E0E-A6B9-941E14C3E356}"/>
              </a:ext>
            </a:extLst>
          </p:cNvPr>
          <p:cNvSpPr/>
          <p:nvPr/>
        </p:nvSpPr>
        <p:spPr>
          <a:xfrm>
            <a:off x="4808306" y="3199015"/>
            <a:ext cx="7311775" cy="2585323"/>
          </a:xfrm>
          <a:prstGeom prst="rect">
            <a:avLst/>
          </a:prstGeom>
        </p:spPr>
        <p:txBody>
          <a:bodyPr wrap="square">
            <a:spAutoFit/>
          </a:bodyPr>
          <a:lstStyle/>
          <a:p>
            <a:pPr marL="285750" indent="-285750">
              <a:buClr>
                <a:schemeClr val="accent2"/>
              </a:buClr>
              <a:buFont typeface="Arial" panose="020B0604020202020204" pitchFamily="34" charset="0"/>
              <a:buChar char="•"/>
            </a:pPr>
            <a:r>
              <a:rPr lang="en-US" b="1">
                <a:solidFill>
                  <a:schemeClr val="accent2"/>
                </a:solidFill>
                <a:latin typeface="+mn-lt"/>
                <a:cs typeface="Segoe UI" panose="020B0502040204020203" pitchFamily="34" charset="0"/>
              </a:rPr>
              <a:t>Arrays</a:t>
            </a:r>
            <a:r>
              <a:rPr lang="en-US" b="1">
                <a:solidFill>
                  <a:srgbClr val="171717"/>
                </a:solidFill>
                <a:latin typeface="+mn-lt"/>
                <a:cs typeface="Segoe UI" panose="020B0502040204020203" pitchFamily="34" charset="0"/>
              </a:rPr>
              <a:t> </a:t>
            </a:r>
            <a:r>
              <a:rPr lang="en-US">
                <a:solidFill>
                  <a:srgbClr val="171717"/>
                </a:solidFill>
                <a:latin typeface="+mn-lt"/>
                <a:cs typeface="Segoe UI" panose="020B0502040204020203" pitchFamily="34" charset="0"/>
              </a:rPr>
              <a:t>can be used as collection and</a:t>
            </a:r>
            <a:r>
              <a:rPr lang="en-US" b="1">
                <a:solidFill>
                  <a:srgbClr val="171717"/>
                </a:solidFill>
                <a:latin typeface="+mn-lt"/>
                <a:cs typeface="Segoe UI" panose="020B0502040204020203" pitchFamily="34" charset="0"/>
              </a:rPr>
              <a:t> </a:t>
            </a:r>
            <a:r>
              <a:rPr lang="en-US">
                <a:solidFill>
                  <a:srgbClr val="171717"/>
                </a:solidFill>
                <a:latin typeface="+mn-lt"/>
                <a:cs typeface="Segoe UI" panose="020B0502040204020203" pitchFamily="34" charset="0"/>
              </a:rPr>
              <a:t>are most useful for creating and working with a </a:t>
            </a:r>
            <a:r>
              <a:rPr lang="en-US" u="sng">
                <a:solidFill>
                  <a:srgbClr val="171717"/>
                </a:solidFill>
                <a:latin typeface="+mn-lt"/>
                <a:cs typeface="Segoe UI" panose="020B0502040204020203" pitchFamily="34" charset="0"/>
              </a:rPr>
              <a:t>fixed number</a:t>
            </a:r>
            <a:r>
              <a:rPr lang="en-US">
                <a:solidFill>
                  <a:srgbClr val="171717"/>
                </a:solidFill>
                <a:latin typeface="+mn-lt"/>
                <a:cs typeface="Segoe UI" panose="020B0502040204020203" pitchFamily="34" charset="0"/>
              </a:rPr>
              <a:t> of </a:t>
            </a:r>
            <a:r>
              <a:rPr lang="en-US" u="sng">
                <a:solidFill>
                  <a:srgbClr val="171717"/>
                </a:solidFill>
                <a:latin typeface="+mn-lt"/>
                <a:cs typeface="Segoe UI" panose="020B0502040204020203" pitchFamily="34" charset="0"/>
              </a:rPr>
              <a:t>strongly typed</a:t>
            </a:r>
            <a:r>
              <a:rPr lang="en-US">
                <a:solidFill>
                  <a:srgbClr val="171717"/>
                </a:solidFill>
                <a:latin typeface="+mn-lt"/>
                <a:cs typeface="Segoe UI" panose="020B0502040204020203" pitchFamily="34" charset="0"/>
              </a:rPr>
              <a:t> objects</a:t>
            </a:r>
          </a:p>
          <a:p>
            <a:pPr marL="285750" indent="-285750">
              <a:buClr>
                <a:schemeClr val="accent2"/>
              </a:buClr>
              <a:buFont typeface="Arial" panose="020B0604020202020204" pitchFamily="34" charset="0"/>
              <a:buChar char="•"/>
            </a:pPr>
            <a:endParaRPr lang="en-US">
              <a:solidFill>
                <a:srgbClr val="171717"/>
              </a:solidFill>
              <a:latin typeface="+mn-lt"/>
              <a:cs typeface="Segoe UI" panose="020B0502040204020203" pitchFamily="34" charset="0"/>
            </a:endParaRPr>
          </a:p>
          <a:p>
            <a:pPr marL="285750" indent="-285750">
              <a:buClr>
                <a:schemeClr val="accent2"/>
              </a:buClr>
              <a:buFont typeface="Arial" panose="020B0604020202020204" pitchFamily="34" charset="0"/>
              <a:buChar char="•"/>
            </a:pPr>
            <a:endParaRPr lang="en-US">
              <a:solidFill>
                <a:srgbClr val="171717"/>
              </a:solidFill>
              <a:latin typeface="+mn-lt"/>
              <a:cs typeface="Segoe UI" panose="020B0502040204020203" pitchFamily="34" charset="0"/>
            </a:endParaRPr>
          </a:p>
          <a:p>
            <a:pPr marL="285750" indent="-285750">
              <a:buClr>
                <a:schemeClr val="accent2"/>
              </a:buClr>
              <a:buFont typeface="Arial" panose="020B0604020202020204" pitchFamily="34" charset="0"/>
              <a:buChar char="•"/>
            </a:pPr>
            <a:r>
              <a:rPr lang="en-US" b="1">
                <a:solidFill>
                  <a:schemeClr val="accent2"/>
                </a:solidFill>
                <a:latin typeface="+mn-lt"/>
                <a:cs typeface="Segoe UI" panose="020B0502040204020203" pitchFamily="34" charset="0"/>
              </a:rPr>
              <a:t>Collections (List, Dictionary </a:t>
            </a:r>
            <a:r>
              <a:rPr lang="en-US" b="1" err="1">
                <a:solidFill>
                  <a:schemeClr val="accent2"/>
                </a:solidFill>
                <a:latin typeface="+mn-lt"/>
                <a:cs typeface="Segoe UI" panose="020B0502040204020203" pitchFamily="34" charset="0"/>
              </a:rPr>
              <a:t>etc</a:t>
            </a:r>
            <a:r>
              <a:rPr lang="en-US" b="1">
                <a:solidFill>
                  <a:schemeClr val="accent2"/>
                </a:solidFill>
                <a:latin typeface="+mn-lt"/>
                <a:cs typeface="Segoe UI" panose="020B0502040204020203" pitchFamily="34" charset="0"/>
              </a:rPr>
              <a:t>)</a:t>
            </a:r>
            <a:r>
              <a:rPr lang="en-US">
                <a:solidFill>
                  <a:srgbClr val="171717"/>
                </a:solidFill>
                <a:latin typeface="+mn-lt"/>
                <a:cs typeface="Segoe UI" panose="020B0502040204020203" pitchFamily="34" charset="0"/>
              </a:rPr>
              <a:t> provide a more flexible way to work with groups of objects. Unlike arrays, </a:t>
            </a:r>
            <a:r>
              <a:rPr lang="en-US" u="sng">
                <a:solidFill>
                  <a:srgbClr val="171717"/>
                </a:solidFill>
                <a:latin typeface="+mn-lt"/>
                <a:cs typeface="Segoe UI" panose="020B0502040204020203" pitchFamily="34" charset="0"/>
              </a:rPr>
              <a:t>the group of objects you work with can grow and shrink dynamically</a:t>
            </a:r>
            <a:r>
              <a:rPr lang="en-US">
                <a:solidFill>
                  <a:srgbClr val="171717"/>
                </a:solidFill>
                <a:latin typeface="+mn-lt"/>
                <a:cs typeface="Segoe UI" panose="020B0502040204020203" pitchFamily="34" charset="0"/>
              </a:rPr>
              <a:t> as the needs of the application change</a:t>
            </a:r>
          </a:p>
          <a:p>
            <a:r>
              <a:rPr lang="en-US">
                <a:solidFill>
                  <a:srgbClr val="171717"/>
                </a:solidFill>
                <a:latin typeface="+mn-lt"/>
                <a:cs typeface="Segoe UI" panose="020B0502040204020203" pitchFamily="34" charset="0"/>
              </a:rPr>
              <a:t> </a:t>
            </a:r>
          </a:p>
        </p:txBody>
      </p:sp>
    </p:spTree>
    <p:extLst>
      <p:ext uri="{BB962C8B-B14F-4D97-AF65-F5344CB8AC3E}">
        <p14:creationId xmlns:p14="http://schemas.microsoft.com/office/powerpoint/2010/main" val="987404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3A5A-6AE2-4F1C-9020-F1D625289A82}"/>
              </a:ext>
            </a:extLst>
          </p:cNvPr>
          <p:cNvSpPr>
            <a:spLocks noGrp="1"/>
          </p:cNvSpPr>
          <p:nvPr>
            <p:ph type="title"/>
          </p:nvPr>
        </p:nvSpPr>
        <p:spPr/>
        <p:txBody>
          <a:bodyPr/>
          <a:lstStyle/>
          <a:p>
            <a:r>
              <a:rPr lang="en-GB"/>
              <a:t>How to choose a collection</a:t>
            </a:r>
            <a:endParaRPr lang="da-DK"/>
          </a:p>
        </p:txBody>
      </p:sp>
      <p:sp>
        <p:nvSpPr>
          <p:cNvPr id="3" name="Slide Number Placeholder 2">
            <a:extLst>
              <a:ext uri="{FF2B5EF4-FFF2-40B4-BE49-F238E27FC236}">
                <a16:creationId xmlns:a16="http://schemas.microsoft.com/office/drawing/2014/main" id="{4DAA59E3-FC12-4702-A6A8-AA57739FF43D}"/>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4" name="Text Placeholder 3">
            <a:extLst>
              <a:ext uri="{FF2B5EF4-FFF2-40B4-BE49-F238E27FC236}">
                <a16:creationId xmlns:a16="http://schemas.microsoft.com/office/drawing/2014/main" id="{4897FFAF-744C-416E-BD64-41F67CA53817}"/>
              </a:ext>
            </a:extLst>
          </p:cNvPr>
          <p:cNvSpPr>
            <a:spLocks noGrp="1"/>
          </p:cNvSpPr>
          <p:nvPr>
            <p:ph type="body" sz="quarter" idx="17"/>
          </p:nvPr>
        </p:nvSpPr>
        <p:spPr/>
        <p:txBody>
          <a:bodyPr/>
          <a:lstStyle/>
          <a:p>
            <a:r>
              <a:rPr lang="en-US"/>
              <a:t>collection</a:t>
            </a:r>
            <a:endParaRPr lang="da-DK"/>
          </a:p>
          <a:p>
            <a:endParaRPr lang="da-DK"/>
          </a:p>
        </p:txBody>
      </p:sp>
      <p:sp>
        <p:nvSpPr>
          <p:cNvPr id="5" name="TextBox 4">
            <a:extLst>
              <a:ext uri="{FF2B5EF4-FFF2-40B4-BE49-F238E27FC236}">
                <a16:creationId xmlns:a16="http://schemas.microsoft.com/office/drawing/2014/main" id="{379CAE45-5927-4DFB-B2BF-09420AC5103A}"/>
              </a:ext>
            </a:extLst>
          </p:cNvPr>
          <p:cNvSpPr txBox="1"/>
          <p:nvPr/>
        </p:nvSpPr>
        <p:spPr>
          <a:xfrm>
            <a:off x="649139" y="1514151"/>
            <a:ext cx="10615593" cy="36618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a:solidFill>
                  <a:srgbClr val="171717"/>
                </a:solidFill>
                <a:latin typeface="+mn-lt"/>
              </a:rPr>
              <a:t>C</a:t>
            </a:r>
            <a:r>
              <a:rPr lang="en-US" b="0" i="0">
                <a:solidFill>
                  <a:srgbClr val="171717"/>
                </a:solidFill>
                <a:effectLst/>
                <a:latin typeface="+mn-lt"/>
              </a:rPr>
              <a:t>ollection scenarios and classes which you need to you use will depend on your particular task</a:t>
            </a:r>
            <a:br>
              <a:rPr lang="en-US" b="0" i="0">
                <a:solidFill>
                  <a:srgbClr val="171717"/>
                </a:solidFill>
                <a:effectLst/>
                <a:latin typeface="+mn-lt"/>
              </a:rPr>
            </a:br>
            <a:endParaRPr lang="en-US">
              <a:solidFill>
                <a:srgbClr val="171717"/>
              </a:solidFill>
              <a:latin typeface="+mn-lt"/>
            </a:endParaRPr>
          </a:p>
        </p:txBody>
      </p:sp>
      <p:sp>
        <p:nvSpPr>
          <p:cNvPr id="7" name="Rectangle 6">
            <a:extLst>
              <a:ext uri="{FF2B5EF4-FFF2-40B4-BE49-F238E27FC236}">
                <a16:creationId xmlns:a16="http://schemas.microsoft.com/office/drawing/2014/main" id="{5DFB46F7-CC9A-4AB9-86AF-984D061E4B7B}"/>
              </a:ext>
            </a:extLst>
          </p:cNvPr>
          <p:cNvSpPr/>
          <p:nvPr/>
        </p:nvSpPr>
        <p:spPr>
          <a:xfrm>
            <a:off x="670985" y="5869383"/>
            <a:ext cx="2063385" cy="400110"/>
          </a:xfrm>
          <a:prstGeom prst="rect">
            <a:avLst/>
          </a:prstGeom>
        </p:spPr>
        <p:txBody>
          <a:bodyPr wrap="none">
            <a:spAutoFit/>
          </a:bodyPr>
          <a:lstStyle/>
          <a:p>
            <a:pPr marL="0" indent="0" defTabSz="179388">
              <a:buClr>
                <a:srgbClr val="00DEE6"/>
              </a:buClr>
              <a:buFont typeface="Arial" panose="020B0604020202020204" pitchFamily="34" charset="0"/>
              <a:buNone/>
            </a:pPr>
            <a:r>
              <a:rPr lang="en-US" sz="2000">
                <a:solidFill>
                  <a:srgbClr val="171717"/>
                </a:solidFill>
                <a:latin typeface="+mn-lt"/>
                <a:hlinkClick r:id="rId3"/>
              </a:rPr>
              <a:t>Link to the table</a:t>
            </a:r>
            <a:endParaRPr lang="da-DK" sz="2000">
              <a:latin typeface="+mn-lt"/>
            </a:endParaRPr>
          </a:p>
        </p:txBody>
      </p:sp>
      <p:graphicFrame>
        <p:nvGraphicFramePr>
          <p:cNvPr id="8" name="Table 7">
            <a:extLst>
              <a:ext uri="{FF2B5EF4-FFF2-40B4-BE49-F238E27FC236}">
                <a16:creationId xmlns:a16="http://schemas.microsoft.com/office/drawing/2014/main" id="{7FE54850-488D-4B55-8CEC-EB856D67242F}"/>
              </a:ext>
            </a:extLst>
          </p:cNvPr>
          <p:cNvGraphicFramePr>
            <a:graphicFrameLocks noGrp="1"/>
          </p:cNvGraphicFramePr>
          <p:nvPr>
            <p:extLst>
              <p:ext uri="{D42A27DB-BD31-4B8C-83A1-F6EECF244321}">
                <p14:modId xmlns:p14="http://schemas.microsoft.com/office/powerpoint/2010/main" val="2349626005"/>
              </p:ext>
            </p:extLst>
          </p:nvPr>
        </p:nvGraphicFramePr>
        <p:xfrm>
          <a:off x="672000" y="1914404"/>
          <a:ext cx="10660396" cy="3868094"/>
        </p:xfrm>
        <a:graphic>
          <a:graphicData uri="http://schemas.openxmlformats.org/drawingml/2006/table">
            <a:tbl>
              <a:tblPr>
                <a:tableStyleId>{10A1B5D5-9B99-4C35-A422-299274C87663}</a:tableStyleId>
              </a:tblPr>
              <a:tblGrid>
                <a:gridCol w="2163667">
                  <a:extLst>
                    <a:ext uri="{9D8B030D-6E8A-4147-A177-3AD203B41FA5}">
                      <a16:colId xmlns:a16="http://schemas.microsoft.com/office/drawing/2014/main" val="1583082738"/>
                    </a:ext>
                  </a:extLst>
                </a:gridCol>
                <a:gridCol w="2630185">
                  <a:extLst>
                    <a:ext uri="{9D8B030D-6E8A-4147-A177-3AD203B41FA5}">
                      <a16:colId xmlns:a16="http://schemas.microsoft.com/office/drawing/2014/main" val="4019580202"/>
                    </a:ext>
                  </a:extLst>
                </a:gridCol>
                <a:gridCol w="2854690">
                  <a:extLst>
                    <a:ext uri="{9D8B030D-6E8A-4147-A177-3AD203B41FA5}">
                      <a16:colId xmlns:a16="http://schemas.microsoft.com/office/drawing/2014/main" val="2414592763"/>
                    </a:ext>
                  </a:extLst>
                </a:gridCol>
                <a:gridCol w="3011854">
                  <a:extLst>
                    <a:ext uri="{9D8B030D-6E8A-4147-A177-3AD203B41FA5}">
                      <a16:colId xmlns:a16="http://schemas.microsoft.com/office/drawing/2014/main" val="2722330578"/>
                    </a:ext>
                  </a:extLst>
                </a:gridCol>
              </a:tblGrid>
              <a:tr h="469174">
                <a:tc>
                  <a:txBody>
                    <a:bodyPr/>
                    <a:lstStyle/>
                    <a:p>
                      <a:pPr rtl="0"/>
                      <a:r>
                        <a:rPr lang="en-US" sz="1200" b="1"/>
                        <a:t>I want to…</a:t>
                      </a:r>
                    </a:p>
                  </a:txBody>
                  <a:tcPr marL="45204" marR="45204" marT="22602" marB="22602" anchor="ctr"/>
                </a:tc>
                <a:tc>
                  <a:txBody>
                    <a:bodyPr/>
                    <a:lstStyle/>
                    <a:p>
                      <a:pPr rtl="0"/>
                      <a:r>
                        <a:rPr lang="en-US" sz="1200" b="1"/>
                        <a:t>Generic collection options</a:t>
                      </a:r>
                    </a:p>
                  </a:txBody>
                  <a:tcPr marL="45204" marR="45204" marT="22602" marB="22602" anchor="ctr"/>
                </a:tc>
                <a:tc>
                  <a:txBody>
                    <a:bodyPr/>
                    <a:lstStyle/>
                    <a:p>
                      <a:pPr rtl="0"/>
                      <a:r>
                        <a:rPr lang="en-US" sz="1200" b="1"/>
                        <a:t>Non-generic collection options</a:t>
                      </a:r>
                    </a:p>
                  </a:txBody>
                  <a:tcPr marL="45204" marR="45204" marT="22602" marB="22602" anchor="ctr"/>
                </a:tc>
                <a:tc>
                  <a:txBody>
                    <a:bodyPr/>
                    <a:lstStyle/>
                    <a:p>
                      <a:pPr rtl="0"/>
                      <a:r>
                        <a:rPr lang="en-US" sz="1200" b="1"/>
                        <a:t>Thread-safe or immutable collection options</a:t>
                      </a:r>
                    </a:p>
                  </a:txBody>
                  <a:tcPr marL="45204" marR="45204" marT="22602" marB="22602" anchor="ctr"/>
                </a:tc>
                <a:extLst>
                  <a:ext uri="{0D108BD9-81ED-4DB2-BD59-A6C34878D82A}">
                    <a16:rowId xmlns:a16="http://schemas.microsoft.com/office/drawing/2014/main" val="1964669235"/>
                  </a:ext>
                </a:extLst>
              </a:tr>
              <a:tr h="1204150">
                <a:tc>
                  <a:txBody>
                    <a:bodyPr/>
                    <a:lstStyle/>
                    <a:p>
                      <a:pPr rtl="0"/>
                      <a:r>
                        <a:rPr lang="en-US" sz="1200"/>
                        <a:t>Store items as key/value pairs for quick look-up by key</a:t>
                      </a:r>
                    </a:p>
                  </a:txBody>
                  <a:tcPr marL="45204" marR="45204" marT="22602" marB="22602"/>
                </a:tc>
                <a:tc>
                  <a:txBody>
                    <a:bodyPr/>
                    <a:lstStyle/>
                    <a:p>
                      <a:pPr rtl="0"/>
                      <a:r>
                        <a:rPr lang="en-US" sz="1200">
                          <a:hlinkClick r:id="rId4"/>
                        </a:rPr>
                        <a:t>Dictionary&lt;</a:t>
                      </a:r>
                      <a:r>
                        <a:rPr lang="en-US" sz="1200" err="1">
                          <a:hlinkClick r:id="rId4"/>
                        </a:rPr>
                        <a:t>TKey,TValue</a:t>
                      </a:r>
                      <a:r>
                        <a:rPr lang="en-US" sz="1200">
                          <a:hlinkClick r:id="rId4"/>
                        </a:rPr>
                        <a:t>&gt;</a:t>
                      </a:r>
                      <a:endParaRPr lang="en-US" sz="1200"/>
                    </a:p>
                  </a:txBody>
                  <a:tcPr marL="45204" marR="45204" marT="22602" marB="22602"/>
                </a:tc>
                <a:tc>
                  <a:txBody>
                    <a:bodyPr/>
                    <a:lstStyle/>
                    <a:p>
                      <a:pPr rtl="0"/>
                      <a:r>
                        <a:rPr lang="en-US" sz="1200" err="1">
                          <a:hlinkClick r:id="rId5"/>
                        </a:rPr>
                        <a:t>Hashtable</a:t>
                      </a:r>
                      <a:br>
                        <a:rPr lang="en-US" sz="1200"/>
                      </a:br>
                      <a:br>
                        <a:rPr lang="en-US" sz="1200"/>
                      </a:br>
                      <a:r>
                        <a:rPr lang="en-US" sz="1200"/>
                        <a:t>(A collection of key/value pairs that are organized based on the hash code of the key.)</a:t>
                      </a:r>
                    </a:p>
                  </a:txBody>
                  <a:tcPr marL="45204" marR="45204" marT="22602" marB="22602"/>
                </a:tc>
                <a:tc>
                  <a:txBody>
                    <a:bodyPr/>
                    <a:lstStyle/>
                    <a:p>
                      <a:pPr rtl="0"/>
                      <a:r>
                        <a:rPr lang="en-US" sz="1200" err="1">
                          <a:hlinkClick r:id="rId6"/>
                        </a:rPr>
                        <a:t>ConcurrentDictionary</a:t>
                      </a:r>
                      <a:r>
                        <a:rPr lang="en-US" sz="1200">
                          <a:hlinkClick r:id="rId6"/>
                        </a:rPr>
                        <a:t>&lt;</a:t>
                      </a:r>
                      <a:r>
                        <a:rPr lang="en-US" sz="1200" err="1">
                          <a:hlinkClick r:id="rId6"/>
                        </a:rPr>
                        <a:t>TKey,TValue</a:t>
                      </a:r>
                      <a:r>
                        <a:rPr lang="en-US" sz="1200">
                          <a:hlinkClick r:id="rId6"/>
                        </a:rPr>
                        <a:t>&gt;</a:t>
                      </a:r>
                      <a:br>
                        <a:rPr lang="en-US" sz="1200"/>
                      </a:br>
                      <a:br>
                        <a:rPr lang="en-US" sz="1200"/>
                      </a:br>
                      <a:r>
                        <a:rPr lang="en-US" sz="1200" err="1">
                          <a:hlinkClick r:id="rId7"/>
                        </a:rPr>
                        <a:t>ReadOnlyDictionary</a:t>
                      </a:r>
                      <a:r>
                        <a:rPr lang="en-US" sz="1200">
                          <a:hlinkClick r:id="rId7"/>
                        </a:rPr>
                        <a:t>&lt;</a:t>
                      </a:r>
                      <a:r>
                        <a:rPr lang="en-US" sz="1200" err="1">
                          <a:hlinkClick r:id="rId7"/>
                        </a:rPr>
                        <a:t>TKey,TValue</a:t>
                      </a:r>
                      <a:r>
                        <a:rPr lang="en-US" sz="1200">
                          <a:hlinkClick r:id="rId7"/>
                        </a:rPr>
                        <a:t>&gt;</a:t>
                      </a:r>
                      <a:br>
                        <a:rPr lang="en-US" sz="1200"/>
                      </a:br>
                      <a:br>
                        <a:rPr lang="en-US" sz="1200"/>
                      </a:br>
                      <a:r>
                        <a:rPr lang="en-US" sz="1200" err="1">
                          <a:hlinkClick r:id="rId8"/>
                        </a:rPr>
                        <a:t>ImmutableDictionary</a:t>
                      </a:r>
                      <a:r>
                        <a:rPr lang="en-US" sz="1200">
                          <a:hlinkClick r:id="rId8"/>
                        </a:rPr>
                        <a:t>&lt;</a:t>
                      </a:r>
                      <a:r>
                        <a:rPr lang="en-US" sz="1200" err="1">
                          <a:hlinkClick r:id="rId8"/>
                        </a:rPr>
                        <a:t>TKey,TValue</a:t>
                      </a:r>
                      <a:r>
                        <a:rPr lang="en-US" sz="1200">
                          <a:hlinkClick r:id="rId8"/>
                        </a:rPr>
                        <a:t>&gt;</a:t>
                      </a:r>
                      <a:endParaRPr lang="en-US" sz="1200"/>
                    </a:p>
                  </a:txBody>
                  <a:tcPr marL="45204" marR="45204" marT="22602" marB="22602"/>
                </a:tc>
                <a:extLst>
                  <a:ext uri="{0D108BD9-81ED-4DB2-BD59-A6C34878D82A}">
                    <a16:rowId xmlns:a16="http://schemas.microsoft.com/office/drawing/2014/main" val="4182491553"/>
                  </a:ext>
                </a:extLst>
              </a:tr>
              <a:tr h="678980">
                <a:tc>
                  <a:txBody>
                    <a:bodyPr/>
                    <a:lstStyle/>
                    <a:p>
                      <a:pPr rtl="0"/>
                      <a:r>
                        <a:rPr lang="en-US" sz="1200"/>
                        <a:t>Access items by index</a:t>
                      </a:r>
                    </a:p>
                  </a:txBody>
                  <a:tcPr marL="45204" marR="45204" marT="22602" marB="22602"/>
                </a:tc>
                <a:tc>
                  <a:txBody>
                    <a:bodyPr/>
                    <a:lstStyle/>
                    <a:p>
                      <a:pPr rtl="0"/>
                      <a:r>
                        <a:rPr lang="en-US" sz="1200">
                          <a:hlinkClick r:id="rId9"/>
                        </a:rPr>
                        <a:t>List&lt;T&gt;</a:t>
                      </a:r>
                      <a:endParaRPr lang="en-US" sz="1200"/>
                    </a:p>
                  </a:txBody>
                  <a:tcPr marL="45204" marR="45204" marT="22602" marB="22602"/>
                </a:tc>
                <a:tc>
                  <a:txBody>
                    <a:bodyPr/>
                    <a:lstStyle/>
                    <a:p>
                      <a:pPr rtl="0"/>
                      <a:r>
                        <a:rPr lang="en-US" sz="1200">
                          <a:hlinkClick r:id="rId10"/>
                        </a:rPr>
                        <a:t>Array</a:t>
                      </a:r>
                      <a:br>
                        <a:rPr lang="en-US" sz="1200"/>
                      </a:br>
                      <a:br>
                        <a:rPr lang="en-US" sz="1200"/>
                      </a:br>
                      <a:r>
                        <a:rPr lang="en-US" sz="1200" err="1">
                          <a:hlinkClick r:id="rId11"/>
                        </a:rPr>
                        <a:t>ArrayList</a:t>
                      </a:r>
                      <a:endParaRPr lang="en-US" sz="1200"/>
                    </a:p>
                  </a:txBody>
                  <a:tcPr marL="45204" marR="45204" marT="22602" marB="22602"/>
                </a:tc>
                <a:tc>
                  <a:txBody>
                    <a:bodyPr/>
                    <a:lstStyle/>
                    <a:p>
                      <a:pPr rtl="0"/>
                      <a:r>
                        <a:rPr lang="en-US" sz="1200" err="1">
                          <a:hlinkClick r:id="rId12"/>
                        </a:rPr>
                        <a:t>ImmutableList</a:t>
                      </a:r>
                      <a:r>
                        <a:rPr lang="en-US" sz="1200">
                          <a:hlinkClick r:id="rId12"/>
                        </a:rPr>
                        <a:t>&lt;T&gt;</a:t>
                      </a:r>
                      <a:br>
                        <a:rPr lang="en-US" sz="1200"/>
                      </a:br>
                      <a:br>
                        <a:rPr lang="en-US" sz="1200"/>
                      </a:br>
                      <a:r>
                        <a:rPr lang="en-US" sz="1200" err="1">
                          <a:hlinkClick r:id="rId13"/>
                        </a:rPr>
                        <a:t>ImmutableArray</a:t>
                      </a:r>
                      <a:endParaRPr lang="en-US" sz="1200"/>
                    </a:p>
                  </a:txBody>
                  <a:tcPr marL="45204" marR="45204" marT="22602" marB="22602"/>
                </a:tc>
                <a:extLst>
                  <a:ext uri="{0D108BD9-81ED-4DB2-BD59-A6C34878D82A}">
                    <a16:rowId xmlns:a16="http://schemas.microsoft.com/office/drawing/2014/main" val="3837019412"/>
                  </a:ext>
                </a:extLst>
              </a:tr>
              <a:tr h="757895">
                <a:tc>
                  <a:txBody>
                    <a:bodyPr/>
                    <a:lstStyle/>
                    <a:p>
                      <a:pPr rtl="0"/>
                      <a:r>
                        <a:rPr lang="en-US" sz="1200"/>
                        <a:t>Use items first-in-first-out (FIFO)</a:t>
                      </a:r>
                    </a:p>
                  </a:txBody>
                  <a:tcPr marL="45204" marR="45204" marT="22602" marB="22602"/>
                </a:tc>
                <a:tc>
                  <a:txBody>
                    <a:bodyPr/>
                    <a:lstStyle/>
                    <a:p>
                      <a:pPr rtl="0"/>
                      <a:r>
                        <a:rPr lang="en-US" sz="1200">
                          <a:hlinkClick r:id="rId14"/>
                        </a:rPr>
                        <a:t>Queue&lt;T&gt;</a:t>
                      </a:r>
                      <a:endParaRPr lang="en-US" sz="1200"/>
                    </a:p>
                  </a:txBody>
                  <a:tcPr marL="45204" marR="45204" marT="22602" marB="22602"/>
                </a:tc>
                <a:tc>
                  <a:txBody>
                    <a:bodyPr/>
                    <a:lstStyle/>
                    <a:p>
                      <a:pPr rtl="0"/>
                      <a:r>
                        <a:rPr lang="en-US" sz="1200">
                          <a:hlinkClick r:id="rId15"/>
                        </a:rPr>
                        <a:t>Queue</a:t>
                      </a:r>
                      <a:endParaRPr lang="en-US" sz="1200"/>
                    </a:p>
                  </a:txBody>
                  <a:tcPr marL="45204" marR="45204" marT="22602" marB="22602"/>
                </a:tc>
                <a:tc>
                  <a:txBody>
                    <a:bodyPr/>
                    <a:lstStyle/>
                    <a:p>
                      <a:pPr rtl="0"/>
                      <a:r>
                        <a:rPr lang="en-US" sz="1200" err="1">
                          <a:hlinkClick r:id="rId16"/>
                        </a:rPr>
                        <a:t>ConcurrentQueue</a:t>
                      </a:r>
                      <a:r>
                        <a:rPr lang="en-US" sz="1200">
                          <a:hlinkClick r:id="rId16"/>
                        </a:rPr>
                        <a:t>&lt;T&gt;</a:t>
                      </a:r>
                      <a:br>
                        <a:rPr lang="en-US" sz="1200"/>
                      </a:br>
                      <a:br>
                        <a:rPr lang="en-US" sz="1200"/>
                      </a:br>
                      <a:r>
                        <a:rPr lang="en-US" sz="1200" err="1">
                          <a:hlinkClick r:id="rId17"/>
                        </a:rPr>
                        <a:t>ImmutableQueue</a:t>
                      </a:r>
                      <a:r>
                        <a:rPr lang="en-US" sz="1200">
                          <a:hlinkClick r:id="rId17"/>
                        </a:rPr>
                        <a:t>&lt;T&gt;</a:t>
                      </a:r>
                      <a:endParaRPr lang="en-US" sz="1200"/>
                    </a:p>
                  </a:txBody>
                  <a:tcPr marL="45204" marR="45204" marT="22602" marB="22602"/>
                </a:tc>
                <a:extLst>
                  <a:ext uri="{0D108BD9-81ED-4DB2-BD59-A6C34878D82A}">
                    <a16:rowId xmlns:a16="http://schemas.microsoft.com/office/drawing/2014/main" val="3551029054"/>
                  </a:ext>
                </a:extLst>
              </a:tr>
              <a:tr h="757895">
                <a:tc>
                  <a:txBody>
                    <a:bodyPr/>
                    <a:lstStyle/>
                    <a:p>
                      <a:pPr rtl="0"/>
                      <a:r>
                        <a:rPr lang="en-US" sz="1200"/>
                        <a:t>Use data Last-In-First-Out (LIFO)</a:t>
                      </a:r>
                    </a:p>
                  </a:txBody>
                  <a:tcPr marL="45204" marR="45204" marT="22602" marB="22602"/>
                </a:tc>
                <a:tc>
                  <a:txBody>
                    <a:bodyPr/>
                    <a:lstStyle/>
                    <a:p>
                      <a:pPr rtl="0"/>
                      <a:r>
                        <a:rPr lang="en-US" sz="1200">
                          <a:hlinkClick r:id="rId18"/>
                        </a:rPr>
                        <a:t>Stack&lt;T&gt;</a:t>
                      </a:r>
                      <a:endParaRPr lang="en-US" sz="1200"/>
                    </a:p>
                  </a:txBody>
                  <a:tcPr marL="45204" marR="45204" marT="22602" marB="22602"/>
                </a:tc>
                <a:tc>
                  <a:txBody>
                    <a:bodyPr/>
                    <a:lstStyle/>
                    <a:p>
                      <a:pPr rtl="0"/>
                      <a:r>
                        <a:rPr lang="en-US" sz="1200">
                          <a:hlinkClick r:id="rId19"/>
                        </a:rPr>
                        <a:t>Stack</a:t>
                      </a:r>
                      <a:endParaRPr lang="en-US" sz="1200"/>
                    </a:p>
                  </a:txBody>
                  <a:tcPr marL="45204" marR="45204" marT="22602" marB="22602"/>
                </a:tc>
                <a:tc>
                  <a:txBody>
                    <a:bodyPr/>
                    <a:lstStyle/>
                    <a:p>
                      <a:pPr rtl="0"/>
                      <a:r>
                        <a:rPr lang="en-US" sz="1200" err="1">
                          <a:hlinkClick r:id="rId20"/>
                        </a:rPr>
                        <a:t>ConcurrentStack</a:t>
                      </a:r>
                      <a:r>
                        <a:rPr lang="en-US" sz="1200">
                          <a:hlinkClick r:id="rId20"/>
                        </a:rPr>
                        <a:t>&lt;T&gt;</a:t>
                      </a:r>
                      <a:br>
                        <a:rPr lang="en-US" sz="1200"/>
                      </a:br>
                      <a:br>
                        <a:rPr lang="en-US" sz="1200"/>
                      </a:br>
                      <a:r>
                        <a:rPr lang="en-US" sz="1200" err="1">
                          <a:hlinkClick r:id="rId21"/>
                        </a:rPr>
                        <a:t>ImmutableStack</a:t>
                      </a:r>
                      <a:r>
                        <a:rPr lang="en-US" sz="1200">
                          <a:hlinkClick r:id="rId21"/>
                        </a:rPr>
                        <a:t>&lt;T&gt;</a:t>
                      </a:r>
                      <a:endParaRPr lang="en-US" sz="1200"/>
                    </a:p>
                  </a:txBody>
                  <a:tcPr marL="45204" marR="45204" marT="22602" marB="22602"/>
                </a:tc>
                <a:extLst>
                  <a:ext uri="{0D108BD9-81ED-4DB2-BD59-A6C34878D82A}">
                    <a16:rowId xmlns:a16="http://schemas.microsoft.com/office/drawing/2014/main" val="2944590960"/>
                  </a:ext>
                </a:extLst>
              </a:tr>
            </a:tbl>
          </a:graphicData>
        </a:graphic>
      </p:graphicFrame>
    </p:spTree>
    <p:extLst>
      <p:ext uri="{BB962C8B-B14F-4D97-AF65-F5344CB8AC3E}">
        <p14:creationId xmlns:p14="http://schemas.microsoft.com/office/powerpoint/2010/main" val="368465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A6C0-3F79-4D68-AD45-E73904396041}"/>
              </a:ext>
            </a:extLst>
          </p:cNvPr>
          <p:cNvSpPr>
            <a:spLocks noGrp="1"/>
          </p:cNvSpPr>
          <p:nvPr>
            <p:ph type="title"/>
          </p:nvPr>
        </p:nvSpPr>
        <p:spPr/>
        <p:txBody>
          <a:bodyPr/>
          <a:lstStyle/>
          <a:p>
            <a:r>
              <a:rPr lang="en-GB" err="1"/>
              <a:t>ArrayS</a:t>
            </a:r>
            <a:endParaRPr lang="da-DK"/>
          </a:p>
        </p:txBody>
      </p:sp>
      <p:sp>
        <p:nvSpPr>
          <p:cNvPr id="3" name="Slide Number Placeholder 2">
            <a:extLst>
              <a:ext uri="{FF2B5EF4-FFF2-40B4-BE49-F238E27FC236}">
                <a16:creationId xmlns:a16="http://schemas.microsoft.com/office/drawing/2014/main" id="{F82249E8-1CFF-4007-ACBA-0EF01A31B91A}"/>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4" name="Text Placeholder 3">
            <a:extLst>
              <a:ext uri="{FF2B5EF4-FFF2-40B4-BE49-F238E27FC236}">
                <a16:creationId xmlns:a16="http://schemas.microsoft.com/office/drawing/2014/main" id="{6E0BA048-CDE7-4FC6-A07B-19507DFE1C4B}"/>
              </a:ext>
            </a:extLst>
          </p:cNvPr>
          <p:cNvSpPr>
            <a:spLocks noGrp="1"/>
          </p:cNvSpPr>
          <p:nvPr>
            <p:ph type="body" sz="quarter" idx="17"/>
          </p:nvPr>
        </p:nvSpPr>
        <p:spPr/>
        <p:txBody>
          <a:bodyPr/>
          <a:lstStyle/>
          <a:p>
            <a:r>
              <a:rPr lang="en-US" err="1"/>
              <a:t>COLLection</a:t>
            </a:r>
            <a:r>
              <a:rPr lang="en-US"/>
              <a:t>. ARRAYs</a:t>
            </a:r>
            <a:endParaRPr lang="da-DK"/>
          </a:p>
        </p:txBody>
      </p:sp>
      <p:sp>
        <p:nvSpPr>
          <p:cNvPr id="5" name="TextBox 4">
            <a:extLst>
              <a:ext uri="{FF2B5EF4-FFF2-40B4-BE49-F238E27FC236}">
                <a16:creationId xmlns:a16="http://schemas.microsoft.com/office/drawing/2014/main" id="{D5CC686A-4812-4FA0-9DB5-ECF0D6CCBF3C}"/>
              </a:ext>
            </a:extLst>
          </p:cNvPr>
          <p:cNvSpPr txBox="1"/>
          <p:nvPr/>
        </p:nvSpPr>
        <p:spPr>
          <a:xfrm>
            <a:off x="672000" y="1458383"/>
            <a:ext cx="10878759" cy="4785101"/>
          </a:xfrm>
          <a:prstGeom prst="rect">
            <a:avLst/>
          </a:prstGeom>
          <a:noFill/>
        </p:spPr>
        <p:txBody>
          <a:bodyPr wrap="none" lIns="0" tIns="0" rIns="0" bIns="0" rtlCol="0">
            <a:noAutofit/>
          </a:bodyPr>
          <a:lstStyle/>
          <a:p>
            <a:r>
              <a:rPr lang="da-DK" sz="1800">
                <a:solidFill>
                  <a:srgbClr val="000000"/>
                </a:solidFill>
                <a:latin typeface="+mn-lt"/>
              </a:rPr>
              <a:t> </a:t>
            </a:r>
            <a:r>
              <a:rPr lang="da-DK" sz="1800" err="1">
                <a:solidFill>
                  <a:srgbClr val="0000FF"/>
                </a:solidFill>
                <a:latin typeface="+mn-lt"/>
              </a:rPr>
              <a:t>namespace</a:t>
            </a:r>
            <a:r>
              <a:rPr lang="da-DK" sz="1800">
                <a:solidFill>
                  <a:srgbClr val="000000"/>
                </a:solidFill>
                <a:latin typeface="+mn-lt"/>
              </a:rPr>
              <a:t> System {</a:t>
            </a:r>
          </a:p>
          <a:p>
            <a:r>
              <a:rPr lang="da-DK" sz="1800">
                <a:solidFill>
                  <a:srgbClr val="000000"/>
                </a:solidFill>
                <a:latin typeface="+mn-lt"/>
              </a:rPr>
              <a:t>    </a:t>
            </a:r>
            <a:r>
              <a:rPr lang="da-DK" sz="1800">
                <a:solidFill>
                  <a:srgbClr val="008000"/>
                </a:solidFill>
                <a:latin typeface="+mn-lt"/>
              </a:rPr>
              <a:t>//</a:t>
            </a:r>
            <a:endParaRPr lang="da-DK" sz="1800">
              <a:solidFill>
                <a:srgbClr val="000000"/>
              </a:solidFill>
              <a:latin typeface="+mn-lt"/>
            </a:endParaRPr>
          </a:p>
          <a:p>
            <a:r>
              <a:rPr lang="da-DK" sz="1800">
                <a:solidFill>
                  <a:srgbClr val="000000"/>
                </a:solidFill>
                <a:latin typeface="+mn-lt"/>
              </a:rPr>
              <a:t>    </a:t>
            </a:r>
            <a:r>
              <a:rPr lang="da-DK" sz="1800">
                <a:solidFill>
                  <a:srgbClr val="008000"/>
                </a:solidFill>
                <a:latin typeface="+mn-lt"/>
              </a:rPr>
              <a:t>// Summary:</a:t>
            </a:r>
            <a:endParaRPr lang="da-DK" sz="1800">
              <a:solidFill>
                <a:srgbClr val="000000"/>
              </a:solidFill>
              <a:latin typeface="+mn-lt"/>
            </a:endParaRPr>
          </a:p>
          <a:p>
            <a:r>
              <a:rPr lang="en-US" sz="1800">
                <a:solidFill>
                  <a:srgbClr val="000000"/>
                </a:solidFill>
                <a:latin typeface="+mn-lt"/>
              </a:rPr>
              <a:t>    </a:t>
            </a:r>
            <a:r>
              <a:rPr lang="en-US" sz="1800">
                <a:solidFill>
                  <a:srgbClr val="008000"/>
                </a:solidFill>
                <a:latin typeface="+mn-lt"/>
              </a:rPr>
              <a:t>//     Provides methods for creating, manipulating, searching, and sorting arrays, thereby</a:t>
            </a:r>
            <a:endParaRPr lang="en-US" sz="1800">
              <a:solidFill>
                <a:srgbClr val="000000"/>
              </a:solidFill>
              <a:latin typeface="+mn-lt"/>
            </a:endParaRPr>
          </a:p>
          <a:p>
            <a:r>
              <a:rPr lang="en-US" sz="1800">
                <a:solidFill>
                  <a:srgbClr val="000000"/>
                </a:solidFill>
                <a:latin typeface="+mn-lt"/>
              </a:rPr>
              <a:t>    </a:t>
            </a:r>
            <a:r>
              <a:rPr lang="en-US" sz="1800">
                <a:solidFill>
                  <a:srgbClr val="008000"/>
                </a:solidFill>
                <a:latin typeface="+mn-lt"/>
              </a:rPr>
              <a:t>//     serving as the base class for all arrays in the common language </a:t>
            </a:r>
            <a:r>
              <a:rPr lang="en-US" sz="1800" err="1">
                <a:solidFill>
                  <a:srgbClr val="008000"/>
                </a:solidFill>
                <a:latin typeface="+mn-lt"/>
              </a:rPr>
              <a:t>runtime.To</a:t>
            </a:r>
            <a:r>
              <a:rPr lang="en-US" sz="1800">
                <a:solidFill>
                  <a:srgbClr val="008000"/>
                </a:solidFill>
                <a:latin typeface="+mn-lt"/>
              </a:rPr>
              <a:t> browse</a:t>
            </a:r>
            <a:endParaRPr lang="en-US" sz="1800">
              <a:solidFill>
                <a:srgbClr val="000000"/>
              </a:solidFill>
              <a:latin typeface="+mn-lt"/>
            </a:endParaRPr>
          </a:p>
          <a:p>
            <a:r>
              <a:rPr lang="en-US" sz="1800">
                <a:solidFill>
                  <a:srgbClr val="000000"/>
                </a:solidFill>
                <a:latin typeface="+mn-lt"/>
              </a:rPr>
              <a:t>    </a:t>
            </a:r>
            <a:r>
              <a:rPr lang="en-US" sz="1800">
                <a:solidFill>
                  <a:srgbClr val="008000"/>
                </a:solidFill>
                <a:latin typeface="+mn-lt"/>
              </a:rPr>
              <a:t>//     the .NET Framework source code for this type, see the Reference Source.</a:t>
            </a:r>
            <a:endParaRPr lang="en-US" sz="1800">
              <a:solidFill>
                <a:srgbClr val="000000"/>
              </a:solidFill>
              <a:latin typeface="+mn-lt"/>
            </a:endParaRPr>
          </a:p>
          <a:p>
            <a:r>
              <a:rPr lang="da-DK" sz="1800">
                <a:solidFill>
                  <a:srgbClr val="000000"/>
                </a:solidFill>
                <a:latin typeface="+mn-lt"/>
              </a:rPr>
              <a:t>    [</a:t>
            </a:r>
            <a:r>
              <a:rPr lang="da-DK" sz="1800" err="1">
                <a:solidFill>
                  <a:srgbClr val="2B91AF"/>
                </a:solidFill>
                <a:latin typeface="+mn-lt"/>
              </a:rPr>
              <a:t>ComVisible</a:t>
            </a:r>
            <a:r>
              <a:rPr lang="da-DK" sz="1800">
                <a:solidFill>
                  <a:srgbClr val="000000"/>
                </a:solidFill>
                <a:latin typeface="+mn-lt"/>
              </a:rPr>
              <a:t>(</a:t>
            </a:r>
            <a:r>
              <a:rPr lang="da-DK" sz="1800">
                <a:solidFill>
                  <a:srgbClr val="0000FF"/>
                </a:solidFill>
                <a:latin typeface="+mn-lt"/>
              </a:rPr>
              <a:t>true</a:t>
            </a:r>
            <a:r>
              <a:rPr lang="da-DK" sz="1800">
                <a:solidFill>
                  <a:srgbClr val="000000"/>
                </a:solidFill>
                <a:latin typeface="+mn-lt"/>
              </a:rPr>
              <a:t>)]</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a:solidFill>
                  <a:srgbClr val="0000FF"/>
                </a:solidFill>
                <a:latin typeface="+mn-lt"/>
              </a:rPr>
              <a:t>abstract</a:t>
            </a:r>
            <a:r>
              <a:rPr lang="da-DK" sz="1800">
                <a:solidFill>
                  <a:srgbClr val="000000"/>
                </a:solidFill>
                <a:latin typeface="+mn-lt"/>
              </a:rPr>
              <a:t> </a:t>
            </a:r>
            <a:r>
              <a:rPr lang="da-DK" sz="1800" err="1">
                <a:solidFill>
                  <a:srgbClr val="0000FF"/>
                </a:solidFill>
                <a:latin typeface="+mn-lt"/>
              </a:rPr>
              <a:t>class</a:t>
            </a:r>
            <a:r>
              <a:rPr lang="da-DK" sz="1800">
                <a:solidFill>
                  <a:srgbClr val="000000"/>
                </a:solidFill>
                <a:latin typeface="+mn-lt"/>
              </a:rPr>
              <a:t> </a:t>
            </a:r>
            <a:r>
              <a:rPr lang="da-DK" sz="1800">
                <a:solidFill>
                  <a:srgbClr val="2B91AF"/>
                </a:solidFill>
                <a:latin typeface="+mn-lt"/>
              </a:rPr>
              <a:t>Array</a:t>
            </a:r>
            <a:r>
              <a:rPr lang="da-DK" sz="1800">
                <a:solidFill>
                  <a:srgbClr val="000000"/>
                </a:solidFill>
                <a:latin typeface="+mn-lt"/>
              </a:rPr>
              <a:t> : </a:t>
            </a:r>
            <a:r>
              <a:rPr lang="da-DK" sz="1800" err="1">
                <a:solidFill>
                  <a:srgbClr val="2B91AF"/>
                </a:solidFill>
                <a:latin typeface="+mn-lt"/>
              </a:rPr>
              <a:t>ICloneable</a:t>
            </a:r>
            <a:r>
              <a:rPr lang="da-DK" sz="1800">
                <a:solidFill>
                  <a:srgbClr val="000000"/>
                </a:solidFill>
                <a:latin typeface="+mn-lt"/>
              </a:rPr>
              <a:t>, </a:t>
            </a:r>
            <a:r>
              <a:rPr lang="da-DK" sz="1800" err="1">
                <a:solidFill>
                  <a:srgbClr val="2B91AF"/>
                </a:solidFill>
                <a:latin typeface="+mn-lt"/>
              </a:rPr>
              <a:t>IList</a:t>
            </a:r>
            <a:r>
              <a:rPr lang="da-DK" sz="1800">
                <a:solidFill>
                  <a:srgbClr val="000000"/>
                </a:solidFill>
                <a:latin typeface="+mn-lt"/>
              </a:rPr>
              <a:t>, </a:t>
            </a:r>
            <a:r>
              <a:rPr lang="da-DK" sz="1800" err="1">
                <a:solidFill>
                  <a:srgbClr val="2B91AF"/>
                </a:solidFill>
                <a:latin typeface="+mn-lt"/>
              </a:rPr>
              <a:t>ICollection</a:t>
            </a:r>
            <a:r>
              <a:rPr lang="da-DK" sz="1800">
                <a:solidFill>
                  <a:srgbClr val="000000"/>
                </a:solidFill>
                <a:latin typeface="+mn-lt"/>
              </a:rPr>
              <a:t>, </a:t>
            </a:r>
            <a:r>
              <a:rPr lang="da-DK" sz="1800" err="1">
                <a:solidFill>
                  <a:srgbClr val="2B91AF"/>
                </a:solidFill>
                <a:latin typeface="+mn-lt"/>
              </a:rPr>
              <a:t>IEnumerable</a:t>
            </a:r>
            <a:r>
              <a:rPr lang="da-DK" sz="1800">
                <a:solidFill>
                  <a:srgbClr val="000000"/>
                </a:solidFill>
                <a:latin typeface="+mn-lt"/>
              </a:rPr>
              <a:t>,</a:t>
            </a:r>
            <a:br>
              <a:rPr lang="da-DK" sz="1800">
                <a:solidFill>
                  <a:srgbClr val="000000"/>
                </a:solidFill>
                <a:latin typeface="+mn-lt"/>
              </a:rPr>
            </a:br>
            <a:r>
              <a:rPr lang="da-DK" sz="1800">
                <a:solidFill>
                  <a:srgbClr val="000000"/>
                </a:solidFill>
                <a:latin typeface="+mn-lt"/>
              </a:rPr>
              <a:t>                                  </a:t>
            </a:r>
            <a:r>
              <a:rPr lang="da-DK" sz="1800" err="1">
                <a:solidFill>
                  <a:srgbClr val="2B91AF"/>
                </a:solidFill>
                <a:latin typeface="+mn-lt"/>
              </a:rPr>
              <a:t>IStructuralComparable</a:t>
            </a:r>
            <a:r>
              <a:rPr lang="da-DK" sz="1800">
                <a:solidFill>
                  <a:srgbClr val="000000"/>
                </a:solidFill>
                <a:latin typeface="+mn-lt"/>
              </a:rPr>
              <a:t>, </a:t>
            </a:r>
            <a:r>
              <a:rPr lang="da-DK" sz="1800" err="1">
                <a:solidFill>
                  <a:srgbClr val="2B91AF"/>
                </a:solidFill>
                <a:latin typeface="+mn-lt"/>
              </a:rPr>
              <a:t>IStructuralEquatable</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err="1">
                <a:solidFill>
                  <a:srgbClr val="0000FF"/>
                </a:solidFill>
                <a:latin typeface="+mn-lt"/>
              </a:rPr>
              <a:t>bool</a:t>
            </a:r>
            <a:r>
              <a:rPr lang="da-DK" sz="1800">
                <a:solidFill>
                  <a:srgbClr val="000000"/>
                </a:solidFill>
                <a:latin typeface="+mn-lt"/>
              </a:rPr>
              <a:t> </a:t>
            </a:r>
            <a:r>
              <a:rPr lang="da-DK" sz="1800" err="1">
                <a:solidFill>
                  <a:srgbClr val="000000"/>
                </a:solidFill>
                <a:latin typeface="+mn-lt"/>
              </a:rPr>
              <a:t>IsFixedSize</a:t>
            </a:r>
            <a:r>
              <a:rPr lang="da-DK" sz="1800">
                <a:solidFill>
                  <a:srgbClr val="000000"/>
                </a:solidFill>
                <a:latin typeface="+mn-lt"/>
              </a:rPr>
              <a:t> { </a:t>
            </a:r>
            <a:r>
              <a:rPr lang="da-DK" sz="1800" err="1">
                <a:solidFill>
                  <a:srgbClr val="0000FF"/>
                </a:solidFill>
                <a:latin typeface="+mn-lt"/>
              </a:rPr>
              <a:t>get</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err="1">
                <a:solidFill>
                  <a:srgbClr val="0000FF"/>
                </a:solidFill>
                <a:latin typeface="+mn-lt"/>
              </a:rPr>
              <a:t>bool</a:t>
            </a:r>
            <a:r>
              <a:rPr lang="da-DK" sz="1800">
                <a:solidFill>
                  <a:srgbClr val="000000"/>
                </a:solidFill>
                <a:latin typeface="+mn-lt"/>
              </a:rPr>
              <a:t> </a:t>
            </a:r>
            <a:r>
              <a:rPr lang="da-DK" sz="1800" err="1">
                <a:solidFill>
                  <a:srgbClr val="000000"/>
                </a:solidFill>
                <a:latin typeface="+mn-lt"/>
              </a:rPr>
              <a:t>IsReadOnly</a:t>
            </a:r>
            <a:r>
              <a:rPr lang="da-DK" sz="1800">
                <a:solidFill>
                  <a:srgbClr val="000000"/>
                </a:solidFill>
                <a:latin typeface="+mn-lt"/>
              </a:rPr>
              <a:t> { </a:t>
            </a:r>
            <a:r>
              <a:rPr lang="da-DK" sz="1800" err="1">
                <a:solidFill>
                  <a:srgbClr val="0000FF"/>
                </a:solidFill>
                <a:latin typeface="+mn-lt"/>
              </a:rPr>
              <a:t>get</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err="1">
                <a:solidFill>
                  <a:srgbClr val="0000FF"/>
                </a:solidFill>
                <a:latin typeface="+mn-lt"/>
              </a:rPr>
              <a:t>bool</a:t>
            </a:r>
            <a:r>
              <a:rPr lang="da-DK" sz="1800">
                <a:solidFill>
                  <a:srgbClr val="000000"/>
                </a:solidFill>
                <a:latin typeface="+mn-lt"/>
              </a:rPr>
              <a:t> </a:t>
            </a:r>
            <a:r>
              <a:rPr lang="da-DK" sz="1800" err="1">
                <a:solidFill>
                  <a:srgbClr val="000000"/>
                </a:solidFill>
                <a:latin typeface="+mn-lt"/>
              </a:rPr>
              <a:t>IsSynchronized</a:t>
            </a:r>
            <a:r>
              <a:rPr lang="da-DK" sz="1800">
                <a:solidFill>
                  <a:srgbClr val="000000"/>
                </a:solidFill>
                <a:latin typeface="+mn-lt"/>
              </a:rPr>
              <a:t> { </a:t>
            </a:r>
            <a:r>
              <a:rPr lang="da-DK" sz="1800" err="1">
                <a:solidFill>
                  <a:srgbClr val="0000FF"/>
                </a:solidFill>
                <a:latin typeface="+mn-lt"/>
              </a:rPr>
              <a:t>get</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err="1">
                <a:solidFill>
                  <a:srgbClr val="0000FF"/>
                </a:solidFill>
                <a:latin typeface="+mn-lt"/>
              </a:rPr>
              <a:t>int</a:t>
            </a:r>
            <a:r>
              <a:rPr lang="da-DK" sz="1800">
                <a:solidFill>
                  <a:srgbClr val="000000"/>
                </a:solidFill>
                <a:latin typeface="+mn-lt"/>
              </a:rPr>
              <a:t> </a:t>
            </a:r>
            <a:r>
              <a:rPr lang="da-DK" sz="1800" err="1">
                <a:solidFill>
                  <a:srgbClr val="000000"/>
                </a:solidFill>
                <a:latin typeface="+mn-lt"/>
              </a:rPr>
              <a:t>Length</a:t>
            </a:r>
            <a:r>
              <a:rPr lang="da-DK" sz="1800">
                <a:solidFill>
                  <a:srgbClr val="000000"/>
                </a:solidFill>
                <a:latin typeface="+mn-lt"/>
              </a:rPr>
              <a:t> { </a:t>
            </a:r>
            <a:r>
              <a:rPr lang="da-DK" sz="1800" err="1">
                <a:solidFill>
                  <a:srgbClr val="0000FF"/>
                </a:solidFill>
                <a:latin typeface="+mn-lt"/>
              </a:rPr>
              <a:t>get</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a:solidFill>
                  <a:srgbClr val="0000FF"/>
                </a:solidFill>
                <a:latin typeface="+mn-lt"/>
              </a:rPr>
              <a:t>long</a:t>
            </a:r>
            <a:r>
              <a:rPr lang="da-DK" sz="1800">
                <a:solidFill>
                  <a:srgbClr val="000000"/>
                </a:solidFill>
                <a:latin typeface="+mn-lt"/>
              </a:rPr>
              <a:t> </a:t>
            </a:r>
            <a:r>
              <a:rPr lang="da-DK" sz="1800" err="1">
                <a:solidFill>
                  <a:srgbClr val="000000"/>
                </a:solidFill>
                <a:latin typeface="+mn-lt"/>
              </a:rPr>
              <a:t>LongLength</a:t>
            </a:r>
            <a:r>
              <a:rPr lang="da-DK" sz="1800">
                <a:solidFill>
                  <a:srgbClr val="000000"/>
                </a:solidFill>
                <a:latin typeface="+mn-lt"/>
              </a:rPr>
              <a:t> { </a:t>
            </a:r>
            <a:r>
              <a:rPr lang="da-DK" sz="1800" err="1">
                <a:solidFill>
                  <a:srgbClr val="0000FF"/>
                </a:solidFill>
                <a:latin typeface="+mn-lt"/>
              </a:rPr>
              <a:t>get</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err="1">
                <a:solidFill>
                  <a:srgbClr val="0000FF"/>
                </a:solidFill>
                <a:latin typeface="+mn-lt"/>
              </a:rPr>
              <a:t>int</a:t>
            </a:r>
            <a:r>
              <a:rPr lang="da-DK" sz="1800">
                <a:solidFill>
                  <a:srgbClr val="000000"/>
                </a:solidFill>
                <a:latin typeface="+mn-lt"/>
              </a:rPr>
              <a:t> Rank { </a:t>
            </a:r>
            <a:r>
              <a:rPr lang="da-DK" sz="1800" err="1">
                <a:solidFill>
                  <a:srgbClr val="0000FF"/>
                </a:solidFill>
                <a:latin typeface="+mn-lt"/>
              </a:rPr>
              <a:t>get</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err="1">
                <a:solidFill>
                  <a:srgbClr val="0000FF"/>
                </a:solidFill>
                <a:latin typeface="+mn-lt"/>
              </a:rPr>
              <a:t>object</a:t>
            </a:r>
            <a:r>
              <a:rPr lang="da-DK" sz="1800">
                <a:solidFill>
                  <a:srgbClr val="000000"/>
                </a:solidFill>
                <a:latin typeface="+mn-lt"/>
              </a:rPr>
              <a:t> </a:t>
            </a:r>
            <a:r>
              <a:rPr lang="da-DK" sz="1800" err="1">
                <a:solidFill>
                  <a:srgbClr val="000000"/>
                </a:solidFill>
                <a:latin typeface="+mn-lt"/>
              </a:rPr>
              <a:t>SyncRoot</a:t>
            </a:r>
            <a:r>
              <a:rPr lang="da-DK" sz="1800">
                <a:solidFill>
                  <a:srgbClr val="000000"/>
                </a:solidFill>
                <a:latin typeface="+mn-lt"/>
              </a:rPr>
              <a:t> { </a:t>
            </a:r>
            <a:r>
              <a:rPr lang="da-DK" sz="1800" err="1">
                <a:solidFill>
                  <a:srgbClr val="0000FF"/>
                </a:solidFill>
                <a:latin typeface="+mn-lt"/>
              </a:rPr>
              <a:t>get</a:t>
            </a:r>
            <a:r>
              <a:rPr lang="da-DK" sz="1800">
                <a:solidFill>
                  <a:srgbClr val="000000"/>
                </a:solidFill>
                <a:latin typeface="+mn-lt"/>
              </a:rPr>
              <a:t>; }</a:t>
            </a:r>
          </a:p>
          <a:p>
            <a:r>
              <a:rPr lang="da-DK">
                <a:solidFill>
                  <a:srgbClr val="000000"/>
                </a:solidFill>
                <a:latin typeface="+mn-lt"/>
              </a:rPr>
              <a:t>	   …</a:t>
            </a:r>
            <a:endParaRPr lang="da-DK" sz="1600">
              <a:latin typeface="+mn-lt"/>
            </a:endParaRPr>
          </a:p>
        </p:txBody>
      </p:sp>
    </p:spTree>
    <p:extLst>
      <p:ext uri="{BB962C8B-B14F-4D97-AF65-F5344CB8AC3E}">
        <p14:creationId xmlns:p14="http://schemas.microsoft.com/office/powerpoint/2010/main" val="2092654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A6C0-3F79-4D68-AD45-E73904396041}"/>
              </a:ext>
            </a:extLst>
          </p:cNvPr>
          <p:cNvSpPr>
            <a:spLocks noGrp="1"/>
          </p:cNvSpPr>
          <p:nvPr>
            <p:ph type="title"/>
          </p:nvPr>
        </p:nvSpPr>
        <p:spPr/>
        <p:txBody>
          <a:bodyPr/>
          <a:lstStyle/>
          <a:p>
            <a:r>
              <a:rPr lang="en-GB" err="1"/>
              <a:t>ArrayS</a:t>
            </a:r>
            <a:endParaRPr lang="da-DK"/>
          </a:p>
        </p:txBody>
      </p:sp>
      <p:sp>
        <p:nvSpPr>
          <p:cNvPr id="3" name="Slide Number Placeholder 2">
            <a:extLst>
              <a:ext uri="{FF2B5EF4-FFF2-40B4-BE49-F238E27FC236}">
                <a16:creationId xmlns:a16="http://schemas.microsoft.com/office/drawing/2014/main" id="{F82249E8-1CFF-4007-ACBA-0EF01A31B91A}"/>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4" name="Text Placeholder 3">
            <a:extLst>
              <a:ext uri="{FF2B5EF4-FFF2-40B4-BE49-F238E27FC236}">
                <a16:creationId xmlns:a16="http://schemas.microsoft.com/office/drawing/2014/main" id="{6E0BA048-CDE7-4FC6-A07B-19507DFE1C4B}"/>
              </a:ext>
            </a:extLst>
          </p:cNvPr>
          <p:cNvSpPr>
            <a:spLocks noGrp="1"/>
          </p:cNvSpPr>
          <p:nvPr>
            <p:ph type="body" sz="quarter" idx="17"/>
          </p:nvPr>
        </p:nvSpPr>
        <p:spPr/>
        <p:txBody>
          <a:bodyPr/>
          <a:lstStyle/>
          <a:p>
            <a:r>
              <a:rPr lang="en-US"/>
              <a:t>definitions</a:t>
            </a:r>
            <a:endParaRPr lang="da-DK"/>
          </a:p>
        </p:txBody>
      </p:sp>
      <p:sp>
        <p:nvSpPr>
          <p:cNvPr id="5" name="TextBox 4">
            <a:extLst>
              <a:ext uri="{FF2B5EF4-FFF2-40B4-BE49-F238E27FC236}">
                <a16:creationId xmlns:a16="http://schemas.microsoft.com/office/drawing/2014/main" id="{DAE6F1D5-B199-4E04-88C2-34BD651EAA8D}"/>
              </a:ext>
            </a:extLst>
          </p:cNvPr>
          <p:cNvSpPr txBox="1"/>
          <p:nvPr/>
        </p:nvSpPr>
        <p:spPr>
          <a:xfrm>
            <a:off x="649138" y="1458384"/>
            <a:ext cx="11006707" cy="4897994"/>
          </a:xfrm>
          <a:prstGeom prst="rect">
            <a:avLst/>
          </a:prstGeom>
          <a:noFill/>
        </p:spPr>
        <p:txBody>
          <a:bodyPr wrap="none" lIns="0" tIns="0" rIns="0" bIns="0" rtlCol="0">
            <a:noAutofit/>
          </a:bodyPr>
          <a:lstStyle/>
          <a:p>
            <a:pPr marL="285750" indent="-285750">
              <a:spcAft>
                <a:spcPts val="600"/>
              </a:spcAft>
              <a:buClr>
                <a:schemeClr val="accent2"/>
              </a:buClr>
              <a:buFont typeface="Arial" panose="020B0604020202020204" pitchFamily="34" charset="0"/>
              <a:buChar char="•"/>
            </a:pPr>
            <a:r>
              <a:rPr lang="en-US" sz="2000" b="1">
                <a:solidFill>
                  <a:schemeClr val="accent2"/>
                </a:solidFill>
                <a:latin typeface="+mn-lt"/>
                <a:cs typeface="Segoe UI" panose="020B0502040204020203" pitchFamily="34" charset="0"/>
              </a:rPr>
              <a:t>Elements:</a:t>
            </a:r>
            <a:r>
              <a:rPr lang="en-US" sz="2000">
                <a:solidFill>
                  <a:srgbClr val="171717"/>
                </a:solidFill>
                <a:latin typeface="+mn-lt"/>
                <a:cs typeface="Segoe UI" panose="020B0502040204020203" pitchFamily="34" charset="0"/>
              </a:rPr>
              <a:t> The individual data items of an array are called elements. All elements of an array</a:t>
            </a:r>
            <a:br>
              <a:rPr lang="en-US" sz="2000">
                <a:solidFill>
                  <a:srgbClr val="171717"/>
                </a:solidFill>
                <a:latin typeface="+mn-lt"/>
                <a:cs typeface="Segoe UI" panose="020B0502040204020203" pitchFamily="34" charset="0"/>
              </a:rPr>
            </a:br>
            <a:r>
              <a:rPr lang="en-US" sz="2000">
                <a:solidFill>
                  <a:srgbClr val="171717"/>
                </a:solidFill>
                <a:latin typeface="+mn-lt"/>
                <a:cs typeface="Segoe UI" panose="020B0502040204020203" pitchFamily="34" charset="0"/>
              </a:rPr>
              <a:t>must be of the same type or derived from the same type.</a:t>
            </a:r>
          </a:p>
          <a:p>
            <a:pPr marL="285750" indent="-285750">
              <a:spcAft>
                <a:spcPts val="600"/>
              </a:spcAft>
              <a:buClr>
                <a:schemeClr val="accent2"/>
              </a:buClr>
              <a:buFont typeface="Arial" panose="020B0604020202020204" pitchFamily="34" charset="0"/>
              <a:buChar char="•"/>
            </a:pPr>
            <a:r>
              <a:rPr lang="en-US" sz="2000" b="1">
                <a:solidFill>
                  <a:schemeClr val="accent2"/>
                </a:solidFill>
                <a:latin typeface="+mn-lt"/>
                <a:cs typeface="Segoe UI" panose="020B0502040204020203" pitchFamily="34" charset="0"/>
              </a:rPr>
              <a:t>Rank/dimensions: </a:t>
            </a:r>
            <a:r>
              <a:rPr lang="en-US" sz="2000">
                <a:solidFill>
                  <a:srgbClr val="171717"/>
                </a:solidFill>
                <a:latin typeface="+mn-lt"/>
                <a:cs typeface="Segoe UI" panose="020B0502040204020203" pitchFamily="34" charset="0"/>
              </a:rPr>
              <a:t>Arrays can have any positive number of dimensions. </a:t>
            </a:r>
            <a:br>
              <a:rPr lang="en-US" sz="2000">
                <a:solidFill>
                  <a:srgbClr val="171717"/>
                </a:solidFill>
                <a:latin typeface="+mn-lt"/>
                <a:cs typeface="Segoe UI" panose="020B0502040204020203" pitchFamily="34" charset="0"/>
              </a:rPr>
            </a:br>
            <a:r>
              <a:rPr lang="en-US" sz="2000">
                <a:solidFill>
                  <a:srgbClr val="171717"/>
                </a:solidFill>
                <a:latin typeface="+mn-lt"/>
                <a:cs typeface="Segoe UI" panose="020B0502040204020203" pitchFamily="34" charset="0"/>
              </a:rPr>
              <a:t>The number of dimensions an array has is called its rank</a:t>
            </a:r>
          </a:p>
          <a:p>
            <a:pPr marL="285750" indent="-285750">
              <a:spcAft>
                <a:spcPts val="600"/>
              </a:spcAft>
              <a:buClr>
                <a:schemeClr val="accent2"/>
              </a:buClr>
              <a:buFont typeface="Arial" panose="020B0604020202020204" pitchFamily="34" charset="0"/>
              <a:buChar char="•"/>
            </a:pPr>
            <a:r>
              <a:rPr lang="en-US" sz="2000" b="1">
                <a:solidFill>
                  <a:schemeClr val="accent2"/>
                </a:solidFill>
                <a:latin typeface="+mn-lt"/>
                <a:cs typeface="Segoe UI" panose="020B0502040204020203" pitchFamily="34" charset="0"/>
              </a:rPr>
              <a:t>Dimension length: </a:t>
            </a:r>
            <a:r>
              <a:rPr lang="en-US" sz="2000">
                <a:solidFill>
                  <a:srgbClr val="171717"/>
                </a:solidFill>
                <a:latin typeface="+mn-lt"/>
                <a:cs typeface="Segoe UI" panose="020B0502040204020203" pitchFamily="34" charset="0"/>
              </a:rPr>
              <a:t>Each dimension of an array has a length, which is the number of positions</a:t>
            </a:r>
            <a:br>
              <a:rPr lang="en-US" sz="2000">
                <a:solidFill>
                  <a:srgbClr val="171717"/>
                </a:solidFill>
                <a:latin typeface="+mn-lt"/>
                <a:cs typeface="Segoe UI" panose="020B0502040204020203" pitchFamily="34" charset="0"/>
              </a:rPr>
            </a:br>
            <a:r>
              <a:rPr lang="en-US" sz="2000">
                <a:solidFill>
                  <a:srgbClr val="171717"/>
                </a:solidFill>
                <a:latin typeface="+mn-lt"/>
                <a:cs typeface="Segoe UI" panose="020B0502040204020203" pitchFamily="34" charset="0"/>
              </a:rPr>
              <a:t>in that direction</a:t>
            </a:r>
          </a:p>
          <a:p>
            <a:pPr marL="285750" indent="-285750">
              <a:spcAft>
                <a:spcPts val="600"/>
              </a:spcAft>
              <a:buClr>
                <a:schemeClr val="accent2"/>
              </a:buClr>
              <a:buFont typeface="Arial" panose="020B0604020202020204" pitchFamily="34" charset="0"/>
              <a:buChar char="•"/>
            </a:pPr>
            <a:r>
              <a:rPr lang="en-US" sz="2000" b="1">
                <a:solidFill>
                  <a:schemeClr val="accent2"/>
                </a:solidFill>
                <a:latin typeface="+mn-lt"/>
                <a:cs typeface="Segoe UI" panose="020B0502040204020203" pitchFamily="34" charset="0"/>
              </a:rPr>
              <a:t>Array length: </a:t>
            </a:r>
            <a:r>
              <a:rPr lang="en-US" sz="2000">
                <a:solidFill>
                  <a:srgbClr val="171717"/>
                </a:solidFill>
                <a:latin typeface="+mn-lt"/>
                <a:cs typeface="Segoe UI" panose="020B0502040204020203" pitchFamily="34" charset="0"/>
              </a:rPr>
              <a:t>The total number of elements contained In the array, in all dimensions</a:t>
            </a:r>
          </a:p>
          <a:p>
            <a:pPr marL="0" indent="0" defTabSz="179388">
              <a:buClr>
                <a:srgbClr val="00DEE6"/>
              </a:buClr>
              <a:buFont typeface="Arial" panose="020B0604020202020204" pitchFamily="34" charset="0"/>
              <a:buNone/>
            </a:pPr>
            <a:endParaRPr lang="da-DK" sz="2000">
              <a:latin typeface="+mn-lt"/>
            </a:endParaRPr>
          </a:p>
        </p:txBody>
      </p:sp>
      <p:graphicFrame>
        <p:nvGraphicFramePr>
          <p:cNvPr id="12" name="Table 12">
            <a:extLst>
              <a:ext uri="{FF2B5EF4-FFF2-40B4-BE49-F238E27FC236}">
                <a16:creationId xmlns:a16="http://schemas.microsoft.com/office/drawing/2014/main" id="{B63CB5D9-47D0-4B35-B83D-B50442DD805F}"/>
              </a:ext>
            </a:extLst>
          </p:cNvPr>
          <p:cNvGraphicFramePr>
            <a:graphicFrameLocks noGrp="1"/>
          </p:cNvGraphicFramePr>
          <p:nvPr>
            <p:extLst>
              <p:ext uri="{D42A27DB-BD31-4B8C-83A1-F6EECF244321}">
                <p14:modId xmlns:p14="http://schemas.microsoft.com/office/powerpoint/2010/main" val="3199127546"/>
              </p:ext>
            </p:extLst>
          </p:nvPr>
        </p:nvGraphicFramePr>
        <p:xfrm>
          <a:off x="2438400" y="4185355"/>
          <a:ext cx="7778091" cy="1828800"/>
        </p:xfrm>
        <a:graphic>
          <a:graphicData uri="http://schemas.openxmlformats.org/drawingml/2006/table">
            <a:tbl>
              <a:tblPr firstRow="1" bandRow="1">
                <a:tableStyleId>{E8B1032C-EA38-4F05-BA0D-38AFFFC7BED3}</a:tableStyleId>
              </a:tblPr>
              <a:tblGrid>
                <a:gridCol w="1275691">
                  <a:extLst>
                    <a:ext uri="{9D8B030D-6E8A-4147-A177-3AD203B41FA5}">
                      <a16:colId xmlns:a16="http://schemas.microsoft.com/office/drawing/2014/main" val="4185358972"/>
                    </a:ext>
                  </a:extLst>
                </a:gridCol>
                <a:gridCol w="1625600">
                  <a:extLst>
                    <a:ext uri="{9D8B030D-6E8A-4147-A177-3AD203B41FA5}">
                      <a16:colId xmlns:a16="http://schemas.microsoft.com/office/drawing/2014/main" val="4216946693"/>
                    </a:ext>
                  </a:extLst>
                </a:gridCol>
                <a:gridCol w="1625600">
                  <a:extLst>
                    <a:ext uri="{9D8B030D-6E8A-4147-A177-3AD203B41FA5}">
                      <a16:colId xmlns:a16="http://schemas.microsoft.com/office/drawing/2014/main" val="4002404150"/>
                    </a:ext>
                  </a:extLst>
                </a:gridCol>
                <a:gridCol w="1625600">
                  <a:extLst>
                    <a:ext uri="{9D8B030D-6E8A-4147-A177-3AD203B41FA5}">
                      <a16:colId xmlns:a16="http://schemas.microsoft.com/office/drawing/2014/main" val="2378712045"/>
                    </a:ext>
                  </a:extLst>
                </a:gridCol>
                <a:gridCol w="1625600">
                  <a:extLst>
                    <a:ext uri="{9D8B030D-6E8A-4147-A177-3AD203B41FA5}">
                      <a16:colId xmlns:a16="http://schemas.microsoft.com/office/drawing/2014/main" val="2962069760"/>
                    </a:ext>
                  </a:extLst>
                </a:gridCol>
              </a:tblGrid>
              <a:tr h="3708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extLst>
                  <a:ext uri="{0D108BD9-81ED-4DB2-BD59-A6C34878D82A}">
                    <a16:rowId xmlns:a16="http://schemas.microsoft.com/office/drawing/2014/main" val="3267454438"/>
                  </a:ext>
                </a:extLst>
              </a:tr>
              <a:tr h="3708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O</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extLst>
                  <a:ext uri="{0D108BD9-81ED-4DB2-BD59-A6C34878D82A}">
                    <a16:rowId xmlns:a16="http://schemas.microsoft.com/office/drawing/2014/main" val="3351231110"/>
                  </a:ext>
                </a:extLst>
              </a:tr>
              <a:tr h="3708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extLst>
                  <a:ext uri="{0D108BD9-81ED-4DB2-BD59-A6C34878D82A}">
                    <a16:rowId xmlns:a16="http://schemas.microsoft.com/office/drawing/2014/main" val="825817319"/>
                  </a:ext>
                </a:extLst>
              </a:tr>
              <a:tr h="3708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Arial" panose="020B0604020202020204"/>
                          <a:ea typeface="+mn-ea"/>
                          <a:cs typeface="+mn-cs"/>
                        </a:rPr>
                        <a:t>0</a:t>
                      </a:r>
                      <a:endParaRPr kumimoji="0" lang="da-DK" sz="2400" b="0" i="0" u="none" strike="noStrike" kern="1200" cap="none" spc="0" normalizeH="0" baseline="0" noProof="0">
                        <a:ln>
                          <a:noFill/>
                        </a:ln>
                        <a:solidFill>
                          <a:prstClr val="black"/>
                        </a:solidFill>
                        <a:effectLst/>
                        <a:uLnTx/>
                        <a:uFillTx/>
                        <a:latin typeface="Arial" panose="020B0604020202020204"/>
                        <a:ea typeface="+mn-ea"/>
                        <a:cs typeface="+mn-cs"/>
                      </a:endParaRPr>
                    </a:p>
                  </a:txBody>
                  <a:tcPr anchor="ctr" anchorCtr="1"/>
                </a:tc>
                <a:extLst>
                  <a:ext uri="{0D108BD9-81ED-4DB2-BD59-A6C34878D82A}">
                    <a16:rowId xmlns:a16="http://schemas.microsoft.com/office/drawing/2014/main" val="3795113519"/>
                  </a:ext>
                </a:extLst>
              </a:tr>
            </a:tbl>
          </a:graphicData>
        </a:graphic>
      </p:graphicFrame>
    </p:spTree>
    <p:extLst>
      <p:ext uri="{BB962C8B-B14F-4D97-AF65-F5344CB8AC3E}">
        <p14:creationId xmlns:p14="http://schemas.microsoft.com/office/powerpoint/2010/main" val="1732770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9BC07-04E6-4BA8-ACF5-3222B9675231}"/>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C5F2EDC0-629B-4E28-8218-335CDC2BBE70}"/>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4" name="Text Placeholder 3">
            <a:extLst>
              <a:ext uri="{FF2B5EF4-FFF2-40B4-BE49-F238E27FC236}">
                <a16:creationId xmlns:a16="http://schemas.microsoft.com/office/drawing/2014/main" id="{0B868F0D-5343-4888-81A2-C7924AC2DBDD}"/>
              </a:ext>
            </a:extLst>
          </p:cNvPr>
          <p:cNvSpPr>
            <a:spLocks noGrp="1"/>
          </p:cNvSpPr>
          <p:nvPr>
            <p:ph type="body" sz="quarter" idx="17"/>
          </p:nvPr>
        </p:nvSpPr>
        <p:spPr/>
        <p:txBody>
          <a:bodyPr/>
          <a:lstStyle/>
          <a:p>
            <a:r>
              <a:rPr lang="en-US"/>
              <a:t>Demo 1</a:t>
            </a:r>
            <a:endParaRPr lang="da-DK"/>
          </a:p>
        </p:txBody>
      </p:sp>
      <p:sp>
        <p:nvSpPr>
          <p:cNvPr id="5" name="TextBox 4">
            <a:extLst>
              <a:ext uri="{FF2B5EF4-FFF2-40B4-BE49-F238E27FC236}">
                <a16:creationId xmlns:a16="http://schemas.microsoft.com/office/drawing/2014/main" id="{2F51B686-531A-4960-BF36-E6E70CA9C4E8}"/>
              </a:ext>
            </a:extLst>
          </p:cNvPr>
          <p:cNvSpPr txBox="1"/>
          <p:nvPr/>
        </p:nvSpPr>
        <p:spPr>
          <a:xfrm>
            <a:off x="649139" y="1458384"/>
            <a:ext cx="10878759" cy="4897994"/>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args</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numbers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[5];</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t>
            </a:r>
            <a:r>
              <a:rPr lang="da-DK" sz="1400">
                <a:solidFill>
                  <a:srgbClr val="000000"/>
                </a:solidFill>
                <a:latin typeface="Consolas" panose="020B0609020204030204" pitchFamily="49" charset="0"/>
              </a:rPr>
              <a:t>[0] = 1;</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t>
            </a:r>
            <a:r>
              <a:rPr lang="da-DK" sz="1400">
                <a:solidFill>
                  <a:srgbClr val="000000"/>
                </a:solidFill>
                <a:latin typeface="Consolas" panose="020B0609020204030204" pitchFamily="49" charset="0"/>
              </a:rPr>
              <a:t>[1] = 2;</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t>
            </a:r>
            <a:r>
              <a:rPr lang="da-DK" sz="1400">
                <a:solidFill>
                  <a:srgbClr val="000000"/>
                </a:solidFill>
                <a:latin typeface="Consolas" panose="020B0609020204030204" pitchFamily="49" charset="0"/>
              </a:rPr>
              <a:t>[2] = 3;</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t>
            </a:r>
            <a:r>
              <a:rPr lang="da-DK" sz="1400">
                <a:solidFill>
                  <a:srgbClr val="000000"/>
                </a:solidFill>
                <a:latin typeface="Consolas" panose="020B0609020204030204" pitchFamily="49" charset="0"/>
              </a:rPr>
              <a:t>[3] = 4;</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t>
            </a:r>
            <a:r>
              <a:rPr lang="da-DK" sz="1400">
                <a:solidFill>
                  <a:srgbClr val="000000"/>
                </a:solidFill>
                <a:latin typeface="Consolas" panose="020B0609020204030204" pitchFamily="49" charset="0"/>
              </a:rPr>
              <a:t>[4] = 5;</a:t>
            </a:r>
          </a:p>
          <a:p>
            <a:r>
              <a:rPr lang="da-DK" sz="1400">
                <a:solidFill>
                  <a:srgbClr val="000000"/>
                </a:solidFill>
                <a:latin typeface="Consolas" panose="020B0609020204030204" pitchFamily="49" charset="0"/>
              </a:rPr>
              <a:t>            </a:t>
            </a:r>
            <a:r>
              <a:rPr lang="da-DK" sz="1400">
                <a:solidFill>
                  <a:srgbClr val="008000"/>
                </a:solidFill>
                <a:latin typeface="Consolas" panose="020B0609020204030204" pitchFamily="49" charset="0"/>
              </a:rPr>
              <a:t>// </a:t>
            </a:r>
            <a:r>
              <a:rPr lang="da-DK" sz="1400" err="1">
                <a:solidFill>
                  <a:srgbClr val="008000"/>
                </a:solidFill>
                <a:latin typeface="Consolas" panose="020B0609020204030204" pitchFamily="49" charset="0"/>
              </a:rPr>
              <a:t>numbers</a:t>
            </a:r>
            <a:r>
              <a:rPr lang="da-DK" sz="1400">
                <a:solidFill>
                  <a:srgbClr val="008000"/>
                </a:solidFill>
                <a:latin typeface="Consolas" panose="020B0609020204030204" pitchFamily="49" charset="0"/>
              </a:rPr>
              <a:t>[5] = 6; </a:t>
            </a:r>
            <a:endParaRPr lang="da-DK" sz="1400">
              <a:solidFill>
                <a:srgbClr val="000000"/>
              </a:solidFill>
              <a:latin typeface="Consolas" panose="020B0609020204030204" pitchFamily="49" charset="0"/>
            </a:endParaRP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numbers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 1, 2, 3, 4, 5 };</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a:solidFill>
                  <a:srgbClr val="008000"/>
                </a:solidFill>
                <a:latin typeface="Consolas" panose="020B0609020204030204" pitchFamily="49" charset="0"/>
              </a:rPr>
              <a:t>// var </a:t>
            </a:r>
            <a:r>
              <a:rPr lang="da-DK" sz="1400" err="1">
                <a:solidFill>
                  <a:srgbClr val="008000"/>
                </a:solidFill>
                <a:latin typeface="Consolas" panose="020B0609020204030204" pitchFamily="49" charset="0"/>
              </a:rPr>
              <a:t>arrayMulti</a:t>
            </a:r>
            <a:r>
              <a:rPr lang="da-DK" sz="1400">
                <a:solidFill>
                  <a:srgbClr val="008000"/>
                </a:solidFill>
                <a:latin typeface="Consolas" panose="020B0609020204030204" pitchFamily="49" charset="0"/>
              </a:rPr>
              <a:t> = new </a:t>
            </a:r>
            <a:r>
              <a:rPr lang="da-DK" sz="1400" err="1">
                <a:solidFill>
                  <a:srgbClr val="008000"/>
                </a:solidFill>
                <a:latin typeface="Consolas" panose="020B0609020204030204" pitchFamily="49" charset="0"/>
              </a:rPr>
              <a:t>int</a:t>
            </a:r>
            <a:r>
              <a:rPr lang="da-DK" sz="1400">
                <a:solidFill>
                  <a:srgbClr val="008000"/>
                </a:solidFill>
                <a:latin typeface="Consolas" panose="020B0609020204030204" pitchFamily="49" charset="0"/>
              </a:rPr>
              <a:t>[] { 1, 1 };</a:t>
            </a:r>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a:solidFill>
                  <a:srgbClr val="008000"/>
                </a:solidFill>
                <a:latin typeface="Consolas" panose="020B0609020204030204" pitchFamily="49" charset="0"/>
              </a:rPr>
              <a:t>//var </a:t>
            </a:r>
            <a:r>
              <a:rPr lang="da-DK" sz="1400" err="1">
                <a:solidFill>
                  <a:srgbClr val="008000"/>
                </a:solidFill>
                <a:latin typeface="Consolas" panose="020B0609020204030204" pitchFamily="49" charset="0"/>
              </a:rPr>
              <a:t>arrayMulti</a:t>
            </a:r>
            <a:r>
              <a:rPr lang="da-DK" sz="1400">
                <a:solidFill>
                  <a:srgbClr val="008000"/>
                </a:solidFill>
                <a:latin typeface="Consolas" panose="020B0609020204030204" pitchFamily="49" charset="0"/>
              </a:rPr>
              <a:t> = new </a:t>
            </a:r>
            <a:r>
              <a:rPr lang="da-DK" sz="1400" err="1">
                <a:solidFill>
                  <a:srgbClr val="008000"/>
                </a:solidFill>
                <a:latin typeface="Consolas" panose="020B0609020204030204" pitchFamily="49" charset="0"/>
              </a:rPr>
              <a:t>int</a:t>
            </a:r>
            <a:r>
              <a:rPr lang="da-DK" sz="1400">
                <a:solidFill>
                  <a:srgbClr val="008000"/>
                </a:solidFill>
                <a:latin typeface="Consolas" panose="020B0609020204030204" pitchFamily="49" charset="0"/>
              </a:rPr>
              <a:t>[,] { { 1, 1 }, { 1, 1 } };</a:t>
            </a:r>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var</a:t>
            </a:r>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arrayMulti</a:t>
            </a:r>
            <a:r>
              <a:rPr lang="da-DK" sz="1400">
                <a:solidFill>
                  <a:srgbClr val="000000"/>
                </a:solidFill>
                <a:latin typeface="Consolas" panose="020B0609020204030204" pitchFamily="49" charset="0"/>
              </a:rPr>
              <a:t> = </a:t>
            </a:r>
            <a:r>
              <a:rPr lang="da-DK" sz="1400">
                <a:solidFill>
                  <a:srgbClr val="0000FF"/>
                </a:solidFill>
                <a:latin typeface="Consolas" panose="020B0609020204030204" pitchFamily="49" charset="0"/>
              </a:rPr>
              <a:t>new</a:t>
            </a:r>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int</a:t>
            </a:r>
            <a:r>
              <a:rPr lang="da-DK" sz="1400">
                <a:solidFill>
                  <a:srgbClr val="000000"/>
                </a:solidFill>
                <a:latin typeface="Consolas" panose="020B0609020204030204" pitchFamily="49" charset="0"/>
              </a:rPr>
              <a:t>[,,] { { { 1, 1 }, { 1, 1 } }, </a:t>
            </a:r>
          </a:p>
          <a:p>
            <a:r>
              <a:rPr lang="da-DK" sz="1400">
                <a:solidFill>
                  <a:srgbClr val="000000"/>
                </a:solidFill>
                <a:latin typeface="Consolas" panose="020B0609020204030204" pitchFamily="49" charset="0"/>
              </a:rPr>
              <a:t>                                            { { 1, 1 }, { 1, 1 } } };</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r>
              <a:rPr lang="da-DK" sz="1400" err="1">
                <a:solidFill>
                  <a:srgbClr val="000000"/>
                </a:solidFill>
                <a:latin typeface="Consolas" panose="020B0609020204030204" pitchFamily="49" charset="0"/>
              </a:rPr>
              <a:t>numbers.Length</a:t>
            </a:r>
            <a:r>
              <a:rPr lang="da-DK" sz="1400">
                <a:solidFill>
                  <a:srgbClr val="000000"/>
                </a:solidFill>
                <a:latin typeface="Consolas" panose="020B0609020204030204" pitchFamily="49" charset="0"/>
              </a:rPr>
              <a:t>);</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$"Before: </a:t>
            </a:r>
            <a:r>
              <a:rPr lang="en-US" sz="1400">
                <a:solidFill>
                  <a:srgbClr val="000000"/>
                </a:solidFill>
                <a:latin typeface="Consolas" panose="020B0609020204030204" pitchFamily="49" charset="0"/>
              </a:rPr>
              <a:t>{</a:t>
            </a:r>
            <a:r>
              <a:rPr lang="en-US" sz="1400" err="1">
                <a:solidFill>
                  <a:srgbClr val="0000FF"/>
                </a:solidFill>
                <a:latin typeface="Consolas" panose="020B0609020204030204" pitchFamily="49" charset="0"/>
              </a:rPr>
              <a:t>string</a:t>
            </a:r>
            <a:r>
              <a:rPr lang="en-US" sz="1400" err="1">
                <a:solidFill>
                  <a:srgbClr val="000000"/>
                </a:solidFill>
                <a:latin typeface="Consolas" panose="020B0609020204030204" pitchFamily="49" charset="0"/>
              </a:rPr>
              <a:t>.Join</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,numbers)}</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Array</a:t>
            </a:r>
            <a:r>
              <a:rPr lang="da-DK" sz="1400" err="1">
                <a:solidFill>
                  <a:srgbClr val="000000"/>
                </a:solidFill>
                <a:latin typeface="Consolas" panose="020B0609020204030204" pitchFamily="49" charset="0"/>
              </a:rPr>
              <a:t>.Reverse</a:t>
            </a:r>
            <a:r>
              <a:rPr lang="da-DK" sz="1400">
                <a:solidFill>
                  <a:srgbClr val="000000"/>
                </a:solidFill>
                <a:latin typeface="Consolas" panose="020B0609020204030204" pitchFamily="49" charset="0"/>
              </a:rPr>
              <a:t>(</a:t>
            </a:r>
            <a:r>
              <a:rPr lang="da-DK" sz="1400" err="1">
                <a:solidFill>
                  <a:srgbClr val="000000"/>
                </a:solidFill>
                <a:latin typeface="Consolas" panose="020B0609020204030204" pitchFamily="49" charset="0"/>
              </a:rPr>
              <a:t>numbers</a:t>
            </a:r>
            <a:r>
              <a:rPr lang="da-DK"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$"After: </a:t>
            </a:r>
            <a:r>
              <a:rPr lang="en-US" sz="1400">
                <a:solidFill>
                  <a:srgbClr val="000000"/>
                </a:solidFill>
                <a:latin typeface="Consolas" panose="020B0609020204030204" pitchFamily="49" charset="0"/>
              </a:rPr>
              <a:t>{</a:t>
            </a:r>
            <a:r>
              <a:rPr lang="en-US" sz="1400" err="1">
                <a:solidFill>
                  <a:srgbClr val="0000FF"/>
                </a:solidFill>
                <a:latin typeface="Consolas" panose="020B0609020204030204" pitchFamily="49" charset="0"/>
              </a:rPr>
              <a:t>string</a:t>
            </a:r>
            <a:r>
              <a:rPr lang="en-US" sz="1400" err="1">
                <a:solidFill>
                  <a:srgbClr val="000000"/>
                </a:solidFill>
                <a:latin typeface="Consolas" panose="020B0609020204030204" pitchFamily="49" charset="0"/>
              </a:rPr>
              <a:t>.Join</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,numbers)}</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a:t>
            </a:r>
            <a:endParaRPr lang="da-DK" sz="1100">
              <a:latin typeface="+mn-lt"/>
            </a:endParaRPr>
          </a:p>
        </p:txBody>
      </p:sp>
    </p:spTree>
    <p:extLst>
      <p:ext uri="{BB962C8B-B14F-4D97-AF65-F5344CB8AC3E}">
        <p14:creationId xmlns:p14="http://schemas.microsoft.com/office/powerpoint/2010/main" val="3019382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C6EAC-0619-4ECE-9B86-D0E18CF468BA}"/>
              </a:ext>
            </a:extLst>
          </p:cNvPr>
          <p:cNvSpPr>
            <a:spLocks noGrp="1"/>
          </p:cNvSpPr>
          <p:nvPr>
            <p:ph type="title"/>
          </p:nvPr>
        </p:nvSpPr>
        <p:spPr/>
        <p:txBody>
          <a:bodyPr/>
          <a:lstStyle/>
          <a:p>
            <a:r>
              <a:rPr lang="en-GB"/>
              <a:t>Array summary</a:t>
            </a:r>
            <a:endParaRPr lang="da-DK"/>
          </a:p>
        </p:txBody>
      </p:sp>
      <p:sp>
        <p:nvSpPr>
          <p:cNvPr id="3" name="Slide Number Placeholder 2">
            <a:extLst>
              <a:ext uri="{FF2B5EF4-FFF2-40B4-BE49-F238E27FC236}">
                <a16:creationId xmlns:a16="http://schemas.microsoft.com/office/drawing/2014/main" id="{D1B486F8-125C-4018-BF12-1C1DCCC25657}"/>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4" name="Text Placeholder 3">
            <a:extLst>
              <a:ext uri="{FF2B5EF4-FFF2-40B4-BE49-F238E27FC236}">
                <a16:creationId xmlns:a16="http://schemas.microsoft.com/office/drawing/2014/main" id="{63847286-9870-4B06-82AF-780BFB635E8E}"/>
              </a:ext>
            </a:extLst>
          </p:cNvPr>
          <p:cNvSpPr>
            <a:spLocks noGrp="1"/>
          </p:cNvSpPr>
          <p:nvPr>
            <p:ph type="body" sz="quarter" idx="17"/>
          </p:nvPr>
        </p:nvSpPr>
        <p:spPr/>
        <p:txBody>
          <a:bodyPr/>
          <a:lstStyle/>
          <a:p>
            <a:r>
              <a:rPr lang="en-US" err="1"/>
              <a:t>COLLection</a:t>
            </a:r>
            <a:r>
              <a:rPr lang="en-US"/>
              <a:t>. arrays</a:t>
            </a:r>
            <a:endParaRPr lang="da-DK"/>
          </a:p>
        </p:txBody>
      </p:sp>
      <p:sp>
        <p:nvSpPr>
          <p:cNvPr id="5" name="Rectangle 4">
            <a:extLst>
              <a:ext uri="{FF2B5EF4-FFF2-40B4-BE49-F238E27FC236}">
                <a16:creationId xmlns:a16="http://schemas.microsoft.com/office/drawing/2014/main" id="{3AA3122D-F8CB-4302-90E0-A11AFCD93832}"/>
              </a:ext>
            </a:extLst>
          </p:cNvPr>
          <p:cNvSpPr/>
          <p:nvPr/>
        </p:nvSpPr>
        <p:spPr>
          <a:xfrm>
            <a:off x="608821" y="1629834"/>
            <a:ext cx="10959394" cy="3631763"/>
          </a:xfrm>
          <a:prstGeom prst="rect">
            <a:avLst/>
          </a:prstGeom>
        </p:spPr>
        <p:txBody>
          <a:bodyPr wrap="square">
            <a:spAutoFit/>
          </a:bodyPr>
          <a:lstStyle/>
          <a:p>
            <a:pPr marL="285750" indent="-285750" defTabSz="179388">
              <a:spcAft>
                <a:spcPts val="1200"/>
              </a:spcAft>
              <a:buClr>
                <a:srgbClr val="00DEE6"/>
              </a:buClr>
              <a:buFont typeface="Arial" panose="020B0604020202020204" pitchFamily="34" charset="0"/>
              <a:buChar char="•"/>
            </a:pPr>
            <a:r>
              <a:rPr lang="en-US" sz="2000">
                <a:latin typeface="+mn-lt"/>
              </a:rPr>
              <a:t>An array can be </a:t>
            </a:r>
            <a:r>
              <a:rPr lang="en-US" sz="2000" i="1">
                <a:latin typeface="+mn-lt"/>
              </a:rPr>
              <a:t>Single-Dimensional</a:t>
            </a:r>
            <a:r>
              <a:rPr lang="en-US" sz="2000">
                <a:latin typeface="+mn-lt"/>
              </a:rPr>
              <a:t> or </a:t>
            </a:r>
            <a:r>
              <a:rPr lang="en-US" sz="2000" i="1">
                <a:latin typeface="+mn-lt"/>
              </a:rPr>
              <a:t>Multidimensional</a:t>
            </a:r>
          </a:p>
          <a:p>
            <a:pPr marL="285750" indent="-285750" defTabSz="179388">
              <a:spcAft>
                <a:spcPts val="1200"/>
              </a:spcAft>
              <a:buClr>
                <a:srgbClr val="00DEE6"/>
              </a:buClr>
              <a:buFont typeface="Arial" panose="020B0604020202020204" pitchFamily="34" charset="0"/>
              <a:buChar char="•"/>
            </a:pPr>
            <a:r>
              <a:rPr lang="en-US" sz="2000">
                <a:latin typeface="+mn-lt"/>
              </a:rPr>
              <a:t>The number of dimensions and the length of each dimension </a:t>
            </a:r>
            <a:r>
              <a:rPr lang="en-US" sz="2000" i="1">
                <a:latin typeface="+mn-lt"/>
              </a:rPr>
              <a:t>are established </a:t>
            </a:r>
            <a:br>
              <a:rPr lang="en-US" sz="2000" i="1">
                <a:latin typeface="+mn-lt"/>
              </a:rPr>
            </a:br>
            <a:r>
              <a:rPr lang="en-US" sz="2000">
                <a:latin typeface="+mn-lt"/>
              </a:rPr>
              <a:t>When the array instance is created, this values </a:t>
            </a:r>
            <a:r>
              <a:rPr lang="en-US" sz="2000" i="1">
                <a:latin typeface="+mn-lt"/>
              </a:rPr>
              <a:t>can't be changed</a:t>
            </a:r>
            <a:r>
              <a:rPr lang="en-US" sz="2000">
                <a:latin typeface="+mn-lt"/>
              </a:rPr>
              <a:t> during the lifetime of the instance</a:t>
            </a:r>
          </a:p>
          <a:p>
            <a:pPr marL="285750" indent="-285750" defTabSz="179388">
              <a:spcAft>
                <a:spcPts val="1200"/>
              </a:spcAft>
              <a:buClr>
                <a:srgbClr val="00DEE6"/>
              </a:buClr>
              <a:buFont typeface="Arial" panose="020B0604020202020204" pitchFamily="34" charset="0"/>
              <a:buChar char="•"/>
            </a:pPr>
            <a:r>
              <a:rPr lang="en-US" sz="2000">
                <a:latin typeface="+mn-lt"/>
              </a:rPr>
              <a:t>The </a:t>
            </a:r>
            <a:r>
              <a:rPr lang="en-US" sz="2000" i="1">
                <a:latin typeface="+mn-lt"/>
              </a:rPr>
              <a:t>default values </a:t>
            </a:r>
            <a:r>
              <a:rPr lang="en-US" sz="2000">
                <a:latin typeface="+mn-lt"/>
              </a:rPr>
              <a:t>of numeric array elements are set to </a:t>
            </a:r>
            <a:r>
              <a:rPr lang="en-US" sz="2000" i="1">
                <a:latin typeface="+mn-lt"/>
              </a:rPr>
              <a:t>zero</a:t>
            </a:r>
            <a:r>
              <a:rPr lang="en-US" sz="2000">
                <a:latin typeface="+mn-lt"/>
              </a:rPr>
              <a:t>, and </a:t>
            </a:r>
            <a:r>
              <a:rPr lang="en-US" sz="2000" i="1">
                <a:latin typeface="+mn-lt"/>
              </a:rPr>
              <a:t>reference</a:t>
            </a:r>
            <a:r>
              <a:rPr lang="en-US" sz="2000">
                <a:latin typeface="+mn-lt"/>
              </a:rPr>
              <a:t> elements are set to </a:t>
            </a:r>
            <a:r>
              <a:rPr lang="en-GB" sz="2000">
                <a:solidFill>
                  <a:srgbClr val="0000FF"/>
                </a:solidFill>
                <a:latin typeface="Consolas" panose="020B0609020204030204" pitchFamily="49" charset="0"/>
              </a:rPr>
              <a:t>null</a:t>
            </a:r>
            <a:r>
              <a:rPr lang="en-US" sz="2000">
                <a:latin typeface="+mn-lt"/>
              </a:rPr>
              <a:t> </a:t>
            </a:r>
            <a:endParaRPr lang="da-DK" sz="2000">
              <a:latin typeface="+mn-lt"/>
            </a:endParaRPr>
          </a:p>
          <a:p>
            <a:pPr marL="285750" indent="-285750" defTabSz="179388">
              <a:spcAft>
                <a:spcPts val="1200"/>
              </a:spcAft>
              <a:buClr>
                <a:srgbClr val="00DEE6"/>
              </a:buClr>
              <a:buFont typeface="Arial" panose="020B0604020202020204" pitchFamily="34" charset="0"/>
              <a:buChar char="•"/>
            </a:pPr>
            <a:r>
              <a:rPr lang="en-US" sz="2000">
                <a:latin typeface="+mn-lt"/>
              </a:rPr>
              <a:t>Arrays are </a:t>
            </a:r>
            <a:r>
              <a:rPr lang="en-US" sz="2000" i="1">
                <a:latin typeface="+mn-lt"/>
              </a:rPr>
              <a:t>zero indexed</a:t>
            </a:r>
            <a:r>
              <a:rPr lang="en-US" sz="2000">
                <a:latin typeface="+mn-lt"/>
              </a:rPr>
              <a:t>: an array with </a:t>
            </a:r>
            <a:r>
              <a:rPr lang="en-US" sz="2000" i="1">
                <a:latin typeface="+mn-lt"/>
              </a:rPr>
              <a:t>n</a:t>
            </a:r>
            <a:r>
              <a:rPr lang="en-US" sz="2000">
                <a:latin typeface="+mn-lt"/>
              </a:rPr>
              <a:t> elements is indexed from 0 to n-1</a:t>
            </a:r>
          </a:p>
          <a:p>
            <a:pPr marL="285750" indent="-285750" defTabSz="179388">
              <a:spcAft>
                <a:spcPts val="1200"/>
              </a:spcAft>
              <a:buClr>
                <a:srgbClr val="00DEE6"/>
              </a:buClr>
              <a:buFont typeface="Arial" panose="020B0604020202020204" pitchFamily="34" charset="0"/>
              <a:buChar char="•"/>
            </a:pPr>
            <a:r>
              <a:rPr lang="en-US" sz="2000">
                <a:latin typeface="+mn-lt"/>
              </a:rPr>
              <a:t>Array elements can be of </a:t>
            </a:r>
            <a:r>
              <a:rPr lang="en-US" sz="2000" i="1">
                <a:latin typeface="+mn-lt"/>
              </a:rPr>
              <a:t>any type</a:t>
            </a:r>
            <a:r>
              <a:rPr lang="en-US" sz="2000">
                <a:latin typeface="+mn-lt"/>
              </a:rPr>
              <a:t>, including an array type</a:t>
            </a:r>
          </a:p>
          <a:p>
            <a:pPr marL="285750" indent="-285750" defTabSz="179388">
              <a:spcAft>
                <a:spcPts val="1200"/>
              </a:spcAft>
              <a:buClr>
                <a:srgbClr val="00DEE6"/>
              </a:buClr>
              <a:buFont typeface="Arial" panose="020B0604020202020204" pitchFamily="34" charset="0"/>
              <a:buChar char="•"/>
            </a:pPr>
            <a:r>
              <a:rPr lang="en-US" sz="2000">
                <a:latin typeface="+mn-lt"/>
              </a:rPr>
              <a:t>Array types are reference types </a:t>
            </a:r>
            <a:r>
              <a:rPr lang="en-US" sz="2000" i="1">
                <a:latin typeface="+mn-lt"/>
              </a:rPr>
              <a:t>derived</a:t>
            </a:r>
            <a:r>
              <a:rPr lang="en-US" sz="2000">
                <a:latin typeface="+mn-lt"/>
              </a:rPr>
              <a:t> from the abstract base type </a:t>
            </a:r>
            <a:r>
              <a:rPr lang="en-GB" sz="2000">
                <a:solidFill>
                  <a:srgbClr val="2B91AF"/>
                </a:solidFill>
                <a:latin typeface="Consolas" panose="020B0609020204030204" pitchFamily="49" charset="0"/>
              </a:rPr>
              <a:t>Array</a:t>
            </a:r>
            <a:endParaRPr lang="en-US" sz="2000">
              <a:latin typeface="+mn-lt"/>
            </a:endParaRPr>
          </a:p>
        </p:txBody>
      </p:sp>
    </p:spTree>
    <p:extLst>
      <p:ext uri="{BB962C8B-B14F-4D97-AF65-F5344CB8AC3E}">
        <p14:creationId xmlns:p14="http://schemas.microsoft.com/office/powerpoint/2010/main" val="2748173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2B74-B45C-4AFB-BE27-D9D541287008}"/>
              </a:ext>
            </a:extLst>
          </p:cNvPr>
          <p:cNvSpPr>
            <a:spLocks noGrp="1"/>
          </p:cNvSpPr>
          <p:nvPr>
            <p:ph type="title"/>
          </p:nvPr>
        </p:nvSpPr>
        <p:spPr/>
        <p:txBody>
          <a:bodyPr/>
          <a:lstStyle/>
          <a:p>
            <a:r>
              <a:rPr lang="en-GB"/>
              <a:t>arrays</a:t>
            </a:r>
            <a:endParaRPr lang="da-DK"/>
          </a:p>
        </p:txBody>
      </p:sp>
      <p:sp>
        <p:nvSpPr>
          <p:cNvPr id="3" name="Slide Number Placeholder 2">
            <a:extLst>
              <a:ext uri="{FF2B5EF4-FFF2-40B4-BE49-F238E27FC236}">
                <a16:creationId xmlns:a16="http://schemas.microsoft.com/office/drawing/2014/main" id="{2C3A0607-8BDA-49CC-B210-2188ABFB8F37}"/>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4" name="Text Placeholder 3">
            <a:extLst>
              <a:ext uri="{FF2B5EF4-FFF2-40B4-BE49-F238E27FC236}">
                <a16:creationId xmlns:a16="http://schemas.microsoft.com/office/drawing/2014/main" id="{D723DB61-E2FB-4D64-A9C4-827E30738574}"/>
              </a:ext>
            </a:extLst>
          </p:cNvPr>
          <p:cNvSpPr>
            <a:spLocks noGrp="1"/>
          </p:cNvSpPr>
          <p:nvPr>
            <p:ph type="body" sz="quarter" idx="17"/>
          </p:nvPr>
        </p:nvSpPr>
        <p:spPr/>
        <p:txBody>
          <a:bodyPr/>
          <a:lstStyle/>
          <a:p>
            <a:r>
              <a:rPr lang="en-GB"/>
              <a:t>Practice 2 </a:t>
            </a:r>
            <a:endParaRPr lang="da-DK"/>
          </a:p>
        </p:txBody>
      </p:sp>
      <p:sp>
        <p:nvSpPr>
          <p:cNvPr id="5" name="TextBox 4">
            <a:extLst>
              <a:ext uri="{FF2B5EF4-FFF2-40B4-BE49-F238E27FC236}">
                <a16:creationId xmlns:a16="http://schemas.microsoft.com/office/drawing/2014/main" id="{A4E2AE50-39DE-4D1B-A301-C5B9C30670C0}"/>
              </a:ext>
            </a:extLst>
          </p:cNvPr>
          <p:cNvSpPr txBox="1"/>
          <p:nvPr/>
        </p:nvSpPr>
        <p:spPr>
          <a:xfrm>
            <a:off x="672001" y="1699060"/>
            <a:ext cx="6789073" cy="1240084"/>
          </a:xfrm>
          <a:prstGeom prst="rect">
            <a:avLst/>
          </a:prstGeom>
          <a:noFill/>
        </p:spPr>
        <p:txBody>
          <a:bodyPr wrap="none" lIns="0" tIns="0" rIns="0" bIns="0" rtlCol="0">
            <a:noAutofit/>
          </a:bodyPr>
          <a:lstStyle/>
          <a:p>
            <a:pPr marL="342900" indent="-342900" defTabSz="179388">
              <a:spcAft>
                <a:spcPts val="1200"/>
              </a:spcAft>
              <a:buClr>
                <a:srgbClr val="00DEE6"/>
              </a:buClr>
              <a:buFont typeface="+mj-lt"/>
              <a:buAutoNum type="arabicPeriod"/>
            </a:pPr>
            <a:r>
              <a:rPr lang="en-GB" sz="2000">
                <a:latin typeface="+mn-lt"/>
              </a:rPr>
              <a:t>Provide implementations for methods in </a:t>
            </a:r>
            <a:r>
              <a:rPr lang="da-DK" sz="1800" err="1">
                <a:solidFill>
                  <a:srgbClr val="2B91AF"/>
                </a:solidFill>
                <a:latin typeface="Consolas" panose="020B0609020204030204" pitchFamily="49" charset="0"/>
              </a:rPr>
              <a:t>ArrayPractice</a:t>
            </a:r>
            <a:endParaRPr lang="da-DK">
              <a:solidFill>
                <a:srgbClr val="2B91AF"/>
              </a:solidFill>
              <a:latin typeface="Consolas" panose="020B0609020204030204" pitchFamily="49" charset="0"/>
            </a:endParaRPr>
          </a:p>
          <a:p>
            <a:pPr marL="342900" indent="-342900" defTabSz="179388">
              <a:spcAft>
                <a:spcPts val="1200"/>
              </a:spcAft>
              <a:buClr>
                <a:srgbClr val="00DEE6"/>
              </a:buClr>
              <a:buFont typeface="+mj-lt"/>
              <a:buAutoNum type="arabicPeriod"/>
            </a:pPr>
            <a:r>
              <a:rPr lang="en-US" sz="2000">
                <a:latin typeface="+mn-lt"/>
              </a:rPr>
              <a:t>	</a:t>
            </a:r>
            <a:r>
              <a:rPr lang="en-GB" sz="2000">
                <a:latin typeface="+mn-lt"/>
              </a:rPr>
              <a:t>After methods have been filled in with implementation </a:t>
            </a:r>
            <a:br>
              <a:rPr lang="ru-RU" sz="2000">
                <a:latin typeface="+mn-lt"/>
              </a:rPr>
            </a:br>
            <a:r>
              <a:rPr lang="en-GB" sz="2000">
                <a:latin typeface="+mn-lt"/>
              </a:rPr>
              <a:t>unit tests from </a:t>
            </a:r>
            <a:r>
              <a:rPr lang="da-DK" sz="1800" err="1">
                <a:solidFill>
                  <a:srgbClr val="2B91AF"/>
                </a:solidFill>
                <a:latin typeface="Consolas" panose="020B0609020204030204" pitchFamily="49" charset="0"/>
              </a:rPr>
              <a:t>ArrayPracticeTests</a:t>
            </a:r>
            <a:r>
              <a:rPr lang="da-DK" sz="1800">
                <a:solidFill>
                  <a:srgbClr val="2B91AF"/>
                </a:solidFill>
                <a:latin typeface="Consolas" panose="020B0609020204030204" pitchFamily="49" charset="0"/>
              </a:rPr>
              <a:t> </a:t>
            </a:r>
            <a:r>
              <a:rPr lang="en-GB" sz="2000">
                <a:latin typeface="+mn-lt"/>
              </a:rPr>
              <a:t>should no longer fail</a:t>
            </a:r>
          </a:p>
          <a:p>
            <a:pPr marL="342900" indent="-342900" defTabSz="179388">
              <a:spcAft>
                <a:spcPts val="1200"/>
              </a:spcAft>
              <a:buClr>
                <a:srgbClr val="00DEE6"/>
              </a:buClr>
              <a:buFont typeface="+mj-lt"/>
              <a:buAutoNum type="arabicPeriod"/>
            </a:pPr>
            <a:endParaRPr lang="en-GB" sz="2000">
              <a:latin typeface="+mn-lt"/>
            </a:endParaRPr>
          </a:p>
          <a:p>
            <a:pPr defTabSz="179388">
              <a:spcAft>
                <a:spcPts val="1200"/>
              </a:spcAft>
              <a:buClr>
                <a:srgbClr val="00DEE6"/>
              </a:buClr>
            </a:pPr>
            <a:endParaRPr lang="en-GB" sz="2000">
              <a:latin typeface="+mn-lt"/>
            </a:endParaRPr>
          </a:p>
        </p:txBody>
      </p:sp>
      <p:pic>
        <p:nvPicPr>
          <p:cNvPr id="8" name="Graphic 7" descr="Flask">
            <a:extLst>
              <a:ext uri="{FF2B5EF4-FFF2-40B4-BE49-F238E27FC236}">
                <a16:creationId xmlns:a16="http://schemas.microsoft.com/office/drawing/2014/main" id="{A51603F8-E925-42F2-9B94-C760115761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4FFE5537-1DF9-4502-ABBB-4991641474A9}"/>
              </a:ext>
            </a:extLst>
          </p:cNvPr>
          <p:cNvPicPr>
            <a:picLocks noChangeAspect="1"/>
          </p:cNvPicPr>
          <p:nvPr/>
        </p:nvPicPr>
        <p:blipFill>
          <a:blip r:embed="rId4"/>
          <a:stretch>
            <a:fillRect/>
          </a:stretch>
        </p:blipFill>
        <p:spPr>
          <a:xfrm>
            <a:off x="7942959" y="1458384"/>
            <a:ext cx="3577040" cy="4649227"/>
          </a:xfrm>
          <a:prstGeom prst="rect">
            <a:avLst/>
          </a:prstGeom>
        </p:spPr>
      </p:pic>
      <p:pic>
        <p:nvPicPr>
          <p:cNvPr id="7" name="Picture 6">
            <a:extLst>
              <a:ext uri="{FF2B5EF4-FFF2-40B4-BE49-F238E27FC236}">
                <a16:creationId xmlns:a16="http://schemas.microsoft.com/office/drawing/2014/main" id="{40C2AE5B-47F1-4F00-B42C-1E83746FD44B}"/>
              </a:ext>
            </a:extLst>
          </p:cNvPr>
          <p:cNvPicPr>
            <a:picLocks noChangeAspect="1"/>
          </p:cNvPicPr>
          <p:nvPr/>
        </p:nvPicPr>
        <p:blipFill>
          <a:blip r:embed="rId5"/>
          <a:stretch>
            <a:fillRect/>
          </a:stretch>
        </p:blipFill>
        <p:spPr>
          <a:xfrm>
            <a:off x="2351752" y="3020170"/>
            <a:ext cx="3429569" cy="3176630"/>
          </a:xfrm>
          <a:prstGeom prst="rect">
            <a:avLst/>
          </a:prstGeom>
        </p:spPr>
      </p:pic>
    </p:spTree>
    <p:extLst>
      <p:ext uri="{BB962C8B-B14F-4D97-AF65-F5344CB8AC3E}">
        <p14:creationId xmlns:p14="http://schemas.microsoft.com/office/powerpoint/2010/main" val="2013328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2B74-B45C-4AFB-BE27-D9D541287008}"/>
              </a:ext>
            </a:extLst>
          </p:cNvPr>
          <p:cNvSpPr>
            <a:spLocks noGrp="1"/>
          </p:cNvSpPr>
          <p:nvPr>
            <p:ph type="title"/>
          </p:nvPr>
        </p:nvSpPr>
        <p:spPr/>
        <p:txBody>
          <a:bodyPr/>
          <a:lstStyle/>
          <a:p>
            <a:r>
              <a:rPr lang="en-GB"/>
              <a:t>arrays</a:t>
            </a:r>
            <a:endParaRPr lang="da-DK"/>
          </a:p>
        </p:txBody>
      </p:sp>
      <p:sp>
        <p:nvSpPr>
          <p:cNvPr id="3" name="Slide Number Placeholder 2">
            <a:extLst>
              <a:ext uri="{FF2B5EF4-FFF2-40B4-BE49-F238E27FC236}">
                <a16:creationId xmlns:a16="http://schemas.microsoft.com/office/drawing/2014/main" id="{2C3A0607-8BDA-49CC-B210-2188ABFB8F37}"/>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4" name="Text Placeholder 3">
            <a:extLst>
              <a:ext uri="{FF2B5EF4-FFF2-40B4-BE49-F238E27FC236}">
                <a16:creationId xmlns:a16="http://schemas.microsoft.com/office/drawing/2014/main" id="{D723DB61-E2FB-4D64-A9C4-827E30738574}"/>
              </a:ext>
            </a:extLst>
          </p:cNvPr>
          <p:cNvSpPr>
            <a:spLocks noGrp="1"/>
          </p:cNvSpPr>
          <p:nvPr>
            <p:ph type="body" sz="quarter" idx="17"/>
          </p:nvPr>
        </p:nvSpPr>
        <p:spPr/>
        <p:txBody>
          <a:bodyPr/>
          <a:lstStyle/>
          <a:p>
            <a:r>
              <a:rPr lang="en-GB"/>
              <a:t>Practice 2 - solution</a:t>
            </a:r>
            <a:endParaRPr lang="da-DK"/>
          </a:p>
        </p:txBody>
      </p:sp>
      <p:sp>
        <p:nvSpPr>
          <p:cNvPr id="5" name="TextBox 4">
            <a:extLst>
              <a:ext uri="{FF2B5EF4-FFF2-40B4-BE49-F238E27FC236}">
                <a16:creationId xmlns:a16="http://schemas.microsoft.com/office/drawing/2014/main" id="{A4E2AE50-39DE-4D1B-A301-C5B9C30670C0}"/>
              </a:ext>
            </a:extLst>
          </p:cNvPr>
          <p:cNvSpPr txBox="1"/>
          <p:nvPr/>
        </p:nvSpPr>
        <p:spPr>
          <a:xfrm>
            <a:off x="672001" y="1699059"/>
            <a:ext cx="10878759" cy="4497741"/>
          </a:xfrm>
          <a:prstGeom prst="rect">
            <a:avLst/>
          </a:prstGeom>
          <a:noFill/>
        </p:spPr>
        <p:txBody>
          <a:bodyPr wrap="none" lIns="0" tIns="0" rIns="0" bIns="0" rtlCol="0">
            <a:noAutofit/>
          </a:bodyPr>
          <a:lstStyle/>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static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ArrayPractice</a:t>
            </a:r>
            <a:r>
              <a:rPr lang="da-DK"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CreateArray</a:t>
            </a:r>
            <a:r>
              <a:rPr lang="en-US" sz="1200">
                <a:solidFill>
                  <a:srgbClr val="000000"/>
                </a:solidFill>
                <a:latin typeface="Consolas" panose="020B0609020204030204" pitchFamily="49" charset="0"/>
              </a:rPr>
              <a:t>(</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numberOfElements</a:t>
            </a:r>
            <a:r>
              <a:rPr lang="en-US" sz="1200">
                <a:solidFill>
                  <a:srgbClr val="000000"/>
                </a:solidFill>
                <a:latin typeface="Consolas" panose="020B0609020204030204" pitchFamily="49" charset="0"/>
              </a:rPr>
              <a:t>) =&gt; </a:t>
            </a:r>
            <a:r>
              <a:rPr lang="en-US" sz="1200">
                <a:solidFill>
                  <a:srgbClr val="0000FF"/>
                </a:solidFill>
                <a:highlight>
                  <a:srgbClr val="FFFF00"/>
                </a:highlight>
                <a:latin typeface="Consolas" panose="020B0609020204030204" pitchFamily="49" charset="0"/>
              </a:rPr>
              <a:t>new</a:t>
            </a:r>
            <a:r>
              <a:rPr lang="en-US" sz="1200">
                <a:solidFill>
                  <a:srgbClr val="000000"/>
                </a:solidFill>
                <a:highlight>
                  <a:srgbClr val="FFFF00"/>
                </a:highlight>
                <a:latin typeface="Consolas" panose="020B0609020204030204" pitchFamily="49" charset="0"/>
              </a:rPr>
              <a:t> </a:t>
            </a:r>
            <a:r>
              <a:rPr lang="en-US" sz="1200">
                <a:solidFill>
                  <a:srgbClr val="0000FF"/>
                </a:solidFill>
                <a:highlight>
                  <a:srgbClr val="FFFF00"/>
                </a:highlight>
                <a:latin typeface="Consolas" panose="020B0609020204030204" pitchFamily="49" charset="0"/>
              </a:rPr>
              <a:t>int</a:t>
            </a:r>
            <a:r>
              <a:rPr lang="en-US" sz="1200">
                <a:solidFill>
                  <a:srgbClr val="000000"/>
                </a:solidFill>
                <a:highlight>
                  <a:srgbClr val="FFFF00"/>
                </a:highlight>
                <a:latin typeface="Consolas" panose="020B0609020204030204" pitchFamily="49" charset="0"/>
              </a:rPr>
              <a:t>[</a:t>
            </a:r>
            <a:r>
              <a:rPr lang="en-US" sz="1200" err="1">
                <a:solidFill>
                  <a:srgbClr val="000000"/>
                </a:solidFill>
                <a:highlight>
                  <a:srgbClr val="FFFF00"/>
                </a:highlight>
                <a:latin typeface="Consolas" panose="020B0609020204030204" pitchFamily="49" charset="0"/>
              </a:rPr>
              <a:t>numberOfElements</a:t>
            </a:r>
            <a:r>
              <a:rPr lang="en-US" sz="1200">
                <a:solidFill>
                  <a:srgbClr val="000000"/>
                </a:solidFill>
                <a:highlight>
                  <a:srgbClr val="FFFF00"/>
                </a:highlight>
                <a:latin typeface="Consolas" panose="020B0609020204030204" pitchFamily="49" charset="0"/>
              </a:rPr>
              <a:t>];</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CreateArrayGeneric</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&gt;(</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numberOfElements</a:t>
            </a:r>
            <a:r>
              <a:rPr lang="en-US" sz="1200">
                <a:solidFill>
                  <a:srgbClr val="000000"/>
                </a:solidFill>
                <a:latin typeface="Consolas" panose="020B0609020204030204" pitchFamily="49" charset="0"/>
              </a:rPr>
              <a:t>) =&gt; </a:t>
            </a:r>
            <a:r>
              <a:rPr lang="en-US" sz="1200">
                <a:solidFill>
                  <a:srgbClr val="0000FF"/>
                </a:solidFill>
                <a:highlight>
                  <a:srgbClr val="FFFF00"/>
                </a:highlight>
                <a:latin typeface="Consolas" panose="020B0609020204030204" pitchFamily="49" charset="0"/>
              </a:rPr>
              <a:t>new</a:t>
            </a:r>
            <a:r>
              <a:rPr lang="en-US" sz="1200">
                <a:solidFill>
                  <a:srgbClr val="000000"/>
                </a:solidFill>
                <a:highlight>
                  <a:srgbClr val="FFFF00"/>
                </a:highlight>
                <a:latin typeface="Consolas" panose="020B0609020204030204" pitchFamily="49" charset="0"/>
              </a:rPr>
              <a:t> </a:t>
            </a:r>
            <a:r>
              <a:rPr lang="en-US" sz="1200">
                <a:solidFill>
                  <a:srgbClr val="2B91AF"/>
                </a:solidFill>
                <a:highlight>
                  <a:srgbClr val="FFFF00"/>
                </a:highlight>
                <a:latin typeface="Consolas" panose="020B0609020204030204" pitchFamily="49" charset="0"/>
              </a:rPr>
              <a:t>T</a:t>
            </a:r>
            <a:r>
              <a:rPr lang="en-US" sz="1200">
                <a:solidFill>
                  <a:srgbClr val="000000"/>
                </a:solidFill>
                <a:highlight>
                  <a:srgbClr val="FFFF00"/>
                </a:highlight>
                <a:latin typeface="Consolas" panose="020B0609020204030204" pitchFamily="49" charset="0"/>
              </a:rPr>
              <a:t>[</a:t>
            </a:r>
            <a:r>
              <a:rPr lang="en-US" sz="1200" err="1">
                <a:solidFill>
                  <a:srgbClr val="000000"/>
                </a:solidFill>
                <a:highlight>
                  <a:srgbClr val="FFFF00"/>
                </a:highlight>
                <a:latin typeface="Consolas" panose="020B0609020204030204" pitchFamily="49" charset="0"/>
              </a:rPr>
              <a:t>numberOfElements</a:t>
            </a:r>
            <a:r>
              <a:rPr lang="en-US" sz="1200">
                <a:solidFill>
                  <a:srgbClr val="000000"/>
                </a:solidFill>
                <a:highlight>
                  <a:srgbClr val="FFFF00"/>
                </a:highlight>
                <a:latin typeface="Consolas" panose="020B0609020204030204" pitchFamily="49" charset="0"/>
              </a:rPr>
              <a:t>];</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CreateNumericArray</a:t>
            </a:r>
            <a:r>
              <a:rPr lang="en-US" sz="1200">
                <a:solidFill>
                  <a:srgbClr val="000000"/>
                </a:solidFill>
                <a:latin typeface="Consolas" panose="020B0609020204030204" pitchFamily="49" charset="0"/>
              </a:rPr>
              <a:t>() =&gt; </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 1, 2, 3, 4, 5 };</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CreateDaysOfTheWeekArray</a:t>
            </a:r>
            <a:r>
              <a:rPr lang="en-US" sz="1200">
                <a:solidFill>
                  <a:srgbClr val="000000"/>
                </a:solidFill>
                <a:latin typeface="Consolas" panose="020B0609020204030204" pitchFamily="49" charset="0"/>
              </a:rPr>
              <a:t>() =&gt; </a:t>
            </a:r>
            <a:r>
              <a:rPr lang="en-US" sz="1200">
                <a:solidFill>
                  <a:srgbClr val="0000FF"/>
                </a:solidFill>
                <a:highlight>
                  <a:srgbClr val="FFFF00"/>
                </a:highlight>
                <a:latin typeface="Consolas" panose="020B0609020204030204" pitchFamily="49" charset="0"/>
              </a:rPr>
              <a:t>new</a:t>
            </a:r>
            <a:r>
              <a:rPr lang="en-US" sz="1200">
                <a:solidFill>
                  <a:srgbClr val="000000"/>
                </a:solidFill>
                <a:highlight>
                  <a:srgbClr val="FFFF00"/>
                </a:highlight>
                <a:latin typeface="Consolas" panose="020B0609020204030204" pitchFamily="49" charset="0"/>
              </a:rPr>
              <a:t>[] { </a:t>
            </a:r>
            <a:r>
              <a:rPr lang="en-US" sz="1200">
                <a:solidFill>
                  <a:srgbClr val="A31515"/>
                </a:solidFill>
                <a:highlight>
                  <a:srgbClr val="FFFF00"/>
                </a:highlight>
                <a:latin typeface="Consolas" panose="020B0609020204030204" pitchFamily="49" charset="0"/>
              </a:rPr>
              <a:t>"Monday"</a:t>
            </a:r>
            <a:r>
              <a:rPr lang="en-US" sz="1200">
                <a:solidFill>
                  <a:srgbClr val="000000"/>
                </a:solidFill>
                <a:highlight>
                  <a:srgbClr val="FFFF00"/>
                </a:highlight>
                <a:latin typeface="Consolas" panose="020B0609020204030204" pitchFamily="49" charset="0"/>
              </a:rPr>
              <a:t>, </a:t>
            </a:r>
            <a:r>
              <a:rPr lang="en-US" sz="1200">
                <a:solidFill>
                  <a:srgbClr val="A31515"/>
                </a:solidFill>
                <a:highlight>
                  <a:srgbClr val="FFFF00"/>
                </a:highlight>
                <a:latin typeface="Consolas" panose="020B0609020204030204" pitchFamily="49" charset="0"/>
              </a:rPr>
              <a:t>"Tuesday"</a:t>
            </a:r>
            <a:r>
              <a:rPr lang="en-US" sz="1200">
                <a:solidFill>
                  <a:srgbClr val="000000"/>
                </a:solidFill>
                <a:highlight>
                  <a:srgbClr val="FFFF00"/>
                </a:highlight>
                <a:latin typeface="Consolas" panose="020B0609020204030204" pitchFamily="49" charset="0"/>
              </a:rPr>
              <a:t>, </a:t>
            </a:r>
            <a:r>
              <a:rPr lang="en-US" sz="1200">
                <a:solidFill>
                  <a:srgbClr val="A31515"/>
                </a:solidFill>
                <a:highlight>
                  <a:srgbClr val="FFFF00"/>
                </a:highlight>
                <a:latin typeface="Consolas" panose="020B0609020204030204" pitchFamily="49" charset="0"/>
              </a:rPr>
              <a:t>"Wednesday"</a:t>
            </a:r>
            <a:r>
              <a:rPr lang="en-US" sz="1200">
                <a:solidFill>
                  <a:srgbClr val="000000"/>
                </a:solidFill>
                <a:highlight>
                  <a:srgbClr val="FFFF00"/>
                </a:highlight>
                <a:latin typeface="Consolas" panose="020B0609020204030204" pitchFamily="49" charset="0"/>
              </a:rPr>
              <a:t>, </a:t>
            </a:r>
            <a:r>
              <a:rPr lang="en-US" sz="1200">
                <a:solidFill>
                  <a:srgbClr val="A31515"/>
                </a:solidFill>
                <a:highlight>
                  <a:srgbClr val="FFFF00"/>
                </a:highlight>
                <a:latin typeface="Consolas" panose="020B0609020204030204" pitchFamily="49" charset="0"/>
              </a:rPr>
              <a:t>"Thursday"</a:t>
            </a:r>
            <a:r>
              <a:rPr lang="en-US" sz="1200">
                <a:solidFill>
                  <a:srgbClr val="000000"/>
                </a:solidFill>
                <a:highlight>
                  <a:srgbClr val="FFFF00"/>
                </a:highlight>
                <a:latin typeface="Consolas" panose="020B0609020204030204" pitchFamily="49" charset="0"/>
              </a:rPr>
              <a:t>,</a:t>
            </a:r>
          </a:p>
          <a:p>
            <a:r>
              <a:rPr lang="en-US" sz="1200">
                <a:solidFill>
                  <a:srgbClr val="000000"/>
                </a:solidFill>
                <a:latin typeface="Consolas" panose="020B0609020204030204" pitchFamily="49" charset="0"/>
              </a:rPr>
              <a:t>													</a:t>
            </a:r>
            <a:r>
              <a:rPr lang="en-US" sz="1200">
                <a:solidFill>
                  <a:srgbClr val="000000"/>
                </a:solidFill>
                <a:highlight>
                  <a:srgbClr val="FFFF00"/>
                </a:highlight>
                <a:latin typeface="Consolas" panose="020B0609020204030204" pitchFamily="49" charset="0"/>
              </a:rPr>
              <a:t> </a:t>
            </a:r>
            <a:r>
              <a:rPr lang="en-US" sz="1200">
                <a:solidFill>
                  <a:srgbClr val="A31515"/>
                </a:solidFill>
                <a:highlight>
                  <a:srgbClr val="FFFF00"/>
                </a:highlight>
                <a:latin typeface="Consolas" panose="020B0609020204030204" pitchFamily="49" charset="0"/>
              </a:rPr>
              <a:t>"Friday"</a:t>
            </a:r>
            <a:r>
              <a:rPr lang="en-US" sz="1200">
                <a:solidFill>
                  <a:srgbClr val="000000"/>
                </a:solidFill>
                <a:highlight>
                  <a:srgbClr val="FFFF00"/>
                </a:highlight>
                <a:latin typeface="Consolas" panose="020B0609020204030204" pitchFamily="49" charset="0"/>
              </a:rPr>
              <a:t>, </a:t>
            </a:r>
            <a:r>
              <a:rPr lang="en-US" sz="1200">
                <a:solidFill>
                  <a:srgbClr val="A31515"/>
                </a:solidFill>
                <a:highlight>
                  <a:srgbClr val="FFFF00"/>
                </a:highlight>
                <a:latin typeface="Consolas" panose="020B0609020204030204" pitchFamily="49" charset="0"/>
              </a:rPr>
              <a:t>"Saturday"</a:t>
            </a:r>
            <a:r>
              <a:rPr lang="en-US" sz="1200">
                <a:solidFill>
                  <a:srgbClr val="000000"/>
                </a:solidFill>
                <a:highlight>
                  <a:srgbClr val="FFFF00"/>
                </a:highlight>
                <a:latin typeface="Consolas" panose="020B0609020204030204" pitchFamily="49" charset="0"/>
              </a:rPr>
              <a:t>, </a:t>
            </a:r>
            <a:r>
              <a:rPr lang="en-US" sz="1200">
                <a:solidFill>
                  <a:srgbClr val="A31515"/>
                </a:solidFill>
                <a:highlight>
                  <a:srgbClr val="FFFF00"/>
                </a:highlight>
                <a:latin typeface="Consolas" panose="020B0609020204030204" pitchFamily="49" charset="0"/>
              </a:rPr>
              <a:t>"Sunday"</a:t>
            </a:r>
            <a:r>
              <a:rPr lang="en-US" sz="1200">
                <a:solidFill>
                  <a:srgbClr val="000000"/>
                </a:solidFill>
                <a:highlight>
                  <a:srgbClr val="FFFF00"/>
                </a:highlight>
                <a:latin typeface="Consolas" panose="020B0609020204030204" pitchFamily="49" charset="0"/>
              </a:rPr>
              <a:t> };</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GetTotalNumberOfElementsInArray</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&gt;(</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 array) =&gt; </a:t>
            </a:r>
            <a:r>
              <a:rPr lang="en-US" sz="1200" err="1">
                <a:solidFill>
                  <a:srgbClr val="000000"/>
                </a:solidFill>
                <a:highlight>
                  <a:srgbClr val="FFFF00"/>
                </a:highlight>
                <a:latin typeface="Consolas" panose="020B0609020204030204" pitchFamily="49" charset="0"/>
              </a:rPr>
              <a:t>array.Length</a:t>
            </a:r>
            <a:r>
              <a:rPr lang="en-US" sz="1200">
                <a:solidFill>
                  <a:srgbClr val="000000"/>
                </a:solidFill>
                <a:highlight>
                  <a:srgbClr val="FFFF00"/>
                </a:highlight>
                <a:latin typeface="Consolas" panose="020B0609020204030204" pitchFamily="49" charset="0"/>
              </a:rPr>
              <a:t>;</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GetElementByIndex</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&gt;(</a:t>
            </a:r>
            <a:r>
              <a:rPr lang="en-US" sz="1200">
                <a:solidFill>
                  <a:srgbClr val="2B91AF"/>
                </a:solidFill>
                <a:latin typeface="Consolas" panose="020B0609020204030204" pitchFamily="49" charset="0"/>
              </a:rPr>
              <a:t>T</a:t>
            </a:r>
            <a:r>
              <a:rPr lang="en-US" sz="1200">
                <a:solidFill>
                  <a:srgbClr val="000000"/>
                </a:solidFill>
                <a:latin typeface="Consolas" panose="020B0609020204030204" pitchFamily="49" charset="0"/>
              </a:rPr>
              <a:t>[] array,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index) =&gt; </a:t>
            </a:r>
            <a:r>
              <a:rPr lang="en-US" sz="1200">
                <a:solidFill>
                  <a:srgbClr val="000000"/>
                </a:solidFill>
                <a:highlight>
                  <a:srgbClr val="FFFF00"/>
                </a:highlight>
                <a:latin typeface="Consolas" panose="020B0609020204030204" pitchFamily="49" charset="0"/>
              </a:rPr>
              <a:t>array[index];</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SetElementByIndex</a:t>
            </a:r>
            <a:r>
              <a:rPr lang="en-US" sz="1200">
                <a:solidFill>
                  <a:srgbClr val="000000"/>
                </a:solidFill>
                <a:latin typeface="Consolas" panose="020B0609020204030204" pitchFamily="49" charset="0"/>
              </a:rPr>
              <a:t>(</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array,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index,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element) {</a:t>
            </a:r>
          </a:p>
          <a:p>
            <a:r>
              <a:rPr lang="da-DK" sz="1200">
                <a:solidFill>
                  <a:srgbClr val="000000"/>
                </a:solidFill>
                <a:latin typeface="Consolas" panose="020B0609020204030204" pitchFamily="49" charset="0"/>
              </a:rPr>
              <a:t>            </a:t>
            </a:r>
            <a:r>
              <a:rPr lang="da-DK" sz="1200">
                <a:solidFill>
                  <a:srgbClr val="000000"/>
                </a:solidFill>
                <a:highlight>
                  <a:srgbClr val="FFFF00"/>
                </a:highlight>
                <a:latin typeface="Consolas" panose="020B0609020204030204" pitchFamily="49" charset="0"/>
              </a:rPr>
              <a:t>array[</a:t>
            </a:r>
            <a:r>
              <a:rPr lang="da-DK" sz="1200" err="1">
                <a:solidFill>
                  <a:srgbClr val="000000"/>
                </a:solidFill>
                <a:highlight>
                  <a:srgbClr val="FFFF00"/>
                </a:highlight>
                <a:latin typeface="Consolas" panose="020B0609020204030204" pitchFamily="49" charset="0"/>
              </a:rPr>
              <a:t>index</a:t>
            </a:r>
            <a:r>
              <a:rPr lang="da-DK" sz="1200">
                <a:solidFill>
                  <a:srgbClr val="000000"/>
                </a:solidFill>
                <a:highlight>
                  <a:srgbClr val="FFFF00"/>
                </a:highlight>
                <a:latin typeface="Consolas" panose="020B0609020204030204" pitchFamily="49" charset="0"/>
              </a:rPr>
              <a:t>] = element;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CreateEmptyArray</a:t>
            </a:r>
            <a:r>
              <a:rPr lang="en-US" sz="1200">
                <a:solidFill>
                  <a:srgbClr val="000000"/>
                </a:solidFill>
                <a:latin typeface="Consolas" panose="020B0609020204030204" pitchFamily="49" charset="0"/>
              </a:rPr>
              <a:t>() =&gt; </a:t>
            </a:r>
            <a:r>
              <a:rPr lang="en-US" sz="1200" err="1">
                <a:solidFill>
                  <a:srgbClr val="2B91AF"/>
                </a:solidFill>
                <a:highlight>
                  <a:srgbClr val="FFFF00"/>
                </a:highlight>
                <a:latin typeface="Consolas" panose="020B0609020204030204" pitchFamily="49" charset="0"/>
              </a:rPr>
              <a:t>Array</a:t>
            </a:r>
            <a:r>
              <a:rPr lang="en-US" sz="1200" err="1">
                <a:solidFill>
                  <a:srgbClr val="000000"/>
                </a:solidFill>
                <a:highlight>
                  <a:srgbClr val="FFFF00"/>
                </a:highlight>
                <a:latin typeface="Consolas" panose="020B0609020204030204" pitchFamily="49" charset="0"/>
              </a:rPr>
              <a:t>.Empty</a:t>
            </a:r>
            <a:r>
              <a:rPr lang="en-US" sz="1200">
                <a:solidFill>
                  <a:srgbClr val="000000"/>
                </a:solidFill>
                <a:highlight>
                  <a:srgbClr val="FFFF00"/>
                </a:highlight>
                <a:latin typeface="Consolas" panose="020B0609020204030204" pitchFamily="49" charset="0"/>
              </a:rPr>
              <a:t>&lt;</a:t>
            </a:r>
            <a:r>
              <a:rPr lang="en-US" sz="1200">
                <a:solidFill>
                  <a:srgbClr val="0000FF"/>
                </a:solidFill>
                <a:highlight>
                  <a:srgbClr val="FFFF00"/>
                </a:highlight>
                <a:latin typeface="Consolas" panose="020B0609020204030204" pitchFamily="49" charset="0"/>
              </a:rPr>
              <a:t>int</a:t>
            </a:r>
            <a:r>
              <a:rPr lang="en-US" sz="1200">
                <a:solidFill>
                  <a:srgbClr val="000000"/>
                </a:solidFill>
                <a:highlight>
                  <a:srgbClr val="FFFF00"/>
                </a:highlight>
                <a:latin typeface="Consolas" panose="020B0609020204030204" pitchFamily="49" charset="0"/>
              </a:rPr>
              <a:t>&gt;();</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static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void</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ReverseArray</a:t>
            </a:r>
            <a:r>
              <a:rPr lang="da-DK" sz="1200">
                <a:solidFill>
                  <a:srgbClr val="000000"/>
                </a:solidFill>
                <a:latin typeface="Consolas" panose="020B0609020204030204" pitchFamily="49" charset="0"/>
              </a:rPr>
              <a:t>&lt;</a:t>
            </a:r>
            <a:r>
              <a:rPr lang="da-DK" sz="1200">
                <a:solidFill>
                  <a:srgbClr val="2B91AF"/>
                </a:solidFill>
                <a:latin typeface="Consolas" panose="020B0609020204030204" pitchFamily="49" charset="0"/>
              </a:rPr>
              <a:t>T</a:t>
            </a:r>
            <a:r>
              <a:rPr lang="da-DK" sz="1200">
                <a:solidFill>
                  <a:srgbClr val="000000"/>
                </a:solidFill>
                <a:latin typeface="Consolas" panose="020B0609020204030204" pitchFamily="49" charset="0"/>
              </a:rPr>
              <a:t>&gt;(</a:t>
            </a:r>
            <a:r>
              <a:rPr lang="da-DK" sz="1200">
                <a:solidFill>
                  <a:srgbClr val="2B91AF"/>
                </a:solidFill>
                <a:latin typeface="Consolas" panose="020B0609020204030204" pitchFamily="49" charset="0"/>
              </a:rPr>
              <a:t>T</a:t>
            </a:r>
            <a:r>
              <a:rPr lang="da-DK" sz="1200">
                <a:solidFill>
                  <a:srgbClr val="000000"/>
                </a:solidFill>
                <a:latin typeface="Consolas" panose="020B0609020204030204" pitchFamily="49" charset="0"/>
              </a:rPr>
              <a:t>[] array) {</a:t>
            </a:r>
          </a:p>
          <a:p>
            <a:r>
              <a:rPr lang="da-DK" sz="1200">
                <a:solidFill>
                  <a:srgbClr val="000000"/>
                </a:solidFill>
                <a:latin typeface="Consolas" panose="020B0609020204030204" pitchFamily="49" charset="0"/>
              </a:rPr>
              <a:t>            </a:t>
            </a:r>
            <a:r>
              <a:rPr lang="da-DK" sz="1200" err="1">
                <a:solidFill>
                  <a:srgbClr val="2B91AF"/>
                </a:solidFill>
                <a:highlight>
                  <a:srgbClr val="FFFF00"/>
                </a:highlight>
                <a:latin typeface="Consolas" panose="020B0609020204030204" pitchFamily="49" charset="0"/>
              </a:rPr>
              <a:t>Array</a:t>
            </a:r>
            <a:r>
              <a:rPr lang="da-DK" sz="1200" err="1">
                <a:solidFill>
                  <a:srgbClr val="000000"/>
                </a:solidFill>
                <a:highlight>
                  <a:srgbClr val="FFFF00"/>
                </a:highlight>
                <a:latin typeface="Consolas" panose="020B0609020204030204" pitchFamily="49" charset="0"/>
              </a:rPr>
              <a:t>.Reverse</a:t>
            </a:r>
            <a:r>
              <a:rPr lang="da-DK" sz="1200">
                <a:solidFill>
                  <a:srgbClr val="000000"/>
                </a:solidFill>
                <a:highlight>
                  <a:srgbClr val="FFFF00"/>
                </a:highlight>
                <a:latin typeface="Consolas" panose="020B0609020204030204" pitchFamily="49" charset="0"/>
              </a:rPr>
              <a:t>(array);</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da-DK" sz="1200">
                <a:solidFill>
                  <a:srgbClr val="000000"/>
                </a:solidFill>
                <a:latin typeface="Consolas" panose="020B0609020204030204" pitchFamily="49" charset="0"/>
              </a:rPr>
              <a:t>        </a:t>
            </a:r>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static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int</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FindIndexOfElement</a:t>
            </a:r>
            <a:r>
              <a:rPr lang="da-DK" sz="1200">
                <a:solidFill>
                  <a:srgbClr val="000000"/>
                </a:solidFill>
                <a:latin typeface="Consolas" panose="020B0609020204030204" pitchFamily="49" charset="0"/>
              </a:rPr>
              <a:t>&lt;</a:t>
            </a:r>
            <a:r>
              <a:rPr lang="da-DK" sz="1200">
                <a:solidFill>
                  <a:srgbClr val="2B91AF"/>
                </a:solidFill>
                <a:latin typeface="Consolas" panose="020B0609020204030204" pitchFamily="49" charset="0"/>
              </a:rPr>
              <a:t>T</a:t>
            </a:r>
            <a:r>
              <a:rPr lang="da-DK" sz="1200">
                <a:solidFill>
                  <a:srgbClr val="000000"/>
                </a:solidFill>
                <a:latin typeface="Consolas" panose="020B0609020204030204" pitchFamily="49" charset="0"/>
              </a:rPr>
              <a:t>&gt;(</a:t>
            </a:r>
            <a:r>
              <a:rPr lang="da-DK" sz="1200">
                <a:solidFill>
                  <a:srgbClr val="2B91AF"/>
                </a:solidFill>
                <a:latin typeface="Consolas" panose="020B0609020204030204" pitchFamily="49" charset="0"/>
              </a:rPr>
              <a:t>T</a:t>
            </a:r>
            <a:r>
              <a:rPr lang="da-DK" sz="1200">
                <a:solidFill>
                  <a:srgbClr val="000000"/>
                </a:solidFill>
                <a:latin typeface="Consolas" panose="020B0609020204030204" pitchFamily="49" charset="0"/>
              </a:rPr>
              <a:t>[] array, </a:t>
            </a:r>
            <a:r>
              <a:rPr lang="da-DK" sz="1200">
                <a:solidFill>
                  <a:srgbClr val="2B91AF"/>
                </a:solidFill>
                <a:latin typeface="Consolas" panose="020B0609020204030204" pitchFamily="49" charset="0"/>
              </a:rPr>
              <a:t>T</a:t>
            </a:r>
            <a:r>
              <a:rPr lang="da-DK" sz="1200">
                <a:solidFill>
                  <a:srgbClr val="000000"/>
                </a:solidFill>
                <a:latin typeface="Consolas" panose="020B0609020204030204" pitchFamily="49" charset="0"/>
              </a:rPr>
              <a:t> element) =&gt; </a:t>
            </a:r>
            <a:r>
              <a:rPr lang="da-DK" sz="1200" err="1">
                <a:solidFill>
                  <a:srgbClr val="2B91AF"/>
                </a:solidFill>
                <a:highlight>
                  <a:srgbClr val="FFFF00"/>
                </a:highlight>
                <a:latin typeface="Consolas" panose="020B0609020204030204" pitchFamily="49" charset="0"/>
              </a:rPr>
              <a:t>Array</a:t>
            </a:r>
            <a:r>
              <a:rPr lang="da-DK" sz="1200" err="1">
                <a:solidFill>
                  <a:srgbClr val="000000"/>
                </a:solidFill>
                <a:highlight>
                  <a:srgbClr val="FFFF00"/>
                </a:highlight>
                <a:latin typeface="Consolas" panose="020B0609020204030204" pitchFamily="49" charset="0"/>
              </a:rPr>
              <a:t>.IndexOf</a:t>
            </a:r>
            <a:r>
              <a:rPr lang="da-DK" sz="1200">
                <a:solidFill>
                  <a:srgbClr val="000000"/>
                </a:solidFill>
                <a:highlight>
                  <a:srgbClr val="FFFF00"/>
                </a:highlight>
                <a:latin typeface="Consolas" panose="020B0609020204030204" pitchFamily="49" charset="0"/>
              </a:rPr>
              <a:t>(array, element);</a:t>
            </a:r>
          </a:p>
          <a:p>
            <a:r>
              <a:rPr lang="da-DK" sz="1200">
                <a:solidFill>
                  <a:srgbClr val="000000"/>
                </a:solidFill>
                <a:latin typeface="Consolas" panose="020B0609020204030204" pitchFamily="49" charset="0"/>
              </a:rPr>
              <a:t>    }</a:t>
            </a:r>
            <a:endParaRPr lang="en-US" sz="1100">
              <a:latin typeface="+mn-lt"/>
            </a:endParaRPr>
          </a:p>
        </p:txBody>
      </p:sp>
      <p:pic>
        <p:nvPicPr>
          <p:cNvPr id="8" name="Graphic 7" descr="Flask">
            <a:extLst>
              <a:ext uri="{FF2B5EF4-FFF2-40B4-BE49-F238E27FC236}">
                <a16:creationId xmlns:a16="http://schemas.microsoft.com/office/drawing/2014/main" id="{A51603F8-E925-42F2-9B94-C760115761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641842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19</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4153405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BDC0-5001-48A5-B90A-97D2E26A7761}"/>
              </a:ext>
            </a:extLst>
          </p:cNvPr>
          <p:cNvSpPr>
            <a:spLocks noGrp="1"/>
          </p:cNvSpPr>
          <p:nvPr>
            <p:ph type="title"/>
          </p:nvPr>
        </p:nvSpPr>
        <p:spPr/>
        <p:txBody>
          <a:bodyPr/>
          <a:lstStyle/>
          <a:p>
            <a:r>
              <a:rPr lang="en-GB"/>
              <a:t>Lists</a:t>
            </a:r>
            <a:endParaRPr lang="da-DK"/>
          </a:p>
        </p:txBody>
      </p:sp>
      <p:sp>
        <p:nvSpPr>
          <p:cNvPr id="3" name="Slide Number Placeholder 2">
            <a:extLst>
              <a:ext uri="{FF2B5EF4-FFF2-40B4-BE49-F238E27FC236}">
                <a16:creationId xmlns:a16="http://schemas.microsoft.com/office/drawing/2014/main" id="{D3880889-1176-4706-81D9-04FCFA505A63}"/>
              </a:ext>
            </a:extLst>
          </p:cNvPr>
          <p:cNvSpPr>
            <a:spLocks noGrp="1"/>
          </p:cNvSpPr>
          <p:nvPr>
            <p:ph type="sldNum" sz="quarter" idx="11"/>
          </p:nvPr>
        </p:nvSpPr>
        <p:spPr/>
        <p:txBody>
          <a:bodyPr/>
          <a:lstStyle/>
          <a:p>
            <a:fld id="{E16BA917-7F09-4B8D-AF07-F52890C14046}" type="slidenum">
              <a:rPr lang="da-DK" smtClean="0"/>
              <a:pPr/>
              <a:t>20</a:t>
            </a:fld>
            <a:endParaRPr lang="da-DK"/>
          </a:p>
        </p:txBody>
      </p:sp>
      <p:sp>
        <p:nvSpPr>
          <p:cNvPr id="4" name="Text Placeholder 3">
            <a:extLst>
              <a:ext uri="{FF2B5EF4-FFF2-40B4-BE49-F238E27FC236}">
                <a16:creationId xmlns:a16="http://schemas.microsoft.com/office/drawing/2014/main" id="{E633C6DA-4997-414C-A483-EB76B1E13B0A}"/>
              </a:ext>
            </a:extLst>
          </p:cNvPr>
          <p:cNvSpPr>
            <a:spLocks noGrp="1"/>
          </p:cNvSpPr>
          <p:nvPr>
            <p:ph type="body" sz="quarter" idx="17"/>
          </p:nvPr>
        </p:nvSpPr>
        <p:spPr/>
        <p:txBody>
          <a:bodyPr/>
          <a:lstStyle/>
          <a:p>
            <a:r>
              <a:rPr lang="en-US" err="1"/>
              <a:t>COLLection</a:t>
            </a:r>
            <a:r>
              <a:rPr lang="en-US"/>
              <a:t>. lists</a:t>
            </a:r>
            <a:endParaRPr lang="da-DK"/>
          </a:p>
        </p:txBody>
      </p:sp>
      <p:sp>
        <p:nvSpPr>
          <p:cNvPr id="6" name="TextBox 5">
            <a:extLst>
              <a:ext uri="{FF2B5EF4-FFF2-40B4-BE49-F238E27FC236}">
                <a16:creationId xmlns:a16="http://schemas.microsoft.com/office/drawing/2014/main" id="{0C64A9A7-D0CD-47B1-8EF9-F699BD835EF6}"/>
              </a:ext>
            </a:extLst>
          </p:cNvPr>
          <p:cNvSpPr txBox="1"/>
          <p:nvPr/>
        </p:nvSpPr>
        <p:spPr>
          <a:xfrm>
            <a:off x="672000" y="1458383"/>
            <a:ext cx="10878759" cy="4497741"/>
          </a:xfrm>
          <a:prstGeom prst="rect">
            <a:avLst/>
          </a:prstGeom>
          <a:noFill/>
        </p:spPr>
        <p:txBody>
          <a:bodyPr wrap="none" lIns="0" tIns="0" rIns="0" bIns="0" rtlCol="0">
            <a:noAutofit/>
          </a:bodyPr>
          <a:lstStyle/>
          <a:p>
            <a:r>
              <a:rPr lang="da-DK" sz="1800">
                <a:solidFill>
                  <a:srgbClr val="000000"/>
                </a:solidFill>
                <a:latin typeface="+mn-lt"/>
              </a:rPr>
              <a:t> </a:t>
            </a:r>
            <a:r>
              <a:rPr lang="da-DK" sz="1800" err="1">
                <a:solidFill>
                  <a:srgbClr val="0000FF"/>
                </a:solidFill>
                <a:latin typeface="+mn-lt"/>
              </a:rPr>
              <a:t>namespace</a:t>
            </a:r>
            <a:r>
              <a:rPr lang="da-DK" sz="1800">
                <a:solidFill>
                  <a:srgbClr val="000000"/>
                </a:solidFill>
                <a:latin typeface="+mn-lt"/>
              </a:rPr>
              <a:t> </a:t>
            </a:r>
            <a:r>
              <a:rPr lang="da-DK" sz="1800" err="1">
                <a:solidFill>
                  <a:srgbClr val="000000"/>
                </a:solidFill>
                <a:latin typeface="+mn-lt"/>
              </a:rPr>
              <a:t>System.Collections.Generic</a:t>
            </a:r>
            <a:r>
              <a:rPr lang="da-DK" sz="1800">
                <a:solidFill>
                  <a:srgbClr val="000000"/>
                </a:solidFill>
                <a:latin typeface="+mn-lt"/>
              </a:rPr>
              <a:t> {</a:t>
            </a:r>
          </a:p>
          <a:p>
            <a:r>
              <a:rPr lang="da-DK" sz="1800">
                <a:solidFill>
                  <a:srgbClr val="000000"/>
                </a:solidFill>
                <a:latin typeface="+mn-lt"/>
              </a:rPr>
              <a:t>    </a:t>
            </a:r>
            <a:r>
              <a:rPr lang="da-DK" sz="1800">
                <a:solidFill>
                  <a:srgbClr val="008000"/>
                </a:solidFill>
                <a:latin typeface="+mn-lt"/>
              </a:rPr>
              <a:t>//</a:t>
            </a:r>
            <a:endParaRPr lang="da-DK" sz="1800">
              <a:solidFill>
                <a:srgbClr val="000000"/>
              </a:solidFill>
              <a:latin typeface="+mn-lt"/>
            </a:endParaRPr>
          </a:p>
          <a:p>
            <a:r>
              <a:rPr lang="da-DK" sz="1800">
                <a:solidFill>
                  <a:srgbClr val="000000"/>
                </a:solidFill>
                <a:latin typeface="+mn-lt"/>
              </a:rPr>
              <a:t>    </a:t>
            </a:r>
            <a:r>
              <a:rPr lang="da-DK" sz="1800">
                <a:solidFill>
                  <a:srgbClr val="008000"/>
                </a:solidFill>
                <a:latin typeface="+mn-lt"/>
              </a:rPr>
              <a:t>// Summary:</a:t>
            </a:r>
            <a:endParaRPr lang="da-DK" sz="1800">
              <a:solidFill>
                <a:srgbClr val="000000"/>
              </a:solidFill>
              <a:latin typeface="+mn-lt"/>
            </a:endParaRPr>
          </a:p>
          <a:p>
            <a:r>
              <a:rPr lang="en-US" sz="1800">
                <a:solidFill>
                  <a:srgbClr val="000000"/>
                </a:solidFill>
                <a:latin typeface="+mn-lt"/>
              </a:rPr>
              <a:t>    </a:t>
            </a:r>
            <a:r>
              <a:rPr lang="en-US" sz="1800">
                <a:solidFill>
                  <a:srgbClr val="008000"/>
                </a:solidFill>
                <a:latin typeface="+mn-lt"/>
              </a:rPr>
              <a:t>//     Represents a strongly typed list of objects that can be accessed by index. Provides</a:t>
            </a:r>
            <a:endParaRPr lang="en-US" sz="1800">
              <a:solidFill>
                <a:srgbClr val="000000"/>
              </a:solidFill>
              <a:latin typeface="+mn-lt"/>
            </a:endParaRPr>
          </a:p>
          <a:p>
            <a:r>
              <a:rPr lang="en-US" sz="1800">
                <a:solidFill>
                  <a:srgbClr val="000000"/>
                </a:solidFill>
                <a:latin typeface="+mn-lt"/>
              </a:rPr>
              <a:t>    </a:t>
            </a:r>
            <a:r>
              <a:rPr lang="en-US" sz="1800">
                <a:solidFill>
                  <a:srgbClr val="008000"/>
                </a:solidFill>
                <a:latin typeface="+mn-lt"/>
              </a:rPr>
              <a:t>//     methods to search, sort, and manipulate </a:t>
            </a:r>
            <a:r>
              <a:rPr lang="en-US" sz="1800" err="1">
                <a:solidFill>
                  <a:srgbClr val="008000"/>
                </a:solidFill>
                <a:latin typeface="+mn-lt"/>
              </a:rPr>
              <a:t>lists.To</a:t>
            </a:r>
            <a:r>
              <a:rPr lang="en-US" sz="1800">
                <a:solidFill>
                  <a:srgbClr val="008000"/>
                </a:solidFill>
                <a:latin typeface="+mn-lt"/>
              </a:rPr>
              <a:t> browse the .NET Framework source</a:t>
            </a:r>
            <a:endParaRPr lang="en-US" sz="1800">
              <a:solidFill>
                <a:srgbClr val="000000"/>
              </a:solidFill>
              <a:latin typeface="+mn-lt"/>
            </a:endParaRPr>
          </a:p>
          <a:p>
            <a:r>
              <a:rPr lang="en-US" sz="1800">
                <a:solidFill>
                  <a:srgbClr val="000000"/>
                </a:solidFill>
                <a:latin typeface="+mn-lt"/>
              </a:rPr>
              <a:t>    </a:t>
            </a:r>
            <a:r>
              <a:rPr lang="en-US" sz="1800">
                <a:solidFill>
                  <a:srgbClr val="008000"/>
                </a:solidFill>
                <a:latin typeface="+mn-lt"/>
              </a:rPr>
              <a:t>//     code for this type, see the Reference Source.</a:t>
            </a:r>
            <a:endParaRPr lang="en-US" sz="1800">
              <a:solidFill>
                <a:srgbClr val="000000"/>
              </a:solidFill>
              <a:latin typeface="+mn-lt"/>
            </a:endParaRPr>
          </a:p>
          <a:p>
            <a:endParaRPr lang="fr-FR" sz="1800">
              <a:solidFill>
                <a:srgbClr val="0000FF"/>
              </a:solidFill>
              <a:latin typeface="+mn-lt"/>
            </a:endParaRPr>
          </a:p>
          <a:p>
            <a:r>
              <a:rPr lang="fr-FR">
                <a:solidFill>
                  <a:srgbClr val="0000FF"/>
                </a:solidFill>
                <a:latin typeface="+mn-lt"/>
              </a:rPr>
              <a:t>       </a:t>
            </a:r>
            <a:r>
              <a:rPr lang="fr-FR" sz="1800">
                <a:solidFill>
                  <a:srgbClr val="0000FF"/>
                </a:solidFill>
                <a:latin typeface="+mn-lt"/>
              </a:rPr>
              <a:t>public</a:t>
            </a:r>
            <a:r>
              <a:rPr lang="fr-FR" sz="1800">
                <a:solidFill>
                  <a:srgbClr val="000000"/>
                </a:solidFill>
                <a:latin typeface="+mn-lt"/>
              </a:rPr>
              <a:t> </a:t>
            </a:r>
            <a:r>
              <a:rPr lang="fr-FR" sz="1800">
                <a:solidFill>
                  <a:srgbClr val="0000FF"/>
                </a:solidFill>
                <a:latin typeface="+mn-lt"/>
              </a:rPr>
              <a:t>class</a:t>
            </a:r>
            <a:r>
              <a:rPr lang="fr-FR" sz="1800">
                <a:solidFill>
                  <a:srgbClr val="000000"/>
                </a:solidFill>
                <a:latin typeface="+mn-lt"/>
              </a:rPr>
              <a:t> </a:t>
            </a:r>
            <a:r>
              <a:rPr lang="fr-FR" sz="1800">
                <a:solidFill>
                  <a:srgbClr val="2B91AF"/>
                </a:solidFill>
                <a:latin typeface="+mn-lt"/>
              </a:rPr>
              <a:t>List</a:t>
            </a:r>
            <a:r>
              <a:rPr lang="fr-FR" sz="1800">
                <a:solidFill>
                  <a:srgbClr val="000000"/>
                </a:solidFill>
                <a:latin typeface="+mn-lt"/>
              </a:rPr>
              <a:t>&lt;</a:t>
            </a:r>
            <a:r>
              <a:rPr lang="fr-FR" sz="1800">
                <a:solidFill>
                  <a:srgbClr val="2B91AF"/>
                </a:solidFill>
                <a:latin typeface="+mn-lt"/>
              </a:rPr>
              <a:t>T</a:t>
            </a:r>
            <a:r>
              <a:rPr lang="fr-FR" sz="1800">
                <a:solidFill>
                  <a:srgbClr val="000000"/>
                </a:solidFill>
                <a:latin typeface="+mn-lt"/>
              </a:rPr>
              <a:t>&gt; : </a:t>
            </a:r>
            <a:r>
              <a:rPr lang="fr-FR" sz="1800" err="1">
                <a:solidFill>
                  <a:srgbClr val="2B91AF"/>
                </a:solidFill>
                <a:latin typeface="+mn-lt"/>
              </a:rPr>
              <a:t>IList</a:t>
            </a:r>
            <a:r>
              <a:rPr lang="fr-FR" sz="1800">
                <a:solidFill>
                  <a:srgbClr val="000000"/>
                </a:solidFill>
                <a:latin typeface="+mn-lt"/>
              </a:rPr>
              <a:t>&lt;</a:t>
            </a:r>
            <a:r>
              <a:rPr lang="fr-FR" sz="1800">
                <a:solidFill>
                  <a:srgbClr val="2B91AF"/>
                </a:solidFill>
                <a:latin typeface="+mn-lt"/>
              </a:rPr>
              <a:t>T</a:t>
            </a:r>
            <a:r>
              <a:rPr lang="fr-FR" sz="1800">
                <a:solidFill>
                  <a:srgbClr val="000000"/>
                </a:solidFill>
                <a:latin typeface="+mn-lt"/>
              </a:rPr>
              <a:t>&gt;, </a:t>
            </a:r>
            <a:r>
              <a:rPr lang="fr-FR" sz="1800" err="1">
                <a:solidFill>
                  <a:srgbClr val="2B91AF"/>
                </a:solidFill>
                <a:latin typeface="+mn-lt"/>
              </a:rPr>
              <a:t>ICollection</a:t>
            </a:r>
            <a:r>
              <a:rPr lang="fr-FR" sz="1800">
                <a:solidFill>
                  <a:srgbClr val="000000"/>
                </a:solidFill>
                <a:latin typeface="+mn-lt"/>
              </a:rPr>
              <a:t>&lt;</a:t>
            </a:r>
            <a:r>
              <a:rPr lang="fr-FR" sz="1800">
                <a:solidFill>
                  <a:srgbClr val="2B91AF"/>
                </a:solidFill>
                <a:latin typeface="+mn-lt"/>
              </a:rPr>
              <a:t>T</a:t>
            </a:r>
            <a:r>
              <a:rPr lang="fr-FR" sz="1800">
                <a:solidFill>
                  <a:srgbClr val="000000"/>
                </a:solidFill>
                <a:latin typeface="+mn-lt"/>
              </a:rPr>
              <a:t>&gt;, </a:t>
            </a:r>
            <a:r>
              <a:rPr lang="fr-FR" sz="1800" err="1">
                <a:solidFill>
                  <a:srgbClr val="2B91AF"/>
                </a:solidFill>
                <a:latin typeface="+mn-lt"/>
              </a:rPr>
              <a:t>IEnumerable</a:t>
            </a:r>
            <a:r>
              <a:rPr lang="fr-FR" sz="1800">
                <a:solidFill>
                  <a:srgbClr val="000000"/>
                </a:solidFill>
                <a:latin typeface="+mn-lt"/>
              </a:rPr>
              <a:t>&lt;</a:t>
            </a:r>
            <a:r>
              <a:rPr lang="fr-FR" sz="1800">
                <a:solidFill>
                  <a:srgbClr val="2B91AF"/>
                </a:solidFill>
                <a:latin typeface="+mn-lt"/>
              </a:rPr>
              <a:t>T</a:t>
            </a:r>
            <a:r>
              <a:rPr lang="fr-FR" sz="1800">
                <a:solidFill>
                  <a:srgbClr val="000000"/>
                </a:solidFill>
                <a:latin typeface="+mn-lt"/>
              </a:rPr>
              <a:t>&gt;, </a:t>
            </a:r>
            <a:r>
              <a:rPr lang="fr-FR" sz="1800" err="1">
                <a:solidFill>
                  <a:srgbClr val="2B91AF"/>
                </a:solidFill>
                <a:latin typeface="+mn-lt"/>
              </a:rPr>
              <a:t>IEnumerable</a:t>
            </a:r>
            <a:r>
              <a:rPr lang="fr-FR" sz="1800">
                <a:solidFill>
                  <a:srgbClr val="000000"/>
                </a:solidFill>
                <a:latin typeface="+mn-lt"/>
              </a:rPr>
              <a:t>, </a:t>
            </a:r>
            <a:r>
              <a:rPr lang="fr-FR" sz="1800" err="1">
                <a:solidFill>
                  <a:srgbClr val="2B91AF"/>
                </a:solidFill>
                <a:latin typeface="+mn-lt"/>
              </a:rPr>
              <a:t>IList</a:t>
            </a:r>
            <a:r>
              <a:rPr lang="fr-FR" sz="1800">
                <a:solidFill>
                  <a:srgbClr val="000000"/>
                </a:solidFill>
                <a:latin typeface="+mn-lt"/>
              </a:rPr>
              <a:t>, </a:t>
            </a:r>
          </a:p>
          <a:p>
            <a:r>
              <a:rPr lang="fr-FR">
                <a:solidFill>
                  <a:srgbClr val="000000"/>
                </a:solidFill>
                <a:latin typeface="+mn-lt"/>
              </a:rPr>
              <a:t>                                         </a:t>
            </a:r>
            <a:r>
              <a:rPr lang="fr-FR" sz="1800" err="1">
                <a:solidFill>
                  <a:srgbClr val="2B91AF"/>
                </a:solidFill>
                <a:latin typeface="+mn-lt"/>
              </a:rPr>
              <a:t>ICollection</a:t>
            </a:r>
            <a:r>
              <a:rPr lang="fr-FR" sz="1800">
                <a:solidFill>
                  <a:srgbClr val="000000"/>
                </a:solidFill>
                <a:latin typeface="+mn-lt"/>
              </a:rPr>
              <a:t>, </a:t>
            </a:r>
            <a:r>
              <a:rPr lang="fr-FR" sz="1800" err="1">
                <a:solidFill>
                  <a:srgbClr val="2B91AF"/>
                </a:solidFill>
                <a:latin typeface="+mn-lt"/>
              </a:rPr>
              <a:t>IReadOnlyList</a:t>
            </a:r>
            <a:r>
              <a:rPr lang="fr-FR" sz="1800">
                <a:solidFill>
                  <a:srgbClr val="000000"/>
                </a:solidFill>
                <a:latin typeface="+mn-lt"/>
              </a:rPr>
              <a:t>&lt;</a:t>
            </a:r>
            <a:r>
              <a:rPr lang="fr-FR" sz="1800">
                <a:solidFill>
                  <a:srgbClr val="2B91AF"/>
                </a:solidFill>
                <a:latin typeface="+mn-lt"/>
              </a:rPr>
              <a:t>T</a:t>
            </a:r>
            <a:r>
              <a:rPr lang="fr-FR" sz="1800">
                <a:solidFill>
                  <a:srgbClr val="000000"/>
                </a:solidFill>
                <a:latin typeface="+mn-lt"/>
              </a:rPr>
              <a:t>&gt;, </a:t>
            </a:r>
            <a:r>
              <a:rPr lang="fr-FR" sz="1800" err="1">
                <a:solidFill>
                  <a:srgbClr val="2B91AF"/>
                </a:solidFill>
                <a:latin typeface="+mn-lt"/>
              </a:rPr>
              <a:t>IReadOnlyCollection</a:t>
            </a:r>
            <a:r>
              <a:rPr lang="fr-FR" sz="1800">
                <a:solidFill>
                  <a:srgbClr val="000000"/>
                </a:solidFill>
                <a:latin typeface="+mn-lt"/>
              </a:rPr>
              <a:t>&lt;</a:t>
            </a:r>
            <a:r>
              <a:rPr lang="fr-FR" sz="1800">
                <a:solidFill>
                  <a:srgbClr val="2B91AF"/>
                </a:solidFill>
                <a:latin typeface="+mn-lt"/>
              </a:rPr>
              <a:t>T</a:t>
            </a:r>
            <a:r>
              <a:rPr lang="fr-FR" sz="1800">
                <a:solidFill>
                  <a:srgbClr val="000000"/>
                </a:solidFill>
                <a:latin typeface="+mn-lt"/>
              </a:rPr>
              <a:t>&gt; {</a:t>
            </a:r>
          </a:p>
          <a:p>
            <a:endParaRPr lang="da-DK" sz="1800">
              <a:solidFill>
                <a:srgbClr val="000000"/>
              </a:solidFill>
              <a:latin typeface="+mn-lt"/>
            </a:endParaRP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List();</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List(</a:t>
            </a:r>
            <a:r>
              <a:rPr lang="da-DK" sz="1800" err="1">
                <a:solidFill>
                  <a:srgbClr val="0000FF"/>
                </a:solidFill>
                <a:latin typeface="+mn-lt"/>
              </a:rPr>
              <a:t>int</a:t>
            </a:r>
            <a:r>
              <a:rPr lang="da-DK" sz="1800">
                <a:solidFill>
                  <a:srgbClr val="000000"/>
                </a:solidFill>
                <a:latin typeface="+mn-lt"/>
              </a:rPr>
              <a:t> </a:t>
            </a:r>
            <a:r>
              <a:rPr lang="da-DK" sz="1800" err="1">
                <a:solidFill>
                  <a:srgbClr val="000000"/>
                </a:solidFill>
                <a:latin typeface="+mn-lt"/>
              </a:rPr>
              <a:t>capacity</a:t>
            </a:r>
            <a:r>
              <a:rPr lang="da-DK" sz="1800">
                <a:solidFill>
                  <a:srgbClr val="000000"/>
                </a:solidFill>
                <a:latin typeface="+mn-lt"/>
              </a:rPr>
              <a:t>);</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List(</a:t>
            </a:r>
            <a:r>
              <a:rPr lang="da-DK" sz="1800" err="1">
                <a:solidFill>
                  <a:srgbClr val="2B91AF"/>
                </a:solidFill>
                <a:latin typeface="+mn-lt"/>
              </a:rPr>
              <a:t>IEnumerable</a:t>
            </a:r>
            <a:r>
              <a:rPr lang="da-DK" sz="1800">
                <a:solidFill>
                  <a:srgbClr val="000000"/>
                </a:solidFill>
                <a:latin typeface="+mn-lt"/>
              </a:rPr>
              <a:t>&lt;</a:t>
            </a:r>
            <a:r>
              <a:rPr lang="da-DK" sz="1800">
                <a:solidFill>
                  <a:srgbClr val="2B91AF"/>
                </a:solidFill>
                <a:latin typeface="+mn-lt"/>
              </a:rPr>
              <a:t>T</a:t>
            </a:r>
            <a:r>
              <a:rPr lang="da-DK" sz="1800">
                <a:solidFill>
                  <a:srgbClr val="000000"/>
                </a:solidFill>
                <a:latin typeface="+mn-lt"/>
              </a:rPr>
              <a:t>&gt; </a:t>
            </a:r>
            <a:r>
              <a:rPr lang="da-DK" sz="1800" err="1">
                <a:solidFill>
                  <a:srgbClr val="000000"/>
                </a:solidFill>
                <a:latin typeface="+mn-lt"/>
              </a:rPr>
              <a:t>collection</a:t>
            </a:r>
            <a:r>
              <a:rPr lang="da-DK" sz="1800">
                <a:solidFill>
                  <a:srgbClr val="000000"/>
                </a:solidFill>
                <a:latin typeface="+mn-lt"/>
              </a:rPr>
              <a:t>);</a:t>
            </a:r>
          </a:p>
          <a:p>
            <a:r>
              <a:rPr lang="en-US" sz="1800">
                <a:solidFill>
                  <a:srgbClr val="000000"/>
                </a:solidFill>
                <a:latin typeface="+mn-lt"/>
              </a:rPr>
              <a:t>        </a:t>
            </a:r>
            <a:r>
              <a:rPr lang="en-US" sz="1800">
                <a:solidFill>
                  <a:srgbClr val="0000FF"/>
                </a:solidFill>
                <a:latin typeface="+mn-lt"/>
              </a:rPr>
              <a:t>public</a:t>
            </a:r>
            <a:r>
              <a:rPr lang="en-US" sz="1800">
                <a:solidFill>
                  <a:srgbClr val="000000"/>
                </a:solidFill>
                <a:latin typeface="+mn-lt"/>
              </a:rPr>
              <a:t> </a:t>
            </a:r>
            <a:r>
              <a:rPr lang="en-US" sz="1800">
                <a:solidFill>
                  <a:srgbClr val="2B91AF"/>
                </a:solidFill>
                <a:latin typeface="+mn-lt"/>
              </a:rPr>
              <a:t>T</a:t>
            </a:r>
            <a:r>
              <a:rPr lang="en-US" sz="1800">
                <a:solidFill>
                  <a:srgbClr val="000000"/>
                </a:solidFill>
                <a:latin typeface="+mn-lt"/>
              </a:rPr>
              <a:t> </a:t>
            </a:r>
            <a:r>
              <a:rPr lang="en-US" sz="1800">
                <a:solidFill>
                  <a:srgbClr val="0000FF"/>
                </a:solidFill>
                <a:latin typeface="+mn-lt"/>
              </a:rPr>
              <a:t>this</a:t>
            </a:r>
            <a:r>
              <a:rPr lang="en-US" sz="1800">
                <a:solidFill>
                  <a:srgbClr val="000000"/>
                </a:solidFill>
                <a:latin typeface="+mn-lt"/>
              </a:rPr>
              <a:t>[</a:t>
            </a:r>
            <a:r>
              <a:rPr lang="en-US" sz="1800">
                <a:solidFill>
                  <a:srgbClr val="0000FF"/>
                </a:solidFill>
                <a:latin typeface="+mn-lt"/>
              </a:rPr>
              <a:t>int</a:t>
            </a:r>
            <a:r>
              <a:rPr lang="en-US" sz="1800">
                <a:solidFill>
                  <a:srgbClr val="000000"/>
                </a:solidFill>
                <a:latin typeface="+mn-lt"/>
              </a:rPr>
              <a:t> index] { </a:t>
            </a:r>
            <a:r>
              <a:rPr lang="en-US" sz="1800">
                <a:solidFill>
                  <a:srgbClr val="0000FF"/>
                </a:solidFill>
                <a:latin typeface="+mn-lt"/>
              </a:rPr>
              <a:t>get</a:t>
            </a:r>
            <a:r>
              <a:rPr lang="en-US" sz="1800">
                <a:solidFill>
                  <a:srgbClr val="000000"/>
                </a:solidFill>
                <a:latin typeface="+mn-lt"/>
              </a:rPr>
              <a:t>; </a:t>
            </a:r>
            <a:r>
              <a:rPr lang="en-US" sz="1800">
                <a:solidFill>
                  <a:srgbClr val="0000FF"/>
                </a:solidFill>
                <a:latin typeface="+mn-lt"/>
              </a:rPr>
              <a:t>set</a:t>
            </a:r>
            <a:r>
              <a:rPr lang="en-US" sz="1800">
                <a:solidFill>
                  <a:srgbClr val="000000"/>
                </a:solidFill>
                <a:latin typeface="+mn-lt"/>
              </a:rPr>
              <a:t>; }</a:t>
            </a:r>
          </a:p>
          <a:p>
            <a:r>
              <a:rPr lang="en-US">
                <a:solidFill>
                  <a:srgbClr val="000000"/>
                </a:solidFill>
                <a:latin typeface="+mn-lt"/>
              </a:rPr>
              <a:t>        …</a:t>
            </a:r>
            <a:endParaRPr lang="en-US" sz="1800">
              <a:solidFill>
                <a:srgbClr val="000000"/>
              </a:solidFill>
              <a:latin typeface="+mn-lt"/>
            </a:endParaRPr>
          </a:p>
        </p:txBody>
      </p:sp>
    </p:spTree>
    <p:extLst>
      <p:ext uri="{BB962C8B-B14F-4D97-AF65-F5344CB8AC3E}">
        <p14:creationId xmlns:p14="http://schemas.microsoft.com/office/powerpoint/2010/main" val="516126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F4F7-61BC-4AAD-8B53-2F425A5A70FC}"/>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F4ADF61D-2823-4119-9C07-606A26D4275E}"/>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4" name="Text Placeholder 3">
            <a:extLst>
              <a:ext uri="{FF2B5EF4-FFF2-40B4-BE49-F238E27FC236}">
                <a16:creationId xmlns:a16="http://schemas.microsoft.com/office/drawing/2014/main" id="{B59B1661-2575-43F4-822D-42F2AF5A7C43}"/>
              </a:ext>
            </a:extLst>
          </p:cNvPr>
          <p:cNvSpPr>
            <a:spLocks noGrp="1"/>
          </p:cNvSpPr>
          <p:nvPr>
            <p:ph type="body" sz="quarter" idx="17"/>
          </p:nvPr>
        </p:nvSpPr>
        <p:spPr/>
        <p:txBody>
          <a:bodyPr/>
          <a:lstStyle/>
          <a:p>
            <a:r>
              <a:rPr lang="en-US"/>
              <a:t>Demo 2</a:t>
            </a:r>
            <a:endParaRPr lang="da-DK"/>
          </a:p>
        </p:txBody>
      </p:sp>
      <p:sp>
        <p:nvSpPr>
          <p:cNvPr id="5" name="TextBox 4">
            <a:extLst>
              <a:ext uri="{FF2B5EF4-FFF2-40B4-BE49-F238E27FC236}">
                <a16:creationId xmlns:a16="http://schemas.microsoft.com/office/drawing/2014/main" id="{98D5A2FD-02D7-4858-B531-14A376394456}"/>
              </a:ext>
            </a:extLst>
          </p:cNvPr>
          <p:cNvSpPr txBox="1"/>
          <p:nvPr/>
        </p:nvSpPr>
        <p:spPr>
          <a:xfrm>
            <a:off x="649138" y="1739347"/>
            <a:ext cx="10850033" cy="4373217"/>
          </a:xfrm>
          <a:prstGeom prst="rect">
            <a:avLst/>
          </a:prstGeom>
          <a:noFill/>
        </p:spPr>
        <p:txBody>
          <a:bodyPr wrap="none" lIns="0" tIns="0" rIns="0" bIns="0" numCol="2"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numbers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List</a:t>
            </a:r>
            <a:r>
              <a:rPr lang="en-US" sz="1400">
                <a:solidFill>
                  <a:srgbClr val="000000"/>
                </a:solidFill>
                <a:latin typeface="Consolas" panose="020B0609020204030204" pitchFamily="49" charset="0"/>
              </a:rPr>
              <a:t>&lt;</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&gt;();</a:t>
            </a:r>
          </a:p>
          <a:p>
            <a:r>
              <a:rPr lang="en-US" sz="1400">
                <a:solidFill>
                  <a:srgbClr val="000000"/>
                </a:solidFill>
                <a:latin typeface="Consolas" panose="020B0609020204030204" pitchFamily="49" charset="0"/>
              </a:rPr>
              <a:t>            </a:t>
            </a:r>
            <a:r>
              <a:rPr lang="en-US" sz="1400">
                <a:solidFill>
                  <a:srgbClr val="008000"/>
                </a:solidFill>
                <a:latin typeface="Consolas" panose="020B0609020204030204" pitchFamily="49" charset="0"/>
              </a:rPr>
              <a:t>// var numbers = new List&lt;int&gt;(500);</a:t>
            </a:r>
            <a:endParaRPr lang="en-US"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(1);</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(2);</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(3);</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(4);</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(5);</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$"Capacity: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numbers.Capacity</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$"Count: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numbers.Count</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(1);</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(2);</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(3);</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(4);</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(5);</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$"Capacity: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numbers.Capacity</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$"Count: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numbers.Count</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endParaRPr lang="da-DK" sz="1400">
              <a:solidFill>
                <a:srgbClr val="000000"/>
              </a:solidFill>
              <a:latin typeface="Consolas" panose="020B0609020204030204" pitchFamily="49" charset="0"/>
            </a:endParaRP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(3);</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(4);</a:t>
            </a:r>
          </a:p>
          <a:p>
            <a:r>
              <a:rPr lang="da-DK" sz="1400">
                <a:solidFill>
                  <a:srgbClr val="000000"/>
                </a:solidFill>
                <a:latin typeface="Consolas" panose="020B0609020204030204" pitchFamily="49" charset="0"/>
              </a:rPr>
              <a:t>            </a:t>
            </a:r>
            <a:r>
              <a:rPr lang="da-DK" sz="1400" err="1">
                <a:solidFill>
                  <a:srgbClr val="000000"/>
                </a:solidFill>
                <a:latin typeface="Consolas" panose="020B0609020204030204" pitchFamily="49" charset="0"/>
              </a:rPr>
              <a:t>numbers.Add</a:t>
            </a:r>
            <a:r>
              <a:rPr lang="da-DK" sz="1400">
                <a:solidFill>
                  <a:srgbClr val="000000"/>
                </a:solidFill>
                <a:latin typeface="Consolas" panose="020B0609020204030204" pitchFamily="49" charset="0"/>
              </a:rPr>
              <a:t>(5);</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$"Capacity: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numbers.Capacity</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$"Count: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numbers.Count</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endParaRPr lang="da-DK" sz="1600" i="1">
              <a:latin typeface="+mn-lt"/>
            </a:endParaRPr>
          </a:p>
        </p:txBody>
      </p:sp>
    </p:spTree>
    <p:extLst>
      <p:ext uri="{BB962C8B-B14F-4D97-AF65-F5344CB8AC3E}">
        <p14:creationId xmlns:p14="http://schemas.microsoft.com/office/powerpoint/2010/main" val="880140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9F4E1-6CE4-4677-84A4-E4F3EC9B70C3}"/>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8C7EEC09-3677-44F8-AE36-85F400B02E00}"/>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4" name="Text Placeholder 3">
            <a:extLst>
              <a:ext uri="{FF2B5EF4-FFF2-40B4-BE49-F238E27FC236}">
                <a16:creationId xmlns:a16="http://schemas.microsoft.com/office/drawing/2014/main" id="{6182C045-7752-4C80-919F-6258F96577EB}"/>
              </a:ext>
            </a:extLst>
          </p:cNvPr>
          <p:cNvSpPr>
            <a:spLocks noGrp="1"/>
          </p:cNvSpPr>
          <p:nvPr>
            <p:ph type="body" sz="quarter" idx="17"/>
          </p:nvPr>
        </p:nvSpPr>
        <p:spPr/>
        <p:txBody>
          <a:bodyPr/>
          <a:lstStyle/>
          <a:p>
            <a:r>
              <a:rPr lang="en-GB"/>
              <a:t>Demo 2</a:t>
            </a:r>
            <a:endParaRPr lang="da-DK"/>
          </a:p>
          <a:p>
            <a:endParaRPr lang="da-DK"/>
          </a:p>
        </p:txBody>
      </p:sp>
      <p:sp>
        <p:nvSpPr>
          <p:cNvPr id="5" name="TextBox 4">
            <a:extLst>
              <a:ext uri="{FF2B5EF4-FFF2-40B4-BE49-F238E27FC236}">
                <a16:creationId xmlns:a16="http://schemas.microsoft.com/office/drawing/2014/main" id="{D44E8EFF-6B5E-4A99-8389-CD6CEB4B8DA8}"/>
              </a:ext>
            </a:extLst>
          </p:cNvPr>
          <p:cNvSpPr txBox="1"/>
          <p:nvPr/>
        </p:nvSpPr>
        <p:spPr>
          <a:xfrm>
            <a:off x="649138" y="1594590"/>
            <a:ext cx="10850033" cy="4577609"/>
          </a:xfrm>
          <a:prstGeom prst="rect">
            <a:avLst/>
          </a:prstGeom>
          <a:noFill/>
        </p:spPr>
        <p:txBody>
          <a:bodyPr wrap="none" lIns="0" tIns="0" rIns="0" bIns="0" rtlCol="0">
            <a:noAutofit/>
          </a:bodyPr>
          <a:lstStyle/>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numbers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List</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 1, 2, 3 };</a:t>
            </a:r>
          </a:p>
          <a:p>
            <a:endParaRPr lang="da-DK"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$"Capacity: </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numbers.Capacity</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$"Count: </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numbers.Count</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$"Before: </a:t>
            </a:r>
            <a:r>
              <a:rPr lang="en-US" sz="1800">
                <a:solidFill>
                  <a:srgbClr val="000000"/>
                </a:solidFill>
                <a:latin typeface="Consolas" panose="020B0609020204030204" pitchFamily="49" charset="0"/>
              </a:rPr>
              <a:t>{</a:t>
            </a:r>
            <a:r>
              <a:rPr lang="en-US" sz="1800" err="1">
                <a:solidFill>
                  <a:srgbClr val="0000FF"/>
                </a:solidFill>
                <a:latin typeface="Consolas" panose="020B0609020204030204" pitchFamily="49" charset="0"/>
              </a:rPr>
              <a:t>string</a:t>
            </a:r>
            <a:r>
              <a:rPr lang="en-US" sz="1800" err="1">
                <a:solidFill>
                  <a:srgbClr val="000000"/>
                </a:solidFill>
                <a:latin typeface="Consolas" panose="020B0609020204030204" pitchFamily="49" charset="0"/>
              </a:rPr>
              <a:t>.Join</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 "</a:t>
            </a:r>
            <a:r>
              <a:rPr lang="en-US" sz="1800">
                <a:solidFill>
                  <a:srgbClr val="000000"/>
                </a:solidFill>
                <a:latin typeface="Consolas" panose="020B0609020204030204" pitchFamily="49" charset="0"/>
              </a:rPr>
              <a:t>, numbers)}</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r>
              <a:rPr lang="da-DK" sz="1800" err="1">
                <a:solidFill>
                  <a:srgbClr val="000000"/>
                </a:solidFill>
                <a:latin typeface="Consolas" panose="020B0609020204030204" pitchFamily="49" charset="0"/>
              </a:rPr>
              <a:t>numbers.Reverse</a:t>
            </a:r>
            <a:r>
              <a:rPr lang="da-DK" sz="1800">
                <a:solidFill>
                  <a:srgbClr val="000000"/>
                </a:solidFill>
                <a:latin typeface="Consolas" panose="020B0609020204030204" pitchFamily="49" charset="0"/>
              </a:rPr>
              <a:t>();</a:t>
            </a: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$"After: </a:t>
            </a:r>
            <a:r>
              <a:rPr lang="en-US" sz="1800">
                <a:solidFill>
                  <a:srgbClr val="000000"/>
                </a:solidFill>
                <a:latin typeface="Consolas" panose="020B0609020204030204" pitchFamily="49" charset="0"/>
              </a:rPr>
              <a:t>{</a:t>
            </a:r>
            <a:r>
              <a:rPr lang="en-US" sz="1800" err="1">
                <a:solidFill>
                  <a:srgbClr val="0000FF"/>
                </a:solidFill>
                <a:latin typeface="Consolas" panose="020B0609020204030204" pitchFamily="49" charset="0"/>
              </a:rPr>
              <a:t>string</a:t>
            </a:r>
            <a:r>
              <a:rPr lang="en-US" sz="1800" err="1">
                <a:solidFill>
                  <a:srgbClr val="000000"/>
                </a:solidFill>
                <a:latin typeface="Consolas" panose="020B0609020204030204" pitchFamily="49" charset="0"/>
              </a:rPr>
              <a:t>.Join</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 "</a:t>
            </a:r>
            <a:r>
              <a:rPr lang="en-US" sz="1800">
                <a:solidFill>
                  <a:srgbClr val="000000"/>
                </a:solidFill>
                <a:latin typeface="Consolas" panose="020B0609020204030204" pitchFamily="49" charset="0"/>
              </a:rPr>
              <a:t>, numbers)}</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index = </a:t>
            </a:r>
            <a:r>
              <a:rPr lang="en-US" sz="1800" err="1">
                <a:solidFill>
                  <a:srgbClr val="000000"/>
                </a:solidFill>
                <a:latin typeface="Consolas" panose="020B0609020204030204" pitchFamily="49" charset="0"/>
              </a:rPr>
              <a:t>numbers.IndexOf</a:t>
            </a:r>
            <a:r>
              <a:rPr lang="en-US" sz="1800">
                <a:solidFill>
                  <a:srgbClr val="000000"/>
                </a:solidFill>
                <a:latin typeface="Consolas" panose="020B0609020204030204" pitchFamily="49" charset="0"/>
              </a:rPr>
              <a:t>(2);</a:t>
            </a:r>
          </a:p>
          <a:p>
            <a:r>
              <a:rPr lang="da-DK" sz="1800" err="1">
                <a:solidFill>
                  <a:srgbClr val="000000"/>
                </a:solidFill>
                <a:latin typeface="Consolas" panose="020B0609020204030204" pitchFamily="49" charset="0"/>
              </a:rPr>
              <a:t>numbers</a:t>
            </a:r>
            <a:r>
              <a:rPr lang="da-DK" sz="1800">
                <a:solidFill>
                  <a:srgbClr val="000000"/>
                </a:solidFill>
                <a:latin typeface="Consolas" panose="020B0609020204030204" pitchFamily="49" charset="0"/>
              </a:rPr>
              <a:t>[</a:t>
            </a:r>
            <a:r>
              <a:rPr lang="da-DK" sz="1800" err="1">
                <a:solidFill>
                  <a:srgbClr val="000000"/>
                </a:solidFill>
                <a:latin typeface="Consolas" panose="020B0609020204030204" pitchFamily="49" charset="0"/>
              </a:rPr>
              <a:t>index</a:t>
            </a:r>
            <a:r>
              <a:rPr lang="da-DK" sz="1800">
                <a:solidFill>
                  <a:srgbClr val="000000"/>
                </a:solidFill>
                <a:latin typeface="Consolas" panose="020B0609020204030204" pitchFamily="49" charset="0"/>
              </a:rPr>
              <a:t>] = 42;</a:t>
            </a:r>
          </a:p>
          <a:p>
            <a:r>
              <a:rPr lang="da-DK" sz="1800" err="1">
                <a:solidFill>
                  <a:srgbClr val="000000"/>
                </a:solidFill>
                <a:latin typeface="Consolas" panose="020B0609020204030204" pitchFamily="49" charset="0"/>
              </a:rPr>
              <a:t>numbers.RemoveAt</a:t>
            </a:r>
            <a:r>
              <a:rPr lang="da-DK" sz="1800">
                <a:solidFill>
                  <a:srgbClr val="000000"/>
                </a:solidFill>
                <a:latin typeface="Consolas" panose="020B0609020204030204" pitchFamily="49" charset="0"/>
              </a:rPr>
              <a:t>(</a:t>
            </a:r>
            <a:r>
              <a:rPr lang="da-DK" sz="1800" err="1">
                <a:solidFill>
                  <a:srgbClr val="000000"/>
                </a:solidFill>
                <a:latin typeface="Consolas" panose="020B0609020204030204" pitchFamily="49" charset="0"/>
              </a:rPr>
              <a:t>index</a:t>
            </a:r>
            <a:r>
              <a:rPr lang="da-DK" sz="1800">
                <a:solidFill>
                  <a:srgbClr val="000000"/>
                </a:solidFill>
                <a:latin typeface="Consolas" panose="020B0609020204030204" pitchFamily="49" charset="0"/>
              </a:rPr>
              <a:t>);</a:t>
            </a:r>
          </a:p>
          <a:p>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$"List: </a:t>
            </a:r>
            <a:r>
              <a:rPr lang="da-DK" sz="1800">
                <a:solidFill>
                  <a:srgbClr val="000000"/>
                </a:solidFill>
                <a:latin typeface="Consolas" panose="020B0609020204030204" pitchFamily="49" charset="0"/>
              </a:rPr>
              <a:t>{</a:t>
            </a:r>
            <a:r>
              <a:rPr lang="da-DK" sz="1800" err="1">
                <a:solidFill>
                  <a:srgbClr val="0000FF"/>
                </a:solidFill>
                <a:latin typeface="Consolas" panose="020B0609020204030204" pitchFamily="49" charset="0"/>
              </a:rPr>
              <a:t>string</a:t>
            </a:r>
            <a:r>
              <a:rPr lang="da-DK" sz="1800" err="1">
                <a:solidFill>
                  <a:srgbClr val="000000"/>
                </a:solidFill>
                <a:latin typeface="Consolas" panose="020B0609020204030204" pitchFamily="49" charset="0"/>
              </a:rPr>
              <a:t>.Join</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 "</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numbers</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endParaRPr lang="da-DK" sz="2000" i="1">
              <a:latin typeface="+mn-lt"/>
            </a:endParaRPr>
          </a:p>
        </p:txBody>
      </p:sp>
    </p:spTree>
    <p:extLst>
      <p:ext uri="{BB962C8B-B14F-4D97-AF65-F5344CB8AC3E}">
        <p14:creationId xmlns:p14="http://schemas.microsoft.com/office/powerpoint/2010/main" val="371710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3B62-B5AC-458F-9950-4A708D69A45A}"/>
              </a:ext>
            </a:extLst>
          </p:cNvPr>
          <p:cNvSpPr>
            <a:spLocks noGrp="1"/>
          </p:cNvSpPr>
          <p:nvPr>
            <p:ph type="title"/>
          </p:nvPr>
        </p:nvSpPr>
        <p:spPr/>
        <p:txBody>
          <a:bodyPr/>
          <a:lstStyle/>
          <a:p>
            <a:r>
              <a:rPr lang="en-GB"/>
              <a:t>Lists</a:t>
            </a:r>
            <a:endParaRPr lang="da-DK"/>
          </a:p>
        </p:txBody>
      </p:sp>
      <p:sp>
        <p:nvSpPr>
          <p:cNvPr id="3" name="Slide Number Placeholder 2">
            <a:extLst>
              <a:ext uri="{FF2B5EF4-FFF2-40B4-BE49-F238E27FC236}">
                <a16:creationId xmlns:a16="http://schemas.microsoft.com/office/drawing/2014/main" id="{F71CCA12-C1B8-46D4-A4C3-10E85D091ED7}"/>
              </a:ext>
            </a:extLst>
          </p:cNvPr>
          <p:cNvSpPr>
            <a:spLocks noGrp="1"/>
          </p:cNvSpPr>
          <p:nvPr>
            <p:ph type="sldNum" sz="quarter" idx="11"/>
          </p:nvPr>
        </p:nvSpPr>
        <p:spPr/>
        <p:txBody>
          <a:bodyPr/>
          <a:lstStyle/>
          <a:p>
            <a:fld id="{E16BA917-7F09-4B8D-AF07-F52890C14046}" type="slidenum">
              <a:rPr lang="da-DK" smtClean="0"/>
              <a:pPr/>
              <a:t>23</a:t>
            </a:fld>
            <a:endParaRPr lang="da-DK"/>
          </a:p>
        </p:txBody>
      </p:sp>
      <p:sp>
        <p:nvSpPr>
          <p:cNvPr id="4" name="Text Placeholder 3">
            <a:extLst>
              <a:ext uri="{FF2B5EF4-FFF2-40B4-BE49-F238E27FC236}">
                <a16:creationId xmlns:a16="http://schemas.microsoft.com/office/drawing/2014/main" id="{5DC2DA4B-0443-4B08-9404-90EAC3F560C6}"/>
              </a:ext>
            </a:extLst>
          </p:cNvPr>
          <p:cNvSpPr>
            <a:spLocks noGrp="1"/>
          </p:cNvSpPr>
          <p:nvPr>
            <p:ph type="body" sz="quarter" idx="17"/>
          </p:nvPr>
        </p:nvSpPr>
        <p:spPr/>
        <p:txBody>
          <a:bodyPr/>
          <a:lstStyle/>
          <a:p>
            <a:r>
              <a:rPr lang="en-GB"/>
              <a:t>Practice 3</a:t>
            </a:r>
            <a:endParaRPr lang="da-DK"/>
          </a:p>
        </p:txBody>
      </p:sp>
      <p:sp>
        <p:nvSpPr>
          <p:cNvPr id="5" name="TextBox 4">
            <a:extLst>
              <a:ext uri="{FF2B5EF4-FFF2-40B4-BE49-F238E27FC236}">
                <a16:creationId xmlns:a16="http://schemas.microsoft.com/office/drawing/2014/main" id="{65C9CC0D-FEF8-4D6C-84F8-9346595C0657}"/>
              </a:ext>
            </a:extLst>
          </p:cNvPr>
          <p:cNvSpPr txBox="1"/>
          <p:nvPr/>
        </p:nvSpPr>
        <p:spPr>
          <a:xfrm>
            <a:off x="649139" y="1674688"/>
            <a:ext cx="10850032" cy="4586964"/>
          </a:xfrm>
          <a:prstGeom prst="rect">
            <a:avLst/>
          </a:prstGeom>
          <a:noFill/>
        </p:spPr>
        <p:txBody>
          <a:bodyPr wrap="none" lIns="0" tIns="0" rIns="0" bIns="0" rtlCol="0">
            <a:noAutofit/>
          </a:bodyPr>
          <a:lstStyle/>
          <a:p>
            <a:pPr marL="342900" indent="-342900" defTabSz="179388">
              <a:spcAft>
                <a:spcPts val="1200"/>
              </a:spcAft>
              <a:buClr>
                <a:srgbClr val="00DEE6"/>
              </a:buClr>
              <a:buFont typeface="+mj-lt"/>
              <a:buAutoNum type="arabicPeriod"/>
            </a:pPr>
            <a:r>
              <a:rPr lang="en-GB" sz="2000">
                <a:latin typeface="+mn-lt"/>
              </a:rPr>
              <a:t>Provide implementations for methods in </a:t>
            </a:r>
            <a:r>
              <a:rPr lang="da-DK" sz="1800" err="1">
                <a:solidFill>
                  <a:srgbClr val="2B91AF"/>
                </a:solidFill>
                <a:latin typeface="Consolas" panose="020B0609020204030204" pitchFamily="49" charset="0"/>
              </a:rPr>
              <a:t>ListPractice</a:t>
            </a:r>
            <a:endParaRPr lang="da-DK" sz="2000">
              <a:solidFill>
                <a:srgbClr val="2B91AF"/>
              </a:solidFill>
              <a:latin typeface="Consolas" panose="020B0609020204030204" pitchFamily="49" charset="0"/>
            </a:endParaRPr>
          </a:p>
          <a:p>
            <a:pPr marL="342900" indent="-342900" defTabSz="179388">
              <a:spcAft>
                <a:spcPts val="1200"/>
              </a:spcAft>
              <a:buClr>
                <a:srgbClr val="00DEE6"/>
              </a:buClr>
              <a:buFont typeface="+mj-lt"/>
              <a:buAutoNum type="arabicPeriod"/>
            </a:pPr>
            <a:r>
              <a:rPr lang="en-US" sz="2000">
                <a:latin typeface="+mn-lt"/>
              </a:rPr>
              <a:t>	</a:t>
            </a:r>
            <a:r>
              <a:rPr lang="en-GB" sz="2000">
                <a:latin typeface="+mn-lt"/>
              </a:rPr>
              <a:t>After methods have been filled in with implementation unit tests from </a:t>
            </a:r>
            <a:r>
              <a:rPr lang="da-DK" sz="1800" err="1">
                <a:solidFill>
                  <a:srgbClr val="2B91AF"/>
                </a:solidFill>
                <a:latin typeface="Consolas" panose="020B0609020204030204" pitchFamily="49" charset="0"/>
              </a:rPr>
              <a:t>ListPracticeTests</a:t>
            </a:r>
            <a:r>
              <a:rPr lang="da-DK" sz="1800">
                <a:solidFill>
                  <a:srgbClr val="2B91AF"/>
                </a:solidFill>
                <a:latin typeface="Consolas" panose="020B0609020204030204" pitchFamily="49" charset="0"/>
              </a:rPr>
              <a:t> </a:t>
            </a:r>
            <a:br>
              <a:rPr lang="da-DK" sz="1800">
                <a:solidFill>
                  <a:srgbClr val="2B91AF"/>
                </a:solidFill>
                <a:latin typeface="Consolas" panose="020B0609020204030204" pitchFamily="49" charset="0"/>
              </a:rPr>
            </a:br>
            <a:r>
              <a:rPr lang="en-GB" sz="2000">
                <a:latin typeface="+mn-lt"/>
              </a:rPr>
              <a:t>should no longer fail</a:t>
            </a:r>
          </a:p>
          <a:p>
            <a:pPr marL="342900" indent="-342900" defTabSz="179388">
              <a:spcAft>
                <a:spcPts val="1200"/>
              </a:spcAft>
              <a:buClr>
                <a:srgbClr val="00DEE6"/>
              </a:buClr>
              <a:buFont typeface="+mj-lt"/>
              <a:buAutoNum type="arabicPeriod"/>
            </a:pPr>
            <a:endParaRPr lang="en-GB" sz="2000">
              <a:latin typeface="+mn-lt"/>
            </a:endParaRPr>
          </a:p>
          <a:p>
            <a:pPr defTabSz="179388">
              <a:spcAft>
                <a:spcPts val="1200"/>
              </a:spcAft>
              <a:buClr>
                <a:srgbClr val="00DEE6"/>
              </a:buClr>
            </a:pPr>
            <a:endParaRPr lang="en-GB" sz="2000">
              <a:latin typeface="+mn-lt"/>
            </a:endParaRPr>
          </a:p>
        </p:txBody>
      </p:sp>
      <p:pic>
        <p:nvPicPr>
          <p:cNvPr id="6" name="Graphic 5" descr="Flask">
            <a:extLst>
              <a:ext uri="{FF2B5EF4-FFF2-40B4-BE49-F238E27FC236}">
                <a16:creationId xmlns:a16="http://schemas.microsoft.com/office/drawing/2014/main" id="{CC729EF7-1B8F-4F39-9535-251585DB55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3A1C2BC8-6FE0-49F3-81AD-538DB6C35AA6}"/>
              </a:ext>
            </a:extLst>
          </p:cNvPr>
          <p:cNvPicPr>
            <a:picLocks noChangeAspect="1"/>
          </p:cNvPicPr>
          <p:nvPr/>
        </p:nvPicPr>
        <p:blipFill>
          <a:blip r:embed="rId4"/>
          <a:stretch>
            <a:fillRect/>
          </a:stretch>
        </p:blipFill>
        <p:spPr>
          <a:xfrm>
            <a:off x="4663833" y="2650932"/>
            <a:ext cx="2820644" cy="3610720"/>
          </a:xfrm>
          <a:prstGeom prst="rect">
            <a:avLst/>
          </a:prstGeom>
        </p:spPr>
      </p:pic>
    </p:spTree>
    <p:extLst>
      <p:ext uri="{BB962C8B-B14F-4D97-AF65-F5344CB8AC3E}">
        <p14:creationId xmlns:p14="http://schemas.microsoft.com/office/powerpoint/2010/main" val="1630302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3B62-B5AC-458F-9950-4A708D69A45A}"/>
              </a:ext>
            </a:extLst>
          </p:cNvPr>
          <p:cNvSpPr>
            <a:spLocks noGrp="1"/>
          </p:cNvSpPr>
          <p:nvPr>
            <p:ph type="title"/>
          </p:nvPr>
        </p:nvSpPr>
        <p:spPr/>
        <p:txBody>
          <a:bodyPr/>
          <a:lstStyle/>
          <a:p>
            <a:r>
              <a:rPr lang="en-GB"/>
              <a:t>Lists</a:t>
            </a:r>
            <a:endParaRPr lang="da-DK"/>
          </a:p>
        </p:txBody>
      </p:sp>
      <p:sp>
        <p:nvSpPr>
          <p:cNvPr id="3" name="Slide Number Placeholder 2">
            <a:extLst>
              <a:ext uri="{FF2B5EF4-FFF2-40B4-BE49-F238E27FC236}">
                <a16:creationId xmlns:a16="http://schemas.microsoft.com/office/drawing/2014/main" id="{F71CCA12-C1B8-46D4-A4C3-10E85D091ED7}"/>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4" name="Text Placeholder 3">
            <a:extLst>
              <a:ext uri="{FF2B5EF4-FFF2-40B4-BE49-F238E27FC236}">
                <a16:creationId xmlns:a16="http://schemas.microsoft.com/office/drawing/2014/main" id="{5DC2DA4B-0443-4B08-9404-90EAC3F560C6}"/>
              </a:ext>
            </a:extLst>
          </p:cNvPr>
          <p:cNvSpPr>
            <a:spLocks noGrp="1"/>
          </p:cNvSpPr>
          <p:nvPr>
            <p:ph type="body" sz="quarter" idx="17"/>
          </p:nvPr>
        </p:nvSpPr>
        <p:spPr/>
        <p:txBody>
          <a:bodyPr/>
          <a:lstStyle/>
          <a:p>
            <a:r>
              <a:rPr lang="en-GB"/>
              <a:t>Practice 3 - solution</a:t>
            </a:r>
            <a:endParaRPr lang="da-DK"/>
          </a:p>
        </p:txBody>
      </p:sp>
      <p:pic>
        <p:nvPicPr>
          <p:cNvPr id="6" name="Graphic 5" descr="Flask">
            <a:extLst>
              <a:ext uri="{FF2B5EF4-FFF2-40B4-BE49-F238E27FC236}">
                <a16:creationId xmlns:a16="http://schemas.microsoft.com/office/drawing/2014/main" id="{CC729EF7-1B8F-4F39-9535-251585DB55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9" name="TextBox 8">
            <a:extLst>
              <a:ext uri="{FF2B5EF4-FFF2-40B4-BE49-F238E27FC236}">
                <a16:creationId xmlns:a16="http://schemas.microsoft.com/office/drawing/2014/main" id="{B72D5BAF-3786-42DA-9801-8C8674E1C1BB}"/>
              </a:ext>
            </a:extLst>
          </p:cNvPr>
          <p:cNvSpPr txBox="1"/>
          <p:nvPr/>
        </p:nvSpPr>
        <p:spPr>
          <a:xfrm>
            <a:off x="649139" y="1458384"/>
            <a:ext cx="10850032" cy="4897994"/>
          </a:xfrm>
          <a:prstGeom prst="rect">
            <a:avLst/>
          </a:prstGeom>
          <a:noFill/>
        </p:spPr>
        <p:txBody>
          <a:bodyPr wrap="none" lIns="0" tIns="0" rIns="0" bIns="0" numCol="2" spcCol="0" rtlCol="0">
            <a:noAutofit/>
          </a:bodyPr>
          <a:lstStyle/>
          <a:p>
            <a:r>
              <a:rPr lang="da-DK" sz="1050">
                <a:solidFill>
                  <a:srgbClr val="000000"/>
                </a:solidFill>
                <a:latin typeface="Consolas" panose="020B0609020204030204" pitchFamily="49" charset="0"/>
              </a:rPr>
              <a:t> </a:t>
            </a:r>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class</a:t>
            </a:r>
            <a:r>
              <a:rPr lang="da-DK" sz="1050">
                <a:solidFill>
                  <a:srgbClr val="000000"/>
                </a:solidFill>
                <a:latin typeface="Consolas" panose="020B0609020204030204" pitchFamily="49" charset="0"/>
              </a:rPr>
              <a:t> </a:t>
            </a:r>
            <a:r>
              <a:rPr lang="da-DK" sz="1050" err="1">
                <a:solidFill>
                  <a:srgbClr val="2B91AF"/>
                </a:solidFill>
                <a:latin typeface="Consolas" panose="020B0609020204030204" pitchFamily="49" charset="0"/>
              </a:rPr>
              <a:t>ListPractice</a:t>
            </a:r>
            <a:r>
              <a:rPr lang="da-DK"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List</a:t>
            </a:r>
            <a:r>
              <a:rPr lang="en-US" sz="1050">
                <a:solidFill>
                  <a:srgbClr val="000000"/>
                </a:solidFill>
                <a:latin typeface="Consolas" panose="020B0609020204030204" pitchFamily="49" charset="0"/>
              </a:rPr>
              <a:t>&lt;</a:t>
            </a:r>
            <a:r>
              <a:rPr lang="en-US" sz="1050">
                <a:solidFill>
                  <a:srgbClr val="2B91AF"/>
                </a:solidFill>
                <a:latin typeface="Consolas" panose="020B0609020204030204" pitchFamily="49" charset="0"/>
              </a:rPr>
              <a:t>T</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CreateEmptyList</a:t>
            </a:r>
            <a:r>
              <a:rPr lang="en-US" sz="1050">
                <a:solidFill>
                  <a:srgbClr val="000000"/>
                </a:solidFill>
                <a:latin typeface="Consolas" panose="020B0609020204030204" pitchFamily="49" charset="0"/>
              </a:rPr>
              <a:t>&lt;</a:t>
            </a:r>
            <a:r>
              <a:rPr lang="en-US" sz="1050">
                <a:solidFill>
                  <a:srgbClr val="2B91AF"/>
                </a:solidFill>
                <a:latin typeface="Consolas" panose="020B0609020204030204" pitchFamily="49" charset="0"/>
              </a:rPr>
              <a:t>T</a:t>
            </a:r>
            <a:r>
              <a:rPr lang="en-US" sz="1050">
                <a:solidFill>
                  <a:srgbClr val="000000"/>
                </a:solidFill>
                <a:latin typeface="Consolas" panose="020B0609020204030204" pitchFamily="49" charset="0"/>
              </a:rPr>
              <a:t>&gt;() {</a:t>
            </a:r>
          </a:p>
          <a:p>
            <a:r>
              <a:rPr lang="da-DK" sz="1050">
                <a:solidFill>
                  <a:srgbClr val="000000"/>
                </a:solidFill>
                <a:latin typeface="Consolas" panose="020B0609020204030204" pitchFamily="49" charset="0"/>
              </a:rPr>
              <a:t>            </a:t>
            </a:r>
            <a:r>
              <a:rPr lang="da-DK" sz="1050" err="1">
                <a:solidFill>
                  <a:srgbClr val="0000FF"/>
                </a:solidFill>
                <a:highlight>
                  <a:srgbClr val="FFFF00"/>
                </a:highlight>
                <a:latin typeface="Consolas" panose="020B0609020204030204" pitchFamily="49" charset="0"/>
              </a:rPr>
              <a:t>return</a:t>
            </a:r>
            <a:r>
              <a:rPr lang="da-DK" sz="1050">
                <a:solidFill>
                  <a:srgbClr val="000000"/>
                </a:solidFill>
                <a:highlight>
                  <a:srgbClr val="FFFF00"/>
                </a:highlight>
                <a:latin typeface="Consolas" panose="020B0609020204030204" pitchFamily="49" charset="0"/>
              </a:rPr>
              <a:t> </a:t>
            </a:r>
            <a:r>
              <a:rPr lang="da-DK" sz="1050">
                <a:solidFill>
                  <a:srgbClr val="0000FF"/>
                </a:solidFill>
                <a:highlight>
                  <a:srgbClr val="FFFF00"/>
                </a:highlight>
                <a:latin typeface="Consolas" panose="020B0609020204030204" pitchFamily="49" charset="0"/>
              </a:rPr>
              <a:t>new</a:t>
            </a:r>
            <a:r>
              <a:rPr lang="da-DK" sz="1050">
                <a:solidFill>
                  <a:srgbClr val="000000"/>
                </a:solidFill>
                <a:highlight>
                  <a:srgbClr val="FFFF00"/>
                </a:highlight>
                <a:latin typeface="Consolas" panose="020B0609020204030204" pitchFamily="49" charset="0"/>
              </a:rPr>
              <a:t> </a:t>
            </a:r>
            <a:r>
              <a:rPr lang="da-DK" sz="1050">
                <a:solidFill>
                  <a:srgbClr val="2B91AF"/>
                </a:solidFill>
                <a:highlight>
                  <a:srgbClr val="FFFF00"/>
                </a:highlight>
                <a:latin typeface="Consolas" panose="020B0609020204030204" pitchFamily="49" charset="0"/>
              </a:rPr>
              <a:t>List</a:t>
            </a:r>
            <a:r>
              <a:rPr lang="da-DK" sz="1050">
                <a:solidFill>
                  <a:srgbClr val="000000"/>
                </a:solidFill>
                <a:highlight>
                  <a:srgbClr val="FFFF00"/>
                </a:highlight>
                <a:latin typeface="Consolas" panose="020B0609020204030204" pitchFamily="49" charset="0"/>
              </a:rPr>
              <a:t>&lt;</a:t>
            </a:r>
            <a:r>
              <a:rPr lang="da-DK" sz="1050">
                <a:solidFill>
                  <a:srgbClr val="2B91AF"/>
                </a:solidFill>
                <a:highlight>
                  <a:srgbClr val="FFFF00"/>
                </a:highlight>
                <a:latin typeface="Consolas" panose="020B0609020204030204" pitchFamily="49" charset="0"/>
              </a:rPr>
              <a:t>T</a:t>
            </a:r>
            <a:r>
              <a:rPr lang="da-DK" sz="1050">
                <a:solidFill>
                  <a:srgbClr val="000000"/>
                </a:solidFill>
                <a:highlight>
                  <a:srgbClr val="FFFF00"/>
                </a:highlight>
                <a:latin typeface="Consolas" panose="020B0609020204030204" pitchFamily="49" charset="0"/>
              </a:rPr>
              <a:t>&gt;();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da-DK" sz="1050">
                <a:solidFill>
                  <a:srgbClr val="000000"/>
                </a:solidFill>
                <a:latin typeface="Consolas" panose="020B0609020204030204" pitchFamily="49" charset="0"/>
              </a:rPr>
              <a:t>        </a:t>
            </a:r>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a:solidFill>
                  <a:srgbClr val="2B91AF"/>
                </a:solidFill>
                <a:latin typeface="Consolas" panose="020B0609020204030204" pitchFamily="49" charset="0"/>
              </a:rPr>
              <a:t>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 </a:t>
            </a:r>
            <a:r>
              <a:rPr lang="da-DK" sz="1050" err="1">
                <a:solidFill>
                  <a:srgbClr val="000000"/>
                </a:solidFill>
                <a:latin typeface="Consolas" panose="020B0609020204030204" pitchFamily="49" charset="0"/>
              </a:rPr>
              <a:t>CreateList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 array) {</a:t>
            </a:r>
          </a:p>
          <a:p>
            <a:r>
              <a:rPr lang="en-US" sz="1050">
                <a:solidFill>
                  <a:srgbClr val="000000"/>
                </a:solidFill>
                <a:latin typeface="Consolas" panose="020B0609020204030204" pitchFamily="49" charset="0"/>
              </a:rPr>
              <a:t>            </a:t>
            </a:r>
            <a:r>
              <a:rPr lang="en-US" sz="1050">
                <a:solidFill>
                  <a:srgbClr val="0000FF"/>
                </a:solidFill>
                <a:highlight>
                  <a:srgbClr val="FFFF00"/>
                </a:highlight>
                <a:latin typeface="Consolas" panose="020B0609020204030204" pitchFamily="49" charset="0"/>
              </a:rPr>
              <a:t>return</a:t>
            </a:r>
            <a:r>
              <a:rPr lang="en-US" sz="1050">
                <a:solidFill>
                  <a:srgbClr val="000000"/>
                </a:solidFill>
                <a:highlight>
                  <a:srgbClr val="FFFF00"/>
                </a:highlight>
                <a:latin typeface="Consolas" panose="020B0609020204030204" pitchFamily="49" charset="0"/>
              </a:rPr>
              <a:t> </a:t>
            </a:r>
            <a:r>
              <a:rPr lang="en-US" sz="1050">
                <a:solidFill>
                  <a:srgbClr val="0000FF"/>
                </a:solidFill>
                <a:highlight>
                  <a:srgbClr val="FFFF00"/>
                </a:highlight>
                <a:latin typeface="Consolas" panose="020B0609020204030204" pitchFamily="49" charset="0"/>
              </a:rPr>
              <a:t>new</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List</a:t>
            </a:r>
            <a:r>
              <a:rPr lang="en-US" sz="1050">
                <a:solidFill>
                  <a:srgbClr val="000000"/>
                </a:solidFill>
                <a:highlight>
                  <a:srgbClr val="FFFF00"/>
                </a:highlight>
                <a:latin typeface="Consolas" panose="020B0609020204030204" pitchFamily="49" charset="0"/>
              </a:rPr>
              <a:t>&lt;</a:t>
            </a:r>
            <a:r>
              <a:rPr lang="en-US" sz="1050">
                <a:solidFill>
                  <a:srgbClr val="2B91AF"/>
                </a:solidFill>
                <a:highlight>
                  <a:srgbClr val="FFFF00"/>
                </a:highlight>
                <a:latin typeface="Consolas" panose="020B0609020204030204" pitchFamily="49" charset="0"/>
              </a:rPr>
              <a:t>T</a:t>
            </a:r>
            <a:r>
              <a:rPr lang="en-US" sz="1050">
                <a:solidFill>
                  <a:srgbClr val="000000"/>
                </a:solidFill>
                <a:highlight>
                  <a:srgbClr val="FFFF00"/>
                </a:highlight>
                <a:latin typeface="Consolas" panose="020B0609020204030204" pitchFamily="49" charset="0"/>
              </a:rPr>
              <a:t>&gt;(array);</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List</a:t>
            </a:r>
            <a:r>
              <a:rPr lang="en-US" sz="1050">
                <a:solidFill>
                  <a:srgbClr val="000000"/>
                </a:solidFill>
                <a:latin typeface="Consolas" panose="020B0609020204030204" pitchFamily="49" charset="0"/>
              </a:rPr>
              <a:t>&lt;</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CreateNumericList</a:t>
            </a:r>
            <a:r>
              <a:rPr lang="en-US"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return</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new</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List</a:t>
            </a:r>
            <a:r>
              <a:rPr lang="en-US" sz="1050">
                <a:solidFill>
                  <a:srgbClr val="000000"/>
                </a:solidFill>
                <a:latin typeface="Consolas" panose="020B0609020204030204" pitchFamily="49" charset="0"/>
              </a:rPr>
              <a:t>&lt;</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&gt; { 1, 2, 3, 4, 5 };</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da-DK" sz="1050">
                <a:solidFill>
                  <a:srgbClr val="000000"/>
                </a:solidFill>
                <a:latin typeface="Consolas" panose="020B0609020204030204" pitchFamily="49" charset="0"/>
              </a:rPr>
              <a:t>        </a:t>
            </a:r>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int</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GetTotalNumberOfElementsInList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a:t>
            </a:r>
            <a:r>
              <a:rPr lang="da-DK" sz="1050">
                <a:solidFill>
                  <a:srgbClr val="2B91AF"/>
                </a:solidFill>
                <a:latin typeface="Consolas" panose="020B0609020204030204" pitchFamily="49" charset="0"/>
              </a:rPr>
              <a:t>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 list) {</a:t>
            </a:r>
          </a:p>
          <a:p>
            <a:r>
              <a:rPr lang="da-DK" sz="1050">
                <a:solidFill>
                  <a:srgbClr val="000000"/>
                </a:solidFill>
                <a:latin typeface="Consolas" panose="020B0609020204030204" pitchFamily="49" charset="0"/>
              </a:rPr>
              <a:t>            </a:t>
            </a:r>
            <a:r>
              <a:rPr lang="da-DK" sz="1050" err="1">
                <a:solidFill>
                  <a:srgbClr val="0000FF"/>
                </a:solidFill>
                <a:highlight>
                  <a:srgbClr val="FFFF00"/>
                </a:highlight>
                <a:latin typeface="Consolas" panose="020B0609020204030204" pitchFamily="49" charset="0"/>
              </a:rPr>
              <a:t>return</a:t>
            </a:r>
            <a:r>
              <a:rPr lang="da-DK" sz="1050">
                <a:solidFill>
                  <a:srgbClr val="000000"/>
                </a:solidFill>
                <a:highlight>
                  <a:srgbClr val="FFFF00"/>
                </a:highlight>
                <a:latin typeface="Consolas" panose="020B0609020204030204" pitchFamily="49" charset="0"/>
              </a:rPr>
              <a:t> </a:t>
            </a:r>
            <a:r>
              <a:rPr lang="da-DK" sz="1050" err="1">
                <a:solidFill>
                  <a:srgbClr val="000000"/>
                </a:solidFill>
                <a:highlight>
                  <a:srgbClr val="FFFF00"/>
                </a:highlight>
                <a:latin typeface="Consolas" panose="020B0609020204030204" pitchFamily="49" charset="0"/>
              </a:rPr>
              <a:t>list.Count</a:t>
            </a:r>
            <a:r>
              <a:rPr lang="da-DK" sz="1050">
                <a:solidFill>
                  <a:srgbClr val="000000"/>
                </a:solidFill>
                <a:highlight>
                  <a:srgbClr val="FFFF00"/>
                </a:highlight>
                <a:latin typeface="Consolas" panose="020B0609020204030204" pitchFamily="49" charset="0"/>
              </a:rPr>
              <a: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da-DK" sz="1050">
                <a:solidFill>
                  <a:srgbClr val="000000"/>
                </a:solidFill>
                <a:latin typeface="Consolas" panose="020B0609020204030204" pitchFamily="49" charset="0"/>
              </a:rPr>
              <a:t>        </a:t>
            </a:r>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GetElementByIndex</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a:t>
            </a:r>
            <a:r>
              <a:rPr lang="da-DK" sz="1050">
                <a:solidFill>
                  <a:srgbClr val="2B91AF"/>
                </a:solidFill>
                <a:latin typeface="Consolas" panose="020B0609020204030204" pitchFamily="49" charset="0"/>
              </a:rPr>
              <a:t>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 list, </a:t>
            </a:r>
            <a:r>
              <a:rPr lang="da-DK" sz="1050" err="1">
                <a:solidFill>
                  <a:srgbClr val="0000FF"/>
                </a:solidFill>
                <a:latin typeface="Consolas" panose="020B0609020204030204" pitchFamily="49" charset="0"/>
              </a:rPr>
              <a:t>int</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index</a:t>
            </a:r>
            <a:r>
              <a:rPr lang="da-DK"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r>
              <a:rPr lang="da-DK" sz="1050" err="1">
                <a:solidFill>
                  <a:srgbClr val="0000FF"/>
                </a:solidFill>
                <a:highlight>
                  <a:srgbClr val="FFFF00"/>
                </a:highlight>
                <a:latin typeface="Consolas" panose="020B0609020204030204" pitchFamily="49" charset="0"/>
              </a:rPr>
              <a:t>return</a:t>
            </a:r>
            <a:r>
              <a:rPr lang="da-DK" sz="1050">
                <a:solidFill>
                  <a:srgbClr val="000000"/>
                </a:solidFill>
                <a:highlight>
                  <a:srgbClr val="FFFF00"/>
                </a:highlight>
                <a:latin typeface="Consolas" panose="020B0609020204030204" pitchFamily="49" charset="0"/>
              </a:rPr>
              <a:t> list[</a:t>
            </a:r>
            <a:r>
              <a:rPr lang="da-DK" sz="1050" err="1">
                <a:solidFill>
                  <a:srgbClr val="000000"/>
                </a:solidFill>
                <a:highlight>
                  <a:srgbClr val="FFFF00"/>
                </a:highlight>
                <a:latin typeface="Consolas" panose="020B0609020204030204" pitchFamily="49" charset="0"/>
              </a:rPr>
              <a:t>index</a:t>
            </a:r>
            <a:r>
              <a:rPr lang="da-DK" sz="1050">
                <a:solidFill>
                  <a:srgbClr val="000000"/>
                </a:solidFill>
                <a:highlight>
                  <a:srgbClr val="FFFF00"/>
                </a:highlight>
                <a:latin typeface="Consolas" panose="020B0609020204030204" pitchFamily="49" charset="0"/>
              </a:rPr>
              <a: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da-DK" sz="1050">
                <a:solidFill>
                  <a:srgbClr val="000000"/>
                </a:solidFill>
                <a:latin typeface="Consolas" panose="020B0609020204030204" pitchFamily="49" charset="0"/>
              </a:rPr>
              <a:t>        </a:t>
            </a:r>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void</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SetElementByIndex</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a:t>
            </a:r>
            <a:r>
              <a:rPr lang="da-DK" sz="1050">
                <a:solidFill>
                  <a:srgbClr val="2B91AF"/>
                </a:solidFill>
                <a:latin typeface="Consolas" panose="020B0609020204030204" pitchFamily="49" charset="0"/>
              </a:rPr>
              <a:t>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 list, </a:t>
            </a:r>
            <a:r>
              <a:rPr lang="da-DK" sz="1050" err="1">
                <a:solidFill>
                  <a:srgbClr val="0000FF"/>
                </a:solidFill>
                <a:latin typeface="Consolas" panose="020B0609020204030204" pitchFamily="49" charset="0"/>
              </a:rPr>
              <a:t>int</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index</a:t>
            </a:r>
            <a:r>
              <a:rPr lang="da-DK" sz="1050">
                <a:solidFill>
                  <a:srgbClr val="000000"/>
                </a:solidFill>
                <a:latin typeface="Consolas" panose="020B0609020204030204" pitchFamily="49" charset="0"/>
              </a:rPr>
              <a:t>, </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 element) {</a:t>
            </a:r>
          </a:p>
          <a:p>
            <a:r>
              <a:rPr lang="da-DK" sz="1050">
                <a:solidFill>
                  <a:srgbClr val="000000"/>
                </a:solidFill>
                <a:latin typeface="Consolas" panose="020B0609020204030204" pitchFamily="49" charset="0"/>
              </a:rPr>
              <a:t>            </a:t>
            </a:r>
            <a:r>
              <a:rPr lang="da-DK" sz="1050">
                <a:solidFill>
                  <a:srgbClr val="000000"/>
                </a:solidFill>
                <a:highlight>
                  <a:srgbClr val="FFFF00"/>
                </a:highlight>
                <a:latin typeface="Consolas" panose="020B0609020204030204" pitchFamily="49" charset="0"/>
              </a:rPr>
              <a:t>list[</a:t>
            </a:r>
            <a:r>
              <a:rPr lang="da-DK" sz="1050" err="1">
                <a:solidFill>
                  <a:srgbClr val="000000"/>
                </a:solidFill>
                <a:highlight>
                  <a:srgbClr val="FFFF00"/>
                </a:highlight>
                <a:latin typeface="Consolas" panose="020B0609020204030204" pitchFamily="49" charset="0"/>
              </a:rPr>
              <a:t>index</a:t>
            </a:r>
            <a:r>
              <a:rPr lang="da-DK" sz="1050">
                <a:solidFill>
                  <a:srgbClr val="000000"/>
                </a:solidFill>
                <a:highlight>
                  <a:srgbClr val="FFFF00"/>
                </a:highlight>
                <a:latin typeface="Consolas" panose="020B0609020204030204" pitchFamily="49" charset="0"/>
              </a:rPr>
              <a:t>] = element;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fr-FR" sz="1050">
                <a:solidFill>
                  <a:srgbClr val="000000"/>
                </a:solidFill>
                <a:latin typeface="Consolas" panose="020B0609020204030204" pitchFamily="49" charset="0"/>
              </a:rPr>
              <a:t>        </a:t>
            </a:r>
            <a:r>
              <a:rPr lang="fr-FR" sz="1050">
                <a:solidFill>
                  <a:srgbClr val="0000FF"/>
                </a:solidFill>
                <a:latin typeface="Consolas" panose="020B0609020204030204" pitchFamily="49" charset="0"/>
              </a:rPr>
              <a:t>public</a:t>
            </a:r>
            <a:r>
              <a:rPr lang="fr-FR" sz="1050">
                <a:solidFill>
                  <a:srgbClr val="000000"/>
                </a:solidFill>
                <a:latin typeface="Consolas" panose="020B0609020204030204" pitchFamily="49" charset="0"/>
              </a:rPr>
              <a:t> </a:t>
            </a:r>
            <a:r>
              <a:rPr lang="fr-FR" sz="1050" err="1">
                <a:solidFill>
                  <a:srgbClr val="0000FF"/>
                </a:solidFill>
                <a:latin typeface="Consolas" panose="020B0609020204030204" pitchFamily="49" charset="0"/>
              </a:rPr>
              <a:t>static</a:t>
            </a:r>
            <a:r>
              <a:rPr lang="fr-FR" sz="1050">
                <a:solidFill>
                  <a:srgbClr val="000000"/>
                </a:solidFill>
                <a:latin typeface="Consolas" panose="020B0609020204030204" pitchFamily="49" charset="0"/>
              </a:rPr>
              <a:t> </a:t>
            </a:r>
            <a:r>
              <a:rPr lang="fr-FR" sz="1050" err="1">
                <a:solidFill>
                  <a:srgbClr val="0000FF"/>
                </a:solidFill>
                <a:latin typeface="Consolas" panose="020B0609020204030204" pitchFamily="49" charset="0"/>
              </a:rPr>
              <a:t>void</a:t>
            </a:r>
            <a:r>
              <a:rPr lang="fr-FR" sz="1050">
                <a:solidFill>
                  <a:srgbClr val="000000"/>
                </a:solidFill>
                <a:latin typeface="Consolas" panose="020B0609020204030204" pitchFamily="49" charset="0"/>
              </a:rPr>
              <a:t> </a:t>
            </a:r>
            <a:r>
              <a:rPr lang="fr-FR" sz="1050" err="1">
                <a:solidFill>
                  <a:srgbClr val="000000"/>
                </a:solidFill>
                <a:latin typeface="Consolas" panose="020B0609020204030204" pitchFamily="49" charset="0"/>
              </a:rPr>
              <a:t>AddElement</a:t>
            </a:r>
            <a:r>
              <a:rPr lang="fr-FR" sz="1050">
                <a:solidFill>
                  <a:srgbClr val="000000"/>
                </a:solidFill>
                <a:latin typeface="Consolas" panose="020B0609020204030204" pitchFamily="49" charset="0"/>
              </a:rPr>
              <a:t>&lt;</a:t>
            </a:r>
            <a:r>
              <a:rPr lang="fr-FR" sz="1050">
                <a:solidFill>
                  <a:srgbClr val="2B91AF"/>
                </a:solidFill>
                <a:latin typeface="Consolas" panose="020B0609020204030204" pitchFamily="49" charset="0"/>
              </a:rPr>
              <a:t>T</a:t>
            </a:r>
            <a:r>
              <a:rPr lang="fr-FR" sz="1050">
                <a:solidFill>
                  <a:srgbClr val="000000"/>
                </a:solidFill>
                <a:latin typeface="Consolas" panose="020B0609020204030204" pitchFamily="49" charset="0"/>
              </a:rPr>
              <a:t>&gt;(</a:t>
            </a:r>
            <a:r>
              <a:rPr lang="fr-FR" sz="1050">
                <a:solidFill>
                  <a:srgbClr val="2B91AF"/>
                </a:solidFill>
                <a:latin typeface="Consolas" panose="020B0609020204030204" pitchFamily="49" charset="0"/>
              </a:rPr>
              <a:t>List</a:t>
            </a:r>
            <a:r>
              <a:rPr lang="fr-FR" sz="1050">
                <a:solidFill>
                  <a:srgbClr val="000000"/>
                </a:solidFill>
                <a:latin typeface="Consolas" panose="020B0609020204030204" pitchFamily="49" charset="0"/>
              </a:rPr>
              <a:t>&lt;</a:t>
            </a:r>
            <a:r>
              <a:rPr lang="fr-FR" sz="1050">
                <a:solidFill>
                  <a:srgbClr val="2B91AF"/>
                </a:solidFill>
                <a:latin typeface="Consolas" panose="020B0609020204030204" pitchFamily="49" charset="0"/>
              </a:rPr>
              <a:t>T</a:t>
            </a:r>
            <a:r>
              <a:rPr lang="fr-FR" sz="1050">
                <a:solidFill>
                  <a:srgbClr val="000000"/>
                </a:solidFill>
                <a:latin typeface="Consolas" panose="020B0609020204030204" pitchFamily="49" charset="0"/>
              </a:rPr>
              <a:t>&gt; </a:t>
            </a:r>
            <a:r>
              <a:rPr lang="fr-FR" sz="1050" err="1">
                <a:solidFill>
                  <a:srgbClr val="000000"/>
                </a:solidFill>
                <a:latin typeface="Consolas" panose="020B0609020204030204" pitchFamily="49" charset="0"/>
              </a:rPr>
              <a:t>list</a:t>
            </a:r>
            <a:r>
              <a:rPr lang="fr-FR" sz="1050">
                <a:solidFill>
                  <a:srgbClr val="000000"/>
                </a:solidFill>
                <a:latin typeface="Consolas" panose="020B0609020204030204" pitchFamily="49" charset="0"/>
              </a:rPr>
              <a:t>, </a:t>
            </a:r>
            <a:r>
              <a:rPr lang="fr-FR" sz="1050">
                <a:solidFill>
                  <a:srgbClr val="2B91AF"/>
                </a:solidFill>
                <a:latin typeface="Consolas" panose="020B0609020204030204" pitchFamily="49" charset="0"/>
              </a:rPr>
              <a:t>T</a:t>
            </a:r>
            <a:r>
              <a:rPr lang="fr-FR" sz="1050">
                <a:solidFill>
                  <a:srgbClr val="000000"/>
                </a:solidFill>
                <a:latin typeface="Consolas" panose="020B0609020204030204" pitchFamily="49" charset="0"/>
              </a:rPr>
              <a:t> </a:t>
            </a:r>
            <a:r>
              <a:rPr lang="fr-FR" sz="1050" err="1">
                <a:solidFill>
                  <a:srgbClr val="000000"/>
                </a:solidFill>
                <a:latin typeface="Consolas" panose="020B0609020204030204" pitchFamily="49" charset="0"/>
              </a:rPr>
              <a:t>element</a:t>
            </a:r>
            <a:r>
              <a:rPr lang="fr-FR"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r>
              <a:rPr lang="da-DK" sz="1050" err="1">
                <a:solidFill>
                  <a:srgbClr val="000000"/>
                </a:solidFill>
                <a:highlight>
                  <a:srgbClr val="FFFF00"/>
                </a:highlight>
                <a:latin typeface="Consolas" panose="020B0609020204030204" pitchFamily="49" charset="0"/>
              </a:rPr>
              <a:t>list.Add</a:t>
            </a:r>
            <a:r>
              <a:rPr lang="da-DK" sz="1050">
                <a:solidFill>
                  <a:srgbClr val="000000"/>
                </a:solidFill>
                <a:highlight>
                  <a:srgbClr val="FFFF00"/>
                </a:highlight>
                <a:latin typeface="Consolas" panose="020B0609020204030204" pitchFamily="49" charset="0"/>
              </a:rPr>
              <a:t>(element);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da-DK" sz="1050">
                <a:solidFill>
                  <a:srgbClr val="000000"/>
                </a:solidFill>
                <a:latin typeface="Consolas" panose="020B0609020204030204" pitchFamily="49" charset="0"/>
              </a:rPr>
              <a:t>        </a:t>
            </a:r>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void</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RemoveElementAt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a:t>
            </a:r>
            <a:r>
              <a:rPr lang="da-DK" sz="1050">
                <a:solidFill>
                  <a:srgbClr val="2B91AF"/>
                </a:solidFill>
                <a:latin typeface="Consolas" panose="020B0609020204030204" pitchFamily="49" charset="0"/>
              </a:rPr>
              <a:t>List</a:t>
            </a:r>
            <a:r>
              <a:rPr lang="da-DK" sz="1050">
                <a:solidFill>
                  <a:srgbClr val="000000"/>
                </a:solidFill>
                <a:latin typeface="Consolas" panose="020B0609020204030204" pitchFamily="49" charset="0"/>
              </a:rPr>
              <a:t>&lt;</a:t>
            </a:r>
            <a:r>
              <a:rPr lang="da-DK" sz="1050">
                <a:solidFill>
                  <a:srgbClr val="2B91AF"/>
                </a:solidFill>
                <a:latin typeface="Consolas" panose="020B0609020204030204" pitchFamily="49" charset="0"/>
              </a:rPr>
              <a:t>T</a:t>
            </a:r>
            <a:r>
              <a:rPr lang="da-DK" sz="1050">
                <a:solidFill>
                  <a:srgbClr val="000000"/>
                </a:solidFill>
                <a:latin typeface="Consolas" panose="020B0609020204030204" pitchFamily="49" charset="0"/>
              </a:rPr>
              <a:t>&gt; list, </a:t>
            </a:r>
            <a:r>
              <a:rPr lang="da-DK" sz="1050" err="1">
                <a:solidFill>
                  <a:srgbClr val="0000FF"/>
                </a:solidFill>
                <a:latin typeface="Consolas" panose="020B0609020204030204" pitchFamily="49" charset="0"/>
              </a:rPr>
              <a:t>int</a:t>
            </a:r>
            <a:r>
              <a:rPr lang="da-DK" sz="1050">
                <a:solidFill>
                  <a:srgbClr val="000000"/>
                </a:solidFill>
                <a:latin typeface="Consolas" panose="020B0609020204030204" pitchFamily="49" charset="0"/>
              </a:rPr>
              <a:t> </a:t>
            </a:r>
            <a:r>
              <a:rPr lang="da-DK" sz="1050" err="1">
                <a:solidFill>
                  <a:srgbClr val="000000"/>
                </a:solidFill>
                <a:latin typeface="Consolas" panose="020B0609020204030204" pitchFamily="49" charset="0"/>
              </a:rPr>
              <a:t>index</a:t>
            </a:r>
            <a:r>
              <a:rPr lang="da-DK"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r>
              <a:rPr lang="da-DK" sz="1050" err="1">
                <a:solidFill>
                  <a:srgbClr val="000000"/>
                </a:solidFill>
                <a:highlight>
                  <a:srgbClr val="FFFF00"/>
                </a:highlight>
                <a:latin typeface="Consolas" panose="020B0609020204030204" pitchFamily="49" charset="0"/>
              </a:rPr>
              <a:t>list.RemoveAt</a:t>
            </a:r>
            <a:r>
              <a:rPr lang="da-DK" sz="1050">
                <a:solidFill>
                  <a:srgbClr val="000000"/>
                </a:solidFill>
                <a:highlight>
                  <a:srgbClr val="FFFF00"/>
                </a:highlight>
                <a:latin typeface="Consolas" panose="020B0609020204030204" pitchFamily="49" charset="0"/>
              </a:rPr>
              <a:t>(</a:t>
            </a:r>
            <a:r>
              <a:rPr lang="da-DK" sz="1050" err="1">
                <a:solidFill>
                  <a:srgbClr val="000000"/>
                </a:solidFill>
                <a:highlight>
                  <a:srgbClr val="FFFF00"/>
                </a:highlight>
                <a:latin typeface="Consolas" panose="020B0609020204030204" pitchFamily="49" charset="0"/>
              </a:rPr>
              <a:t>index</a:t>
            </a:r>
            <a:r>
              <a:rPr lang="da-DK" sz="1050">
                <a:solidFill>
                  <a:srgbClr val="000000"/>
                </a:solidFill>
                <a:highlight>
                  <a:srgbClr val="FFFF00"/>
                </a:highlight>
                <a:latin typeface="Consolas" panose="020B0609020204030204" pitchFamily="49" charset="0"/>
              </a:rPr>
              <a:t>);</a:t>
            </a:r>
            <a:r>
              <a:rPr lang="da-DK"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fr-FR" sz="1050">
                <a:solidFill>
                  <a:srgbClr val="000000"/>
                </a:solidFill>
                <a:latin typeface="Consolas" panose="020B0609020204030204" pitchFamily="49" charset="0"/>
              </a:rPr>
              <a:t>        </a:t>
            </a:r>
            <a:r>
              <a:rPr lang="fr-FR" sz="1050">
                <a:solidFill>
                  <a:srgbClr val="0000FF"/>
                </a:solidFill>
                <a:latin typeface="Consolas" panose="020B0609020204030204" pitchFamily="49" charset="0"/>
              </a:rPr>
              <a:t>public</a:t>
            </a:r>
            <a:r>
              <a:rPr lang="fr-FR" sz="1050">
                <a:solidFill>
                  <a:srgbClr val="000000"/>
                </a:solidFill>
                <a:latin typeface="Consolas" panose="020B0609020204030204" pitchFamily="49" charset="0"/>
              </a:rPr>
              <a:t> </a:t>
            </a:r>
            <a:r>
              <a:rPr lang="fr-FR" sz="1050" err="1">
                <a:solidFill>
                  <a:srgbClr val="0000FF"/>
                </a:solidFill>
                <a:latin typeface="Consolas" panose="020B0609020204030204" pitchFamily="49" charset="0"/>
              </a:rPr>
              <a:t>static</a:t>
            </a:r>
            <a:r>
              <a:rPr lang="fr-FR" sz="1050">
                <a:solidFill>
                  <a:srgbClr val="000000"/>
                </a:solidFill>
                <a:latin typeface="Consolas" panose="020B0609020204030204" pitchFamily="49" charset="0"/>
              </a:rPr>
              <a:t> </a:t>
            </a:r>
            <a:r>
              <a:rPr lang="fr-FR" sz="1050">
                <a:solidFill>
                  <a:srgbClr val="2B91AF"/>
                </a:solidFill>
                <a:latin typeface="Consolas" panose="020B0609020204030204" pitchFamily="49" charset="0"/>
              </a:rPr>
              <a:t>T</a:t>
            </a:r>
            <a:r>
              <a:rPr lang="fr-FR" sz="1050">
                <a:solidFill>
                  <a:srgbClr val="000000"/>
                </a:solidFill>
                <a:latin typeface="Consolas" panose="020B0609020204030204" pitchFamily="49" charset="0"/>
              </a:rPr>
              <a:t>[] </a:t>
            </a:r>
            <a:r>
              <a:rPr lang="fr-FR" sz="1050" err="1">
                <a:solidFill>
                  <a:srgbClr val="000000"/>
                </a:solidFill>
                <a:latin typeface="Consolas" panose="020B0609020204030204" pitchFamily="49" charset="0"/>
              </a:rPr>
              <a:t>ConvertToArray</a:t>
            </a:r>
            <a:r>
              <a:rPr lang="fr-FR" sz="1050">
                <a:solidFill>
                  <a:srgbClr val="000000"/>
                </a:solidFill>
                <a:latin typeface="Consolas" panose="020B0609020204030204" pitchFamily="49" charset="0"/>
              </a:rPr>
              <a:t>&lt;</a:t>
            </a:r>
            <a:r>
              <a:rPr lang="fr-FR" sz="1050">
                <a:solidFill>
                  <a:srgbClr val="2B91AF"/>
                </a:solidFill>
                <a:latin typeface="Consolas" panose="020B0609020204030204" pitchFamily="49" charset="0"/>
              </a:rPr>
              <a:t>T</a:t>
            </a:r>
            <a:r>
              <a:rPr lang="fr-FR" sz="1050">
                <a:solidFill>
                  <a:srgbClr val="000000"/>
                </a:solidFill>
                <a:latin typeface="Consolas" panose="020B0609020204030204" pitchFamily="49" charset="0"/>
              </a:rPr>
              <a:t>&gt;(</a:t>
            </a:r>
            <a:r>
              <a:rPr lang="fr-FR" sz="1050">
                <a:solidFill>
                  <a:srgbClr val="2B91AF"/>
                </a:solidFill>
                <a:latin typeface="Consolas" panose="020B0609020204030204" pitchFamily="49" charset="0"/>
              </a:rPr>
              <a:t>List</a:t>
            </a:r>
            <a:r>
              <a:rPr lang="fr-FR" sz="1050">
                <a:solidFill>
                  <a:srgbClr val="000000"/>
                </a:solidFill>
                <a:latin typeface="Consolas" panose="020B0609020204030204" pitchFamily="49" charset="0"/>
              </a:rPr>
              <a:t>&lt;</a:t>
            </a:r>
            <a:r>
              <a:rPr lang="fr-FR" sz="1050">
                <a:solidFill>
                  <a:srgbClr val="2B91AF"/>
                </a:solidFill>
                <a:latin typeface="Consolas" panose="020B0609020204030204" pitchFamily="49" charset="0"/>
              </a:rPr>
              <a:t>T</a:t>
            </a:r>
            <a:r>
              <a:rPr lang="fr-FR" sz="1050">
                <a:solidFill>
                  <a:srgbClr val="000000"/>
                </a:solidFill>
                <a:latin typeface="Consolas" panose="020B0609020204030204" pitchFamily="49" charset="0"/>
              </a:rPr>
              <a:t>&gt; </a:t>
            </a:r>
            <a:r>
              <a:rPr lang="fr-FR" sz="1050" err="1">
                <a:solidFill>
                  <a:srgbClr val="000000"/>
                </a:solidFill>
                <a:latin typeface="Consolas" panose="020B0609020204030204" pitchFamily="49" charset="0"/>
              </a:rPr>
              <a:t>list</a:t>
            </a:r>
            <a:r>
              <a:rPr lang="fr-FR"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r>
              <a:rPr lang="da-DK" sz="1050" err="1">
                <a:solidFill>
                  <a:srgbClr val="0000FF"/>
                </a:solidFill>
                <a:highlight>
                  <a:srgbClr val="FFFF00"/>
                </a:highlight>
                <a:latin typeface="Consolas" panose="020B0609020204030204" pitchFamily="49" charset="0"/>
              </a:rPr>
              <a:t>return</a:t>
            </a:r>
            <a:r>
              <a:rPr lang="da-DK" sz="1050">
                <a:solidFill>
                  <a:srgbClr val="000000"/>
                </a:solidFill>
                <a:highlight>
                  <a:srgbClr val="FFFF00"/>
                </a:highlight>
                <a:latin typeface="Consolas" panose="020B0609020204030204" pitchFamily="49" charset="0"/>
              </a:rPr>
              <a:t> </a:t>
            </a:r>
            <a:r>
              <a:rPr lang="da-DK" sz="1050" err="1">
                <a:solidFill>
                  <a:srgbClr val="000000"/>
                </a:solidFill>
                <a:highlight>
                  <a:srgbClr val="FFFF00"/>
                </a:highlight>
                <a:latin typeface="Consolas" panose="020B0609020204030204" pitchFamily="49" charset="0"/>
              </a:rPr>
              <a:t>list.ToArray</a:t>
            </a:r>
            <a:r>
              <a:rPr lang="da-DK" sz="1050">
                <a:solidFill>
                  <a:srgbClr val="000000"/>
                </a:solidFill>
                <a:highlight>
                  <a:srgbClr val="FFFF00"/>
                </a:highlight>
                <a:latin typeface="Consolas" panose="020B0609020204030204" pitchFamily="49" charset="0"/>
              </a:rPr>
              <a:t>();</a:t>
            </a:r>
          </a:p>
          <a:p>
            <a:r>
              <a:rPr lang="da-DK"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endParaRPr lang="da-DK" sz="1000">
              <a:latin typeface="+mn-lt"/>
            </a:endParaRPr>
          </a:p>
        </p:txBody>
      </p:sp>
    </p:spTree>
    <p:extLst>
      <p:ext uri="{BB962C8B-B14F-4D97-AF65-F5344CB8AC3E}">
        <p14:creationId xmlns:p14="http://schemas.microsoft.com/office/powerpoint/2010/main" val="609813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9EF1-B6D1-4BD9-B68B-2FC18EA93917}"/>
              </a:ext>
            </a:extLst>
          </p:cNvPr>
          <p:cNvSpPr>
            <a:spLocks noGrp="1"/>
          </p:cNvSpPr>
          <p:nvPr>
            <p:ph type="title"/>
          </p:nvPr>
        </p:nvSpPr>
        <p:spPr/>
        <p:txBody>
          <a:bodyPr/>
          <a:lstStyle/>
          <a:p>
            <a:r>
              <a:rPr lang="en-GB"/>
              <a:t>Dictionaries</a:t>
            </a:r>
            <a:endParaRPr lang="da-DK"/>
          </a:p>
        </p:txBody>
      </p:sp>
      <p:sp>
        <p:nvSpPr>
          <p:cNvPr id="3" name="Slide Number Placeholder 2">
            <a:extLst>
              <a:ext uri="{FF2B5EF4-FFF2-40B4-BE49-F238E27FC236}">
                <a16:creationId xmlns:a16="http://schemas.microsoft.com/office/drawing/2014/main" id="{1CCE29FC-50DC-4E63-8B1E-55031DCD62F5}"/>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4" name="Text Placeholder 3">
            <a:extLst>
              <a:ext uri="{FF2B5EF4-FFF2-40B4-BE49-F238E27FC236}">
                <a16:creationId xmlns:a16="http://schemas.microsoft.com/office/drawing/2014/main" id="{1895AE00-CA14-4EC5-BDB5-B3ECE138277F}"/>
              </a:ext>
            </a:extLst>
          </p:cNvPr>
          <p:cNvSpPr>
            <a:spLocks noGrp="1"/>
          </p:cNvSpPr>
          <p:nvPr>
            <p:ph type="body" sz="quarter" idx="17"/>
          </p:nvPr>
        </p:nvSpPr>
        <p:spPr/>
        <p:txBody>
          <a:bodyPr/>
          <a:lstStyle/>
          <a:p>
            <a:r>
              <a:rPr lang="en-US" err="1"/>
              <a:t>COLLection</a:t>
            </a:r>
            <a:r>
              <a:rPr lang="en-US"/>
              <a:t>. dictionaries</a:t>
            </a:r>
            <a:endParaRPr lang="da-DK"/>
          </a:p>
        </p:txBody>
      </p:sp>
      <p:sp>
        <p:nvSpPr>
          <p:cNvPr id="6" name="TextBox 5">
            <a:extLst>
              <a:ext uri="{FF2B5EF4-FFF2-40B4-BE49-F238E27FC236}">
                <a16:creationId xmlns:a16="http://schemas.microsoft.com/office/drawing/2014/main" id="{2D26CACE-BDBB-4267-A546-D39FF625CFAB}"/>
              </a:ext>
            </a:extLst>
          </p:cNvPr>
          <p:cNvSpPr txBox="1"/>
          <p:nvPr/>
        </p:nvSpPr>
        <p:spPr>
          <a:xfrm>
            <a:off x="672000" y="1594591"/>
            <a:ext cx="10878759" cy="4521074"/>
          </a:xfrm>
          <a:prstGeom prst="rect">
            <a:avLst/>
          </a:prstGeom>
          <a:noFill/>
        </p:spPr>
        <p:txBody>
          <a:bodyPr wrap="none" lIns="0" tIns="0" rIns="0" bIns="0" rtlCol="0">
            <a:noAutofit/>
          </a:bodyPr>
          <a:lstStyle/>
          <a:p>
            <a:r>
              <a:rPr lang="da-DK" sz="1800" err="1">
                <a:solidFill>
                  <a:srgbClr val="0000FF"/>
                </a:solidFill>
                <a:latin typeface="Consolas" panose="020B0609020204030204" pitchFamily="49" charset="0"/>
              </a:rPr>
              <a:t>namespace</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System.Collections.Generic</a:t>
            </a:r>
            <a:r>
              <a:rPr lang="da-DK" sz="1800">
                <a:solidFill>
                  <a:srgbClr val="000000"/>
                </a:solidFill>
                <a:latin typeface="Consolas" panose="020B0609020204030204" pitchFamily="49" charset="0"/>
              </a:rPr>
              <a:t> {</a:t>
            </a:r>
            <a:r>
              <a:rPr lang="da-DK" sz="1800">
                <a:solidFill>
                  <a:srgbClr val="000000"/>
                </a:solidFill>
                <a:latin typeface="+mn-lt"/>
              </a:rPr>
              <a:t> </a:t>
            </a:r>
            <a:r>
              <a:rPr lang="ru-UA" sz="1800">
                <a:solidFill>
                  <a:srgbClr val="000000"/>
                </a:solidFill>
                <a:latin typeface="+mn-lt"/>
              </a:rPr>
              <a:t>   </a:t>
            </a:r>
          </a:p>
          <a:p>
            <a:r>
              <a:rPr lang="ru-UA" sz="1800">
                <a:solidFill>
                  <a:srgbClr val="008000"/>
                </a:solidFill>
                <a:latin typeface="+mn-lt"/>
              </a:rPr>
              <a:t>    </a:t>
            </a:r>
            <a:r>
              <a:rPr lang="da-DK" sz="1800">
                <a:solidFill>
                  <a:srgbClr val="008000"/>
                </a:solidFill>
                <a:latin typeface="+mn-lt"/>
              </a:rPr>
              <a:t>//</a:t>
            </a:r>
            <a:endParaRPr lang="da-DK" sz="1800">
              <a:solidFill>
                <a:srgbClr val="000000"/>
              </a:solidFill>
              <a:latin typeface="+mn-lt"/>
            </a:endParaRPr>
          </a:p>
          <a:p>
            <a:r>
              <a:rPr lang="da-DK" sz="1800">
                <a:solidFill>
                  <a:srgbClr val="000000"/>
                </a:solidFill>
                <a:latin typeface="+mn-lt"/>
              </a:rPr>
              <a:t>    </a:t>
            </a:r>
            <a:r>
              <a:rPr lang="da-DK" sz="1800">
                <a:solidFill>
                  <a:srgbClr val="008000"/>
                </a:solidFill>
                <a:latin typeface="+mn-lt"/>
              </a:rPr>
              <a:t>// Summary:</a:t>
            </a:r>
            <a:endParaRPr lang="da-DK" sz="1800">
              <a:solidFill>
                <a:srgbClr val="000000"/>
              </a:solidFill>
              <a:latin typeface="+mn-lt"/>
            </a:endParaRPr>
          </a:p>
          <a:p>
            <a:r>
              <a:rPr lang="en-US" sz="1800">
                <a:solidFill>
                  <a:srgbClr val="000000"/>
                </a:solidFill>
                <a:latin typeface="+mn-lt"/>
              </a:rPr>
              <a:t>    </a:t>
            </a:r>
            <a:r>
              <a:rPr lang="en-US" sz="1800">
                <a:solidFill>
                  <a:srgbClr val="008000"/>
                </a:solidFill>
                <a:latin typeface="+mn-lt"/>
              </a:rPr>
              <a:t>//     Represents a collection of keys and </a:t>
            </a:r>
            <a:r>
              <a:rPr lang="en-US" sz="1800" err="1">
                <a:solidFill>
                  <a:srgbClr val="008000"/>
                </a:solidFill>
                <a:latin typeface="+mn-lt"/>
              </a:rPr>
              <a:t>values.To</a:t>
            </a:r>
            <a:r>
              <a:rPr lang="en-US" sz="1800">
                <a:solidFill>
                  <a:srgbClr val="008000"/>
                </a:solidFill>
                <a:latin typeface="+mn-lt"/>
              </a:rPr>
              <a:t> browse the .NET Framework source</a:t>
            </a:r>
            <a:endParaRPr lang="en-US" sz="1800">
              <a:solidFill>
                <a:srgbClr val="000000"/>
              </a:solidFill>
              <a:latin typeface="+mn-lt"/>
            </a:endParaRPr>
          </a:p>
          <a:p>
            <a:r>
              <a:rPr lang="en-US" sz="1800">
                <a:solidFill>
                  <a:srgbClr val="000000"/>
                </a:solidFill>
                <a:latin typeface="+mn-lt"/>
              </a:rPr>
              <a:t>    </a:t>
            </a:r>
            <a:r>
              <a:rPr lang="en-US" sz="1800">
                <a:solidFill>
                  <a:srgbClr val="008000"/>
                </a:solidFill>
                <a:latin typeface="+mn-lt"/>
              </a:rPr>
              <a:t>//     code for this type, see the Reference Source.</a:t>
            </a:r>
            <a:endParaRPr lang="en-US" sz="1800">
              <a:solidFill>
                <a:srgbClr val="000000"/>
              </a:solidFill>
              <a:latin typeface="+mn-lt"/>
            </a:endParaRPr>
          </a:p>
          <a:p>
            <a:endParaRPr lang="da-DK" sz="1800">
              <a:solidFill>
                <a:srgbClr val="000000"/>
              </a:solidFill>
              <a:latin typeface="+mn-lt"/>
            </a:endParaRP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a:t>
            </a:r>
            <a:r>
              <a:rPr lang="da-DK" sz="1800">
                <a:solidFill>
                  <a:srgbClr val="0000FF"/>
                </a:solidFill>
                <a:latin typeface="+mn-lt"/>
              </a:rPr>
              <a:t>class</a:t>
            </a:r>
            <a:r>
              <a:rPr lang="da-DK" sz="1800">
                <a:solidFill>
                  <a:srgbClr val="000000"/>
                </a:solidFill>
                <a:latin typeface="+mn-lt"/>
              </a:rPr>
              <a:t> </a:t>
            </a:r>
            <a:r>
              <a:rPr lang="da-DK" sz="1800">
                <a:solidFill>
                  <a:srgbClr val="2B91AF"/>
                </a:solidFill>
                <a:latin typeface="+mn-lt"/>
              </a:rPr>
              <a:t>Dictionary</a:t>
            </a:r>
            <a:r>
              <a:rPr lang="da-DK" sz="1800">
                <a:solidFill>
                  <a:srgbClr val="000000"/>
                </a:solidFill>
                <a:latin typeface="+mn-lt"/>
              </a:rPr>
              <a:t>&lt;</a:t>
            </a:r>
            <a:r>
              <a:rPr lang="da-DK" sz="1800" err="1">
                <a:solidFill>
                  <a:srgbClr val="2B91AF"/>
                </a:solidFill>
                <a:latin typeface="+mn-lt"/>
              </a:rPr>
              <a:t>TKey</a:t>
            </a:r>
            <a:r>
              <a:rPr lang="da-DK" sz="1800">
                <a:solidFill>
                  <a:srgbClr val="000000"/>
                </a:solidFill>
                <a:latin typeface="+mn-lt"/>
              </a:rPr>
              <a:t>, </a:t>
            </a:r>
            <a:r>
              <a:rPr lang="da-DK" sz="1800" err="1">
                <a:solidFill>
                  <a:srgbClr val="2B91AF"/>
                </a:solidFill>
                <a:latin typeface="+mn-lt"/>
              </a:rPr>
              <a:t>TValue</a:t>
            </a:r>
            <a:r>
              <a:rPr lang="da-DK" sz="1800">
                <a:solidFill>
                  <a:srgbClr val="000000"/>
                </a:solidFill>
                <a:latin typeface="+mn-lt"/>
              </a:rPr>
              <a:t>&gt; : </a:t>
            </a:r>
            <a:r>
              <a:rPr lang="da-DK" sz="1800" err="1">
                <a:solidFill>
                  <a:srgbClr val="2B91AF"/>
                </a:solidFill>
                <a:latin typeface="+mn-lt"/>
              </a:rPr>
              <a:t>IDictionary</a:t>
            </a:r>
            <a:r>
              <a:rPr lang="da-DK" sz="1800">
                <a:solidFill>
                  <a:srgbClr val="000000"/>
                </a:solidFill>
                <a:latin typeface="+mn-lt"/>
              </a:rPr>
              <a:t>&lt;</a:t>
            </a:r>
            <a:r>
              <a:rPr lang="da-DK" sz="1800" err="1">
                <a:solidFill>
                  <a:srgbClr val="2B91AF"/>
                </a:solidFill>
                <a:latin typeface="+mn-lt"/>
              </a:rPr>
              <a:t>TKey</a:t>
            </a:r>
            <a:r>
              <a:rPr lang="da-DK" sz="1800">
                <a:solidFill>
                  <a:srgbClr val="000000"/>
                </a:solidFill>
                <a:latin typeface="+mn-lt"/>
              </a:rPr>
              <a:t>, </a:t>
            </a:r>
            <a:r>
              <a:rPr lang="da-DK" sz="1800" err="1">
                <a:solidFill>
                  <a:srgbClr val="2B91AF"/>
                </a:solidFill>
                <a:latin typeface="+mn-lt"/>
              </a:rPr>
              <a:t>TValue</a:t>
            </a:r>
            <a:r>
              <a:rPr lang="da-DK" sz="1800">
                <a:solidFill>
                  <a:srgbClr val="000000"/>
                </a:solidFill>
                <a:latin typeface="+mn-lt"/>
              </a:rPr>
              <a:t>&gt;,</a:t>
            </a:r>
          </a:p>
          <a:p>
            <a:r>
              <a:rPr lang="da-DK">
                <a:solidFill>
                  <a:srgbClr val="000000"/>
                </a:solidFill>
                <a:latin typeface="+mn-lt"/>
              </a:rPr>
              <a:t>                       </a:t>
            </a:r>
            <a:r>
              <a:rPr lang="da-DK" sz="1800">
                <a:solidFill>
                  <a:srgbClr val="000000"/>
                </a:solidFill>
                <a:latin typeface="+mn-lt"/>
              </a:rPr>
              <a:t> </a:t>
            </a:r>
            <a:r>
              <a:rPr lang="da-DK" sz="1800" err="1">
                <a:solidFill>
                  <a:srgbClr val="2B91AF"/>
                </a:solidFill>
                <a:latin typeface="+mn-lt"/>
              </a:rPr>
              <a:t>ICollection</a:t>
            </a:r>
            <a:r>
              <a:rPr lang="da-DK" sz="1800">
                <a:solidFill>
                  <a:srgbClr val="000000"/>
                </a:solidFill>
                <a:latin typeface="+mn-lt"/>
              </a:rPr>
              <a:t>&lt;</a:t>
            </a:r>
            <a:r>
              <a:rPr lang="da-DK" sz="1800" err="1">
                <a:solidFill>
                  <a:srgbClr val="2B91AF"/>
                </a:solidFill>
                <a:latin typeface="+mn-lt"/>
              </a:rPr>
              <a:t>KeyValuePair</a:t>
            </a:r>
            <a:r>
              <a:rPr lang="da-DK" sz="1800">
                <a:solidFill>
                  <a:srgbClr val="000000"/>
                </a:solidFill>
                <a:latin typeface="+mn-lt"/>
              </a:rPr>
              <a:t>&lt;</a:t>
            </a:r>
            <a:r>
              <a:rPr lang="da-DK" sz="1800" err="1">
                <a:solidFill>
                  <a:srgbClr val="2B91AF"/>
                </a:solidFill>
                <a:latin typeface="+mn-lt"/>
              </a:rPr>
              <a:t>TKey</a:t>
            </a:r>
            <a:r>
              <a:rPr lang="da-DK" sz="1800">
                <a:solidFill>
                  <a:srgbClr val="000000"/>
                </a:solidFill>
                <a:latin typeface="+mn-lt"/>
              </a:rPr>
              <a:t>, </a:t>
            </a:r>
            <a:r>
              <a:rPr lang="da-DK" sz="1800" err="1">
                <a:solidFill>
                  <a:srgbClr val="2B91AF"/>
                </a:solidFill>
                <a:latin typeface="+mn-lt"/>
              </a:rPr>
              <a:t>TValue</a:t>
            </a:r>
            <a:r>
              <a:rPr lang="da-DK" sz="1800">
                <a:solidFill>
                  <a:srgbClr val="000000"/>
                </a:solidFill>
                <a:latin typeface="+mn-lt"/>
              </a:rPr>
              <a:t>&gt;&gt;, </a:t>
            </a:r>
            <a:r>
              <a:rPr lang="da-DK" sz="1800" err="1">
                <a:solidFill>
                  <a:srgbClr val="2B91AF"/>
                </a:solidFill>
                <a:latin typeface="+mn-lt"/>
              </a:rPr>
              <a:t>IEnumerable</a:t>
            </a:r>
            <a:r>
              <a:rPr lang="da-DK" sz="1800">
                <a:solidFill>
                  <a:srgbClr val="000000"/>
                </a:solidFill>
                <a:latin typeface="+mn-lt"/>
              </a:rPr>
              <a:t>&lt;</a:t>
            </a:r>
            <a:r>
              <a:rPr lang="da-DK" sz="1800" err="1">
                <a:solidFill>
                  <a:srgbClr val="2B91AF"/>
                </a:solidFill>
                <a:latin typeface="+mn-lt"/>
              </a:rPr>
              <a:t>KeyValuePair</a:t>
            </a:r>
            <a:r>
              <a:rPr lang="da-DK" sz="1800">
                <a:solidFill>
                  <a:srgbClr val="000000"/>
                </a:solidFill>
                <a:latin typeface="+mn-lt"/>
              </a:rPr>
              <a:t>&lt;</a:t>
            </a:r>
            <a:r>
              <a:rPr lang="da-DK" sz="1800" err="1">
                <a:solidFill>
                  <a:srgbClr val="2B91AF"/>
                </a:solidFill>
                <a:latin typeface="+mn-lt"/>
              </a:rPr>
              <a:t>TKey</a:t>
            </a:r>
            <a:r>
              <a:rPr lang="da-DK" sz="1800">
                <a:solidFill>
                  <a:srgbClr val="000000"/>
                </a:solidFill>
                <a:latin typeface="+mn-lt"/>
              </a:rPr>
              <a:t>, </a:t>
            </a:r>
            <a:r>
              <a:rPr lang="da-DK" sz="1800" err="1">
                <a:solidFill>
                  <a:srgbClr val="2B91AF"/>
                </a:solidFill>
                <a:latin typeface="+mn-lt"/>
              </a:rPr>
              <a:t>TValue</a:t>
            </a:r>
            <a:r>
              <a:rPr lang="da-DK" sz="1800">
                <a:solidFill>
                  <a:srgbClr val="000000"/>
                </a:solidFill>
                <a:latin typeface="+mn-lt"/>
              </a:rPr>
              <a:t>&gt;&gt;, </a:t>
            </a:r>
          </a:p>
          <a:p>
            <a:r>
              <a:rPr lang="da-DK">
                <a:solidFill>
                  <a:srgbClr val="000000"/>
                </a:solidFill>
                <a:latin typeface="+mn-lt"/>
              </a:rPr>
              <a:t>                        </a:t>
            </a:r>
            <a:r>
              <a:rPr lang="da-DK" sz="1800" err="1">
                <a:solidFill>
                  <a:srgbClr val="2B91AF"/>
                </a:solidFill>
                <a:latin typeface="+mn-lt"/>
              </a:rPr>
              <a:t>IEnumerable</a:t>
            </a:r>
            <a:r>
              <a:rPr lang="da-DK" sz="1800">
                <a:solidFill>
                  <a:srgbClr val="000000"/>
                </a:solidFill>
                <a:latin typeface="+mn-lt"/>
              </a:rPr>
              <a:t>, </a:t>
            </a:r>
            <a:r>
              <a:rPr lang="da-DK" sz="1800" err="1">
                <a:solidFill>
                  <a:srgbClr val="2B91AF"/>
                </a:solidFill>
                <a:latin typeface="+mn-lt"/>
              </a:rPr>
              <a:t>IDictionary</a:t>
            </a:r>
            <a:r>
              <a:rPr lang="da-DK" sz="1800">
                <a:solidFill>
                  <a:srgbClr val="000000"/>
                </a:solidFill>
                <a:latin typeface="+mn-lt"/>
              </a:rPr>
              <a:t>, </a:t>
            </a:r>
            <a:r>
              <a:rPr lang="da-DK" sz="1800" err="1">
                <a:solidFill>
                  <a:srgbClr val="2B91AF"/>
                </a:solidFill>
                <a:latin typeface="+mn-lt"/>
              </a:rPr>
              <a:t>ICollection</a:t>
            </a:r>
            <a:r>
              <a:rPr lang="da-DK" sz="1800">
                <a:solidFill>
                  <a:srgbClr val="000000"/>
                </a:solidFill>
                <a:latin typeface="+mn-lt"/>
              </a:rPr>
              <a:t>, </a:t>
            </a:r>
            <a:r>
              <a:rPr lang="da-DK" sz="1800" err="1">
                <a:solidFill>
                  <a:srgbClr val="2B91AF"/>
                </a:solidFill>
                <a:latin typeface="+mn-lt"/>
              </a:rPr>
              <a:t>IReadOnlyDictionary</a:t>
            </a:r>
            <a:r>
              <a:rPr lang="da-DK" sz="1800">
                <a:solidFill>
                  <a:srgbClr val="000000"/>
                </a:solidFill>
                <a:latin typeface="+mn-lt"/>
              </a:rPr>
              <a:t>&lt;</a:t>
            </a:r>
            <a:r>
              <a:rPr lang="da-DK" sz="1800" err="1">
                <a:solidFill>
                  <a:srgbClr val="2B91AF"/>
                </a:solidFill>
                <a:latin typeface="+mn-lt"/>
              </a:rPr>
              <a:t>TKey</a:t>
            </a:r>
            <a:r>
              <a:rPr lang="da-DK" sz="1800">
                <a:solidFill>
                  <a:srgbClr val="000000"/>
                </a:solidFill>
                <a:latin typeface="+mn-lt"/>
              </a:rPr>
              <a:t>, </a:t>
            </a:r>
            <a:r>
              <a:rPr lang="da-DK" sz="1800" err="1">
                <a:solidFill>
                  <a:srgbClr val="2B91AF"/>
                </a:solidFill>
                <a:latin typeface="+mn-lt"/>
              </a:rPr>
              <a:t>TValue</a:t>
            </a:r>
            <a:r>
              <a:rPr lang="da-DK" sz="1800">
                <a:solidFill>
                  <a:srgbClr val="000000"/>
                </a:solidFill>
                <a:latin typeface="+mn-lt"/>
              </a:rPr>
              <a:t>&gt;, </a:t>
            </a:r>
          </a:p>
          <a:p>
            <a:r>
              <a:rPr lang="da-DK" sz="1800">
                <a:solidFill>
                  <a:srgbClr val="2B91AF"/>
                </a:solidFill>
                <a:latin typeface="+mn-lt"/>
              </a:rPr>
              <a:t>                        </a:t>
            </a:r>
            <a:r>
              <a:rPr lang="da-DK" sz="1800" err="1">
                <a:solidFill>
                  <a:srgbClr val="2B91AF"/>
                </a:solidFill>
                <a:latin typeface="+mn-lt"/>
              </a:rPr>
              <a:t>IReadOnlyCollection</a:t>
            </a:r>
            <a:r>
              <a:rPr lang="da-DK" sz="1800">
                <a:solidFill>
                  <a:srgbClr val="000000"/>
                </a:solidFill>
                <a:latin typeface="+mn-lt"/>
              </a:rPr>
              <a:t>&lt;</a:t>
            </a:r>
            <a:r>
              <a:rPr lang="da-DK" sz="1800" err="1">
                <a:solidFill>
                  <a:srgbClr val="2B91AF"/>
                </a:solidFill>
                <a:latin typeface="+mn-lt"/>
              </a:rPr>
              <a:t>KeyValuePair</a:t>
            </a:r>
            <a:r>
              <a:rPr lang="da-DK" sz="1800">
                <a:solidFill>
                  <a:srgbClr val="000000"/>
                </a:solidFill>
                <a:latin typeface="+mn-lt"/>
              </a:rPr>
              <a:t>&lt;</a:t>
            </a:r>
            <a:r>
              <a:rPr lang="da-DK" sz="1800" err="1">
                <a:solidFill>
                  <a:srgbClr val="2B91AF"/>
                </a:solidFill>
                <a:latin typeface="+mn-lt"/>
              </a:rPr>
              <a:t>TKey</a:t>
            </a:r>
            <a:r>
              <a:rPr lang="da-DK" sz="1800">
                <a:solidFill>
                  <a:srgbClr val="000000"/>
                </a:solidFill>
                <a:latin typeface="+mn-lt"/>
              </a:rPr>
              <a:t>, </a:t>
            </a:r>
            <a:r>
              <a:rPr lang="da-DK" sz="1800" err="1">
                <a:solidFill>
                  <a:srgbClr val="2B91AF"/>
                </a:solidFill>
                <a:latin typeface="+mn-lt"/>
              </a:rPr>
              <a:t>TValue</a:t>
            </a:r>
            <a:r>
              <a:rPr lang="da-DK" sz="1800">
                <a:solidFill>
                  <a:srgbClr val="000000"/>
                </a:solidFill>
                <a:latin typeface="+mn-lt"/>
              </a:rPr>
              <a:t>&gt;&gt;,</a:t>
            </a:r>
          </a:p>
          <a:p>
            <a:r>
              <a:rPr lang="da-DK" sz="1800">
                <a:solidFill>
                  <a:srgbClr val="000000"/>
                </a:solidFill>
                <a:latin typeface="+mn-lt"/>
              </a:rPr>
              <a:t>                        </a:t>
            </a:r>
            <a:r>
              <a:rPr lang="da-DK" sz="1800" err="1">
                <a:solidFill>
                  <a:srgbClr val="2B91AF"/>
                </a:solidFill>
                <a:latin typeface="+mn-lt"/>
              </a:rPr>
              <a:t>ISerializable</a:t>
            </a:r>
            <a:r>
              <a:rPr lang="da-DK" sz="1800">
                <a:solidFill>
                  <a:srgbClr val="000000"/>
                </a:solidFill>
                <a:latin typeface="+mn-lt"/>
              </a:rPr>
              <a:t>, </a:t>
            </a:r>
            <a:r>
              <a:rPr lang="da-DK" sz="1800" err="1">
                <a:solidFill>
                  <a:srgbClr val="2B91AF"/>
                </a:solidFill>
                <a:latin typeface="+mn-lt"/>
              </a:rPr>
              <a:t>IDeserializationCallback</a:t>
            </a:r>
            <a:r>
              <a:rPr lang="da-DK" sz="1800">
                <a:solidFill>
                  <a:srgbClr val="000000"/>
                </a:solidFill>
                <a:latin typeface="+mn-lt"/>
              </a:rPr>
              <a:t> {</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Dictionary();</a:t>
            </a:r>
          </a:p>
          <a:p>
            <a:r>
              <a:rPr lang="da-DK" sz="1800">
                <a:solidFill>
                  <a:srgbClr val="000000"/>
                </a:solidFill>
                <a:latin typeface="+mn-lt"/>
              </a:rPr>
              <a:t>        </a:t>
            </a:r>
            <a:r>
              <a:rPr lang="da-DK" sz="1800">
                <a:solidFill>
                  <a:srgbClr val="0000FF"/>
                </a:solidFill>
                <a:latin typeface="+mn-lt"/>
              </a:rPr>
              <a:t>public</a:t>
            </a:r>
            <a:r>
              <a:rPr lang="da-DK" sz="1800">
                <a:solidFill>
                  <a:srgbClr val="000000"/>
                </a:solidFill>
                <a:latin typeface="+mn-lt"/>
              </a:rPr>
              <a:t> Dictionary(</a:t>
            </a:r>
            <a:r>
              <a:rPr lang="da-DK" sz="1800" err="1">
                <a:solidFill>
                  <a:srgbClr val="0000FF"/>
                </a:solidFill>
                <a:latin typeface="+mn-lt"/>
              </a:rPr>
              <a:t>int</a:t>
            </a:r>
            <a:r>
              <a:rPr lang="da-DK" sz="1800">
                <a:solidFill>
                  <a:srgbClr val="000000"/>
                </a:solidFill>
                <a:latin typeface="+mn-lt"/>
              </a:rPr>
              <a:t> </a:t>
            </a:r>
            <a:r>
              <a:rPr lang="da-DK" sz="1800" err="1">
                <a:solidFill>
                  <a:srgbClr val="000000"/>
                </a:solidFill>
                <a:latin typeface="+mn-lt"/>
              </a:rPr>
              <a:t>capacity</a:t>
            </a:r>
            <a:r>
              <a:rPr lang="da-DK" sz="1800">
                <a:solidFill>
                  <a:srgbClr val="000000"/>
                </a:solidFill>
                <a:latin typeface="+mn-lt"/>
              </a:rPr>
              <a:t>)</a:t>
            </a:r>
            <a:r>
              <a:rPr lang="da-DK">
                <a:solidFill>
                  <a:srgbClr val="000000"/>
                </a:solidFill>
                <a:latin typeface="+mn-lt"/>
              </a:rPr>
              <a:t>;</a:t>
            </a:r>
          </a:p>
          <a:p>
            <a:r>
              <a:rPr lang="da-DK" sz="1800">
                <a:solidFill>
                  <a:srgbClr val="000000"/>
                </a:solidFill>
                <a:latin typeface="+mn-lt"/>
              </a:rPr>
              <a:t>        …</a:t>
            </a:r>
          </a:p>
        </p:txBody>
      </p:sp>
    </p:spTree>
    <p:extLst>
      <p:ext uri="{BB962C8B-B14F-4D97-AF65-F5344CB8AC3E}">
        <p14:creationId xmlns:p14="http://schemas.microsoft.com/office/powerpoint/2010/main" val="449348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8EA1-5D8C-4DB2-BAD2-333DA2CDB587}"/>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270503A7-E025-4819-AF27-CFFEC8A7BD00}"/>
              </a:ext>
            </a:extLst>
          </p:cNvPr>
          <p:cNvSpPr>
            <a:spLocks noGrp="1"/>
          </p:cNvSpPr>
          <p:nvPr>
            <p:ph type="sldNum" sz="quarter" idx="11"/>
          </p:nvPr>
        </p:nvSpPr>
        <p:spPr/>
        <p:txBody>
          <a:bodyPr/>
          <a:lstStyle/>
          <a:p>
            <a:fld id="{E16BA917-7F09-4B8D-AF07-F52890C14046}" type="slidenum">
              <a:rPr lang="da-DK" smtClean="0"/>
              <a:pPr/>
              <a:t>26</a:t>
            </a:fld>
            <a:endParaRPr lang="da-DK"/>
          </a:p>
        </p:txBody>
      </p:sp>
      <p:sp>
        <p:nvSpPr>
          <p:cNvPr id="4" name="Text Placeholder 3">
            <a:extLst>
              <a:ext uri="{FF2B5EF4-FFF2-40B4-BE49-F238E27FC236}">
                <a16:creationId xmlns:a16="http://schemas.microsoft.com/office/drawing/2014/main" id="{06830B36-DA7E-4EBE-88EC-0176EB784B2F}"/>
              </a:ext>
            </a:extLst>
          </p:cNvPr>
          <p:cNvSpPr>
            <a:spLocks noGrp="1"/>
          </p:cNvSpPr>
          <p:nvPr>
            <p:ph type="body" sz="quarter" idx="17"/>
          </p:nvPr>
        </p:nvSpPr>
        <p:spPr/>
        <p:txBody>
          <a:bodyPr/>
          <a:lstStyle/>
          <a:p>
            <a:r>
              <a:rPr lang="en-GB"/>
              <a:t>Demo 3</a:t>
            </a:r>
            <a:endParaRPr lang="da-DK"/>
          </a:p>
          <a:p>
            <a:endParaRPr lang="da-DK"/>
          </a:p>
        </p:txBody>
      </p:sp>
      <p:sp>
        <p:nvSpPr>
          <p:cNvPr id="5" name="TextBox 4">
            <a:extLst>
              <a:ext uri="{FF2B5EF4-FFF2-40B4-BE49-F238E27FC236}">
                <a16:creationId xmlns:a16="http://schemas.microsoft.com/office/drawing/2014/main" id="{798D6976-A09B-4C9E-9E31-259BB6D3E3B8}"/>
              </a:ext>
            </a:extLst>
          </p:cNvPr>
          <p:cNvSpPr txBox="1"/>
          <p:nvPr/>
        </p:nvSpPr>
        <p:spPr>
          <a:xfrm>
            <a:off x="649139" y="1649895"/>
            <a:ext cx="10850032" cy="4306229"/>
          </a:xfrm>
          <a:prstGeom prst="rect">
            <a:avLst/>
          </a:prstGeom>
          <a:noFill/>
        </p:spPr>
        <p:txBody>
          <a:bodyPr wrap="none" lIns="0" tIns="0" rIns="0" bIns="0" rtlCol="0">
            <a:noAutofit/>
          </a:bodyPr>
          <a:lstStyle/>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numbers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Dictionary</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&gt;() </a:t>
            </a:r>
          </a:p>
          <a:p>
            <a:r>
              <a:rPr lang="en-US">
                <a:solidFill>
                  <a:srgbClr val="000000"/>
                </a:solidFill>
                <a:latin typeface="Consolas" panose="020B0609020204030204" pitchFamily="49" charset="0"/>
              </a:rPr>
              <a:t>					</a:t>
            </a:r>
            <a:r>
              <a:rPr lang="en-US" sz="1800">
                <a:solidFill>
                  <a:srgbClr val="000000"/>
                </a:solidFill>
                <a:latin typeface="Consolas" panose="020B0609020204030204" pitchFamily="49" charset="0"/>
              </a:rPr>
              <a:t>{ { 1, </a:t>
            </a:r>
            <a:r>
              <a:rPr lang="en-US" sz="1800">
                <a:solidFill>
                  <a:srgbClr val="A31515"/>
                </a:solidFill>
                <a:latin typeface="Consolas" panose="020B0609020204030204" pitchFamily="49" charset="0"/>
              </a:rPr>
              <a:t>"One"</a:t>
            </a:r>
            <a:r>
              <a:rPr lang="en-US" sz="1800">
                <a:solidFill>
                  <a:srgbClr val="000000"/>
                </a:solidFill>
                <a:latin typeface="Consolas" panose="020B0609020204030204" pitchFamily="49" charset="0"/>
              </a:rPr>
              <a:t> }, { 2, </a:t>
            </a:r>
            <a:r>
              <a:rPr lang="en-US" sz="1800">
                <a:solidFill>
                  <a:srgbClr val="A31515"/>
                </a:solidFill>
                <a:latin typeface="Consolas" panose="020B0609020204030204" pitchFamily="49" charset="0"/>
              </a:rPr>
              <a:t>"Two"</a:t>
            </a:r>
            <a:r>
              <a:rPr lang="en-US" sz="1800">
                <a:solidFill>
                  <a:srgbClr val="000000"/>
                </a:solidFill>
                <a:latin typeface="Consolas" panose="020B0609020204030204" pitchFamily="49" charset="0"/>
              </a:rPr>
              <a:t> }, { 3, </a:t>
            </a:r>
            <a:r>
              <a:rPr lang="en-US" sz="1800">
                <a:solidFill>
                  <a:srgbClr val="A31515"/>
                </a:solidFill>
                <a:latin typeface="Consolas" panose="020B0609020204030204" pitchFamily="49" charset="0"/>
              </a:rPr>
              <a:t>"Three"</a:t>
            </a:r>
            <a:r>
              <a:rPr lang="en-US" sz="1800">
                <a:solidFill>
                  <a:srgbClr val="000000"/>
                </a:solidFill>
                <a:latin typeface="Consolas" panose="020B0609020204030204" pitchFamily="49" charset="0"/>
              </a:rPr>
              <a:t> } };</a:t>
            </a:r>
          </a:p>
          <a:p>
            <a:r>
              <a:rPr lang="da-DK" sz="1800" err="1">
                <a:solidFill>
                  <a:srgbClr val="000000"/>
                </a:solidFill>
                <a:latin typeface="Consolas" panose="020B0609020204030204" pitchFamily="49" charset="0"/>
              </a:rPr>
              <a:t>numbers.Add</a:t>
            </a:r>
            <a:r>
              <a:rPr lang="da-DK" sz="1800">
                <a:solidFill>
                  <a:srgbClr val="000000"/>
                </a:solidFill>
                <a:latin typeface="Consolas" panose="020B0609020204030204" pitchFamily="49" charset="0"/>
              </a:rPr>
              <a:t>(5, </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Five</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p>
          <a:p>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numbers.Add</a:t>
            </a:r>
            <a:r>
              <a:rPr lang="da-DK" sz="1800">
                <a:solidFill>
                  <a:srgbClr val="008000"/>
                </a:solidFill>
                <a:latin typeface="Consolas" panose="020B0609020204030204" pitchFamily="49" charset="0"/>
              </a:rPr>
              <a:t>(5,"Five");</a:t>
            </a:r>
            <a:endParaRPr lang="da-DK" sz="1800">
              <a:solidFill>
                <a:srgbClr val="000000"/>
              </a:solidFill>
              <a:latin typeface="Consolas" panose="020B0609020204030204" pitchFamily="49" charset="0"/>
            </a:endParaRPr>
          </a:p>
          <a:p>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numbers.Add</a:t>
            </a:r>
            <a:r>
              <a:rPr lang="da-DK" sz="1800">
                <a:solidFill>
                  <a:srgbClr val="008000"/>
                </a:solidFill>
                <a:latin typeface="Consolas" panose="020B0609020204030204" pitchFamily="49" charset="0"/>
              </a:rPr>
              <a:t>(6,"Five");</a:t>
            </a:r>
            <a:endParaRPr lang="da-DK" sz="1800">
              <a:solidFill>
                <a:srgbClr val="000000"/>
              </a:solidFill>
              <a:latin typeface="Consolas" panose="020B0609020204030204" pitchFamily="49" charset="0"/>
            </a:endParaRPr>
          </a:p>
          <a:p>
            <a:endParaRPr lang="da-DK"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$"Dictionary: </a:t>
            </a:r>
            <a:r>
              <a:rPr lang="en-US" sz="1800">
                <a:solidFill>
                  <a:srgbClr val="000000"/>
                </a:solidFill>
                <a:latin typeface="Consolas" panose="020B0609020204030204" pitchFamily="49" charset="0"/>
              </a:rPr>
              <a:t>{</a:t>
            </a:r>
            <a:r>
              <a:rPr lang="en-US" sz="1800" err="1">
                <a:solidFill>
                  <a:srgbClr val="0000FF"/>
                </a:solidFill>
                <a:latin typeface="Consolas" panose="020B0609020204030204" pitchFamily="49" charset="0"/>
              </a:rPr>
              <a:t>string</a:t>
            </a:r>
            <a:r>
              <a:rPr lang="en-US" sz="1800" err="1">
                <a:solidFill>
                  <a:srgbClr val="000000"/>
                </a:solidFill>
                <a:latin typeface="Consolas" panose="020B0609020204030204" pitchFamily="49" charset="0"/>
              </a:rPr>
              <a:t>.Join</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 "</a:t>
            </a:r>
            <a:r>
              <a:rPr lang="en-US" sz="1800">
                <a:solidFill>
                  <a:srgbClr val="000000"/>
                </a:solidFill>
                <a:latin typeface="Consolas" panose="020B0609020204030204" pitchFamily="49" charset="0"/>
              </a:rPr>
              <a:t>, numbers)}</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$"Five: </a:t>
            </a:r>
            <a:r>
              <a:rPr lang="en-US" sz="1800">
                <a:solidFill>
                  <a:srgbClr val="000000"/>
                </a:solidFill>
                <a:latin typeface="Consolas" panose="020B0609020204030204" pitchFamily="49" charset="0"/>
              </a:rPr>
              <a:t>{numbers[5]}</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r>
              <a:rPr lang="da-DK" sz="1800" err="1">
                <a:solidFill>
                  <a:srgbClr val="0000FF"/>
                </a:solidFill>
                <a:latin typeface="Consolas" panose="020B0609020204030204" pitchFamily="49" charset="0"/>
              </a:rPr>
              <a:t>string</a:t>
            </a:r>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value</a:t>
            </a:r>
            <a:r>
              <a:rPr lang="da-DK" sz="1800">
                <a:solidFill>
                  <a:srgbClr val="000000"/>
                </a:solidFill>
                <a:latin typeface="Consolas" panose="020B0609020204030204" pitchFamily="49" charset="0"/>
              </a:rPr>
              <a:t>;</a:t>
            </a:r>
          </a:p>
          <a:p>
            <a:r>
              <a:rPr lang="en-US" sz="1800" err="1">
                <a:solidFill>
                  <a:srgbClr val="000000"/>
                </a:solidFill>
                <a:latin typeface="Consolas" panose="020B0609020204030204" pitchFamily="49" charset="0"/>
              </a:rPr>
              <a:t>numbers.TryGetValue</a:t>
            </a:r>
            <a:r>
              <a:rPr lang="en-US" sz="1800">
                <a:solidFill>
                  <a:srgbClr val="000000"/>
                </a:solidFill>
                <a:latin typeface="Consolas" panose="020B0609020204030204" pitchFamily="49" charset="0"/>
              </a:rPr>
              <a:t>(5, </a:t>
            </a:r>
            <a:r>
              <a:rPr lang="en-US" sz="1800">
                <a:solidFill>
                  <a:srgbClr val="0000FF"/>
                </a:solidFill>
                <a:latin typeface="Consolas" panose="020B0609020204030204" pitchFamily="49" charset="0"/>
              </a:rPr>
              <a:t>out</a:t>
            </a:r>
            <a:r>
              <a:rPr lang="en-US" sz="1800">
                <a:solidFill>
                  <a:srgbClr val="000000"/>
                </a:solidFill>
                <a:latin typeface="Consolas" panose="020B0609020204030204" pitchFamily="49" charset="0"/>
              </a:rPr>
              <a:t> value);</a:t>
            </a:r>
          </a:p>
          <a:p>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Five</a:t>
            </a:r>
            <a:r>
              <a:rPr lang="da-DK" sz="1800">
                <a:solidFill>
                  <a:srgbClr val="A31515"/>
                </a:solidFill>
                <a:latin typeface="Consolas" panose="020B0609020204030204" pitchFamily="49" charset="0"/>
              </a:rPr>
              <a:t>: </a:t>
            </a:r>
            <a:r>
              <a:rPr lang="da-DK" sz="1800">
                <a:solidFill>
                  <a:srgbClr val="000000"/>
                </a:solidFill>
                <a:latin typeface="Consolas" panose="020B0609020204030204" pitchFamily="49" charset="0"/>
              </a:rPr>
              <a:t>{</a:t>
            </a:r>
            <a:r>
              <a:rPr lang="da-DK" sz="1800" err="1">
                <a:solidFill>
                  <a:srgbClr val="000000"/>
                </a:solidFill>
                <a:latin typeface="Consolas" panose="020B0609020204030204" pitchFamily="49" charset="0"/>
              </a:rPr>
              <a:t>value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da-DK" sz="1800" err="1">
                <a:solidFill>
                  <a:srgbClr val="000000"/>
                </a:solidFill>
                <a:latin typeface="Consolas" panose="020B0609020204030204" pitchFamily="49" charset="0"/>
              </a:rPr>
              <a:t>numbers.Remove</a:t>
            </a:r>
            <a:r>
              <a:rPr lang="da-DK" sz="1800">
                <a:solidFill>
                  <a:srgbClr val="000000"/>
                </a:solidFill>
                <a:latin typeface="Consolas" panose="020B0609020204030204" pitchFamily="49" charset="0"/>
              </a:rPr>
              <a:t>(5);</a:t>
            </a: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$"Dictionary: </a:t>
            </a:r>
            <a:r>
              <a:rPr lang="en-US" sz="1800">
                <a:solidFill>
                  <a:srgbClr val="000000"/>
                </a:solidFill>
                <a:latin typeface="Consolas" panose="020B0609020204030204" pitchFamily="49" charset="0"/>
              </a:rPr>
              <a:t>{</a:t>
            </a:r>
            <a:r>
              <a:rPr lang="en-US" sz="1800" err="1">
                <a:solidFill>
                  <a:srgbClr val="0000FF"/>
                </a:solidFill>
                <a:latin typeface="Consolas" panose="020B0609020204030204" pitchFamily="49" charset="0"/>
              </a:rPr>
              <a:t>string</a:t>
            </a:r>
            <a:r>
              <a:rPr lang="en-US" sz="1800" err="1">
                <a:solidFill>
                  <a:srgbClr val="000000"/>
                </a:solidFill>
                <a:latin typeface="Consolas" panose="020B0609020204030204" pitchFamily="49" charset="0"/>
              </a:rPr>
              <a:t>.Join</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 "</a:t>
            </a:r>
            <a:r>
              <a:rPr lang="en-US" sz="1800">
                <a:solidFill>
                  <a:srgbClr val="000000"/>
                </a:solidFill>
                <a:latin typeface="Consolas" panose="020B0609020204030204" pitchFamily="49" charset="0"/>
              </a:rPr>
              <a:t>, numbers)}</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endParaRPr lang="da-DK" sz="2000" i="1">
              <a:latin typeface="+mn-lt"/>
            </a:endParaRPr>
          </a:p>
        </p:txBody>
      </p:sp>
    </p:spTree>
    <p:extLst>
      <p:ext uri="{BB962C8B-B14F-4D97-AF65-F5344CB8AC3E}">
        <p14:creationId xmlns:p14="http://schemas.microsoft.com/office/powerpoint/2010/main" val="3191708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7082-3A79-4E51-90C1-CC13AD5960FE}"/>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F78B12BB-B347-4B30-A900-0E833F973A02}"/>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4" name="Text Placeholder 3">
            <a:extLst>
              <a:ext uri="{FF2B5EF4-FFF2-40B4-BE49-F238E27FC236}">
                <a16:creationId xmlns:a16="http://schemas.microsoft.com/office/drawing/2014/main" id="{64F4CF80-DBD3-4E21-BDB4-42E30C4DC220}"/>
              </a:ext>
            </a:extLst>
          </p:cNvPr>
          <p:cNvSpPr>
            <a:spLocks noGrp="1"/>
          </p:cNvSpPr>
          <p:nvPr>
            <p:ph type="body" sz="quarter" idx="17"/>
          </p:nvPr>
        </p:nvSpPr>
        <p:spPr/>
        <p:txBody>
          <a:bodyPr/>
          <a:lstStyle/>
          <a:p>
            <a:r>
              <a:rPr lang="en-GB"/>
              <a:t>Demo 3</a:t>
            </a:r>
            <a:endParaRPr lang="da-DK"/>
          </a:p>
        </p:txBody>
      </p:sp>
      <p:pic>
        <p:nvPicPr>
          <p:cNvPr id="7" name="Picture 6">
            <a:extLst>
              <a:ext uri="{FF2B5EF4-FFF2-40B4-BE49-F238E27FC236}">
                <a16:creationId xmlns:a16="http://schemas.microsoft.com/office/drawing/2014/main" id="{ADB0A869-9835-4BAE-AC29-AF7E81A3B84A}"/>
              </a:ext>
            </a:extLst>
          </p:cNvPr>
          <p:cNvPicPr>
            <a:picLocks noChangeAspect="1"/>
          </p:cNvPicPr>
          <p:nvPr/>
        </p:nvPicPr>
        <p:blipFill>
          <a:blip r:embed="rId3"/>
          <a:stretch>
            <a:fillRect/>
          </a:stretch>
        </p:blipFill>
        <p:spPr>
          <a:xfrm>
            <a:off x="3005524" y="1793095"/>
            <a:ext cx="6180952" cy="4228571"/>
          </a:xfrm>
          <a:prstGeom prst="rect">
            <a:avLst/>
          </a:prstGeom>
        </p:spPr>
      </p:pic>
    </p:spTree>
    <p:extLst>
      <p:ext uri="{BB962C8B-B14F-4D97-AF65-F5344CB8AC3E}">
        <p14:creationId xmlns:p14="http://schemas.microsoft.com/office/powerpoint/2010/main" val="648727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7082-3A79-4E51-90C1-CC13AD5960FE}"/>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F78B12BB-B347-4B30-A900-0E833F973A02}"/>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4" name="Text Placeholder 3">
            <a:extLst>
              <a:ext uri="{FF2B5EF4-FFF2-40B4-BE49-F238E27FC236}">
                <a16:creationId xmlns:a16="http://schemas.microsoft.com/office/drawing/2014/main" id="{64F4CF80-DBD3-4E21-BDB4-42E30C4DC220}"/>
              </a:ext>
            </a:extLst>
          </p:cNvPr>
          <p:cNvSpPr>
            <a:spLocks noGrp="1"/>
          </p:cNvSpPr>
          <p:nvPr>
            <p:ph type="body" sz="quarter" idx="17"/>
          </p:nvPr>
        </p:nvSpPr>
        <p:spPr/>
        <p:txBody>
          <a:bodyPr/>
          <a:lstStyle/>
          <a:p>
            <a:r>
              <a:rPr lang="en-GB"/>
              <a:t>Demo 3</a:t>
            </a:r>
            <a:endParaRPr lang="da-DK"/>
          </a:p>
        </p:txBody>
      </p:sp>
      <p:sp>
        <p:nvSpPr>
          <p:cNvPr id="5" name="TextBox 4">
            <a:extLst>
              <a:ext uri="{FF2B5EF4-FFF2-40B4-BE49-F238E27FC236}">
                <a16:creationId xmlns:a16="http://schemas.microsoft.com/office/drawing/2014/main" id="{231A6D91-F8FE-409E-A515-77570F1A1031}"/>
              </a:ext>
            </a:extLst>
          </p:cNvPr>
          <p:cNvSpPr txBox="1"/>
          <p:nvPr/>
        </p:nvSpPr>
        <p:spPr>
          <a:xfrm>
            <a:off x="6603035" y="4070756"/>
            <a:ext cx="5188915" cy="1208616"/>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internal</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class</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 </a:t>
            </a:r>
            <a:r>
              <a:rPr lang="en-US" sz="1400">
                <a:solidFill>
                  <a:srgbClr val="000000"/>
                </a:solidFill>
                <a:highlight>
                  <a:srgbClr val="FFFF00"/>
                </a:highlight>
                <a:latin typeface="Consolas" panose="020B0609020204030204" pitchFamily="49" charset="0"/>
              </a:rPr>
              <a:t>: </a:t>
            </a:r>
            <a:r>
              <a:rPr lang="en-US" sz="1400" err="1">
                <a:solidFill>
                  <a:srgbClr val="2B91AF"/>
                </a:solidFill>
                <a:highlight>
                  <a:srgbClr val="FFFF00"/>
                </a:highlight>
                <a:latin typeface="Consolas" panose="020B0609020204030204" pitchFamily="49" charset="0"/>
              </a:rPr>
              <a:t>IEquatable</a:t>
            </a:r>
            <a:r>
              <a:rPr lang="en-US" sz="1400">
                <a:solidFill>
                  <a:srgbClr val="000000"/>
                </a:solidFill>
                <a:highlight>
                  <a:srgbClr val="FFFF00"/>
                </a:highlight>
                <a:latin typeface="Consolas" panose="020B0609020204030204" pitchFamily="49" charset="0"/>
              </a:rPr>
              <a:t>&lt;</a:t>
            </a:r>
            <a:r>
              <a:rPr lang="en-US" sz="1400">
                <a:solidFill>
                  <a:srgbClr val="2B91AF"/>
                </a:solidFill>
                <a:highlight>
                  <a:srgbClr val="FFFF00"/>
                </a:highlight>
                <a:latin typeface="Consolas" panose="020B0609020204030204" pitchFamily="49" charset="0"/>
              </a:rPr>
              <a:t>Employee</a:t>
            </a:r>
            <a:r>
              <a:rPr lang="en-US" sz="1400">
                <a:solidFill>
                  <a:srgbClr val="000000"/>
                </a:solidFill>
                <a:highlight>
                  <a:srgbClr val="FFFF00"/>
                </a:highlight>
                <a:latin typeface="Consolas" panose="020B0609020204030204" pitchFamily="49" charset="0"/>
              </a:rPr>
              <a:t>&gt; </a:t>
            </a:r>
            <a:r>
              <a:rPr lang="en-US"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r>
              <a:rPr lang="da-DK" sz="1400">
                <a:solidFill>
                  <a:srgbClr val="0000FF"/>
                </a:solidFill>
                <a:latin typeface="Consolas" panose="020B0609020204030204" pitchFamily="49" charset="0"/>
              </a:rPr>
              <a:t>private</a:t>
            </a:r>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readonly</a:t>
            </a:r>
            <a:r>
              <a:rPr lang="da-DK" sz="1400">
                <a:solidFill>
                  <a:srgbClr val="000000"/>
                </a:solidFill>
                <a:latin typeface="Consolas" panose="020B0609020204030204" pitchFamily="49" charset="0"/>
              </a:rPr>
              <a:t> </a:t>
            </a:r>
            <a:r>
              <a:rPr lang="da-DK" sz="1400" err="1">
                <a:solidFill>
                  <a:srgbClr val="0000FF"/>
                </a:solidFill>
                <a:latin typeface="Consolas" panose="020B0609020204030204" pitchFamily="49" charset="0"/>
              </a:rPr>
              <a:t>string</a:t>
            </a:r>
            <a:r>
              <a:rPr lang="da-DK" sz="1400">
                <a:solidFill>
                  <a:srgbClr val="000000"/>
                </a:solidFill>
                <a:latin typeface="Consolas" panose="020B0609020204030204" pitchFamily="49" charset="0"/>
              </a:rPr>
              <a:t> _</a:t>
            </a:r>
            <a:r>
              <a:rPr lang="da-DK" sz="1400" err="1">
                <a:solidFill>
                  <a:srgbClr val="000000"/>
                </a:solidFill>
                <a:latin typeface="Consolas" panose="020B0609020204030204" pitchFamily="49" charset="0"/>
              </a:rPr>
              <a:t>name</a:t>
            </a:r>
            <a:r>
              <a:rPr lang="da-DK" sz="1400">
                <a:solidFill>
                  <a:srgbClr val="000000"/>
                </a:solidFill>
                <a:latin typeface="Consolas" panose="020B0609020204030204" pitchFamily="49" charset="0"/>
              </a:rPr>
              <a:t>;</a:t>
            </a:r>
          </a:p>
          <a:p>
            <a:pPr algn="ctr"/>
            <a:r>
              <a:rPr lang="da-DK" sz="1400">
                <a:solidFill>
                  <a:srgbClr val="000000"/>
                </a:solidFill>
                <a:latin typeface="Consolas" panose="020B0609020204030204" pitchFamily="49" charset="0"/>
              </a:rPr>
              <a:t>…</a:t>
            </a:r>
            <a:endParaRPr lang="da-DK" sz="1200">
              <a:latin typeface="+mn-lt"/>
            </a:endParaRPr>
          </a:p>
        </p:txBody>
      </p:sp>
      <p:sp>
        <p:nvSpPr>
          <p:cNvPr id="6" name="TextBox 5">
            <a:extLst>
              <a:ext uri="{FF2B5EF4-FFF2-40B4-BE49-F238E27FC236}">
                <a16:creationId xmlns:a16="http://schemas.microsoft.com/office/drawing/2014/main" id="{9E357203-5AB5-43DF-BF59-C5EBB60B1FCC}"/>
              </a:ext>
            </a:extLst>
          </p:cNvPr>
          <p:cNvSpPr txBox="1"/>
          <p:nvPr/>
        </p:nvSpPr>
        <p:spPr>
          <a:xfrm>
            <a:off x="649139" y="1578628"/>
            <a:ext cx="7829547" cy="1860725"/>
          </a:xfrm>
          <a:prstGeom prst="rect">
            <a:avLst/>
          </a:prstGeom>
          <a:noFill/>
        </p:spPr>
        <p:txBody>
          <a:bodyPr wrap="none" lIns="0" tIns="0" rIns="0" bIns="0" rtlCol="0">
            <a:noAutofit/>
          </a:bodyPr>
          <a:lstStyle/>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dictionary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Dictionary</a:t>
            </a:r>
            <a:r>
              <a:rPr lang="en-US" sz="1400">
                <a:solidFill>
                  <a:srgbClr val="000000"/>
                </a:solidFill>
                <a:latin typeface="Consolas" panose="020B0609020204030204" pitchFamily="49" charset="0"/>
              </a:rPr>
              <a:t>&lt;</a:t>
            </a:r>
            <a:r>
              <a:rPr lang="en-US" sz="1400">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&gt;() {</a:t>
            </a:r>
          </a:p>
          <a:p>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"Serhii"</a:t>
            </a:r>
            <a:r>
              <a:rPr lang="en-US" sz="1400">
                <a:solidFill>
                  <a:srgbClr val="000000"/>
                </a:solidFill>
                <a:latin typeface="Consolas" panose="020B0609020204030204" pitchFamily="49" charset="0"/>
              </a:rPr>
              <a:t>), 1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"Serhii"</a:t>
            </a:r>
            <a:r>
              <a:rPr lang="en-US" sz="1400">
                <a:solidFill>
                  <a:srgbClr val="000000"/>
                </a:solidFill>
                <a:latin typeface="Consolas" panose="020B0609020204030204" pitchFamily="49" charset="0"/>
              </a:rPr>
              <a:t>),2 }</a:t>
            </a:r>
          </a:p>
          <a:p>
            <a:r>
              <a:rPr lang="da-DK" sz="1400">
                <a:solidFill>
                  <a:srgbClr val="000000"/>
                </a:solidFill>
                <a:latin typeface="Consolas" panose="020B0609020204030204" pitchFamily="49" charset="0"/>
              </a:rPr>
              <a:t>            };</a:t>
            </a:r>
          </a:p>
          <a:p>
            <a:endParaRPr lang="da-DK"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foreach</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KeyValuePair</a:t>
            </a:r>
            <a:r>
              <a:rPr lang="en-US" sz="1400">
                <a:solidFill>
                  <a:srgbClr val="000000"/>
                </a:solidFill>
                <a:latin typeface="Consolas" panose="020B0609020204030204" pitchFamily="49" charset="0"/>
              </a:rPr>
              <a:t>&lt;</a:t>
            </a:r>
            <a:r>
              <a:rPr lang="en-US" sz="1400">
                <a:solidFill>
                  <a:srgbClr val="2B91AF"/>
                </a:solidFill>
                <a:latin typeface="Consolas" panose="020B0609020204030204" pitchFamily="49" charset="0"/>
              </a:rPr>
              <a:t>Employee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&gt; </a:t>
            </a:r>
            <a:r>
              <a:rPr lang="en-US" sz="1400" err="1">
                <a:solidFill>
                  <a:srgbClr val="000000"/>
                </a:solidFill>
                <a:latin typeface="Consolas" panose="020B0609020204030204" pitchFamily="49" charset="0"/>
              </a:rPr>
              <a:t>keyValuePair</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a:t>
            </a:r>
            <a:r>
              <a:rPr lang="en-US" sz="1400">
                <a:solidFill>
                  <a:srgbClr val="000000"/>
                </a:solidFill>
                <a:latin typeface="Consolas" panose="020B0609020204030204" pitchFamily="49" charset="0"/>
              </a:rPr>
              <a:t> dictionary) {</a:t>
            </a:r>
          </a:p>
          <a:p>
            <a:r>
              <a:rPr lang="da-DK" sz="1400">
                <a:solidFill>
                  <a:srgbClr val="000000"/>
                </a:solidFill>
                <a:latin typeface="Consolas" panose="020B0609020204030204" pitchFamily="49" charset="0"/>
              </a:rPr>
              <a:t>                </a:t>
            </a:r>
            <a:r>
              <a:rPr lang="da-DK" sz="1400" err="1">
                <a:solidFill>
                  <a:srgbClr val="2B91AF"/>
                </a:solidFill>
                <a:latin typeface="Consolas" panose="020B0609020204030204" pitchFamily="49" charset="0"/>
              </a:rPr>
              <a:t>Console</a:t>
            </a:r>
            <a:r>
              <a:rPr lang="da-DK" sz="1400" err="1">
                <a:solidFill>
                  <a:srgbClr val="000000"/>
                </a:solidFill>
                <a:latin typeface="Consolas" panose="020B0609020204030204" pitchFamily="49" charset="0"/>
              </a:rPr>
              <a:t>.WriteLine</a:t>
            </a:r>
            <a:r>
              <a:rPr lang="da-DK" sz="1400">
                <a:solidFill>
                  <a:srgbClr val="000000"/>
                </a:solidFill>
                <a:latin typeface="Consolas" panose="020B0609020204030204" pitchFamily="49" charset="0"/>
              </a:rPr>
              <a:t>(</a:t>
            </a:r>
            <a:r>
              <a:rPr lang="da-DK" sz="1400" err="1">
                <a:solidFill>
                  <a:srgbClr val="000000"/>
                </a:solidFill>
                <a:latin typeface="Consolas" panose="020B0609020204030204" pitchFamily="49" charset="0"/>
              </a:rPr>
              <a:t>keyValuePair</a:t>
            </a:r>
            <a:r>
              <a:rPr lang="da-DK" sz="1400">
                <a:solidFill>
                  <a:srgbClr val="000000"/>
                </a:solidFill>
                <a:latin typeface="Consolas" panose="020B0609020204030204" pitchFamily="49" charset="0"/>
              </a:rPr>
              <a:t>);</a:t>
            </a:r>
          </a:p>
          <a:p>
            <a:r>
              <a:rPr lang="da-DK" sz="1400">
                <a:solidFill>
                  <a:srgbClr val="000000"/>
                </a:solidFill>
                <a:latin typeface="Consolas" panose="020B0609020204030204" pitchFamily="49" charset="0"/>
              </a:rPr>
              <a:t>            }</a:t>
            </a:r>
            <a:endParaRPr lang="da-DK" sz="1200">
              <a:latin typeface="+mn-lt"/>
            </a:endParaRPr>
          </a:p>
        </p:txBody>
      </p:sp>
    </p:spTree>
    <p:extLst>
      <p:ext uri="{BB962C8B-B14F-4D97-AF65-F5344CB8AC3E}">
        <p14:creationId xmlns:p14="http://schemas.microsoft.com/office/powerpoint/2010/main" val="2667277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LUNCH</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29</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1026" name="Picture 2">
            <a:extLst>
              <a:ext uri="{FF2B5EF4-FFF2-40B4-BE49-F238E27FC236}">
                <a16:creationId xmlns:a16="http://schemas.microsoft.com/office/drawing/2014/main" id="{4E389023-4C34-4BB4-B396-7AB7CF69C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4671" y="1146203"/>
            <a:ext cx="4427842"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263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92A44-A0FF-410B-A973-893887718F26}"/>
              </a:ext>
            </a:extLst>
          </p:cNvPr>
          <p:cNvSpPr>
            <a:spLocks noGrp="1"/>
          </p:cNvSpPr>
          <p:nvPr>
            <p:ph type="title"/>
          </p:nvPr>
        </p:nvSpPr>
        <p:spPr/>
        <p:txBody>
          <a:bodyPr/>
          <a:lstStyle/>
          <a:p>
            <a:r>
              <a:rPr lang="en-GB"/>
              <a:t>dictionaries</a:t>
            </a:r>
            <a:endParaRPr lang="da-DK"/>
          </a:p>
        </p:txBody>
      </p:sp>
      <p:sp>
        <p:nvSpPr>
          <p:cNvPr id="3" name="Slide Number Placeholder 2">
            <a:extLst>
              <a:ext uri="{FF2B5EF4-FFF2-40B4-BE49-F238E27FC236}">
                <a16:creationId xmlns:a16="http://schemas.microsoft.com/office/drawing/2014/main" id="{1312A6B8-3CEF-4293-A205-1DD8C86957A2}"/>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4" name="Text Placeholder 3">
            <a:extLst>
              <a:ext uri="{FF2B5EF4-FFF2-40B4-BE49-F238E27FC236}">
                <a16:creationId xmlns:a16="http://schemas.microsoft.com/office/drawing/2014/main" id="{03E4B3EA-F58D-4653-882D-60FB5532E291}"/>
              </a:ext>
            </a:extLst>
          </p:cNvPr>
          <p:cNvSpPr>
            <a:spLocks noGrp="1"/>
          </p:cNvSpPr>
          <p:nvPr>
            <p:ph type="body" sz="quarter" idx="17"/>
          </p:nvPr>
        </p:nvSpPr>
        <p:spPr/>
        <p:txBody>
          <a:bodyPr/>
          <a:lstStyle/>
          <a:p>
            <a:r>
              <a:rPr lang="en-GB"/>
              <a:t>Practice 4</a:t>
            </a:r>
            <a:endParaRPr lang="da-DK"/>
          </a:p>
        </p:txBody>
      </p:sp>
      <p:sp>
        <p:nvSpPr>
          <p:cNvPr id="7" name="TextBox 6">
            <a:extLst>
              <a:ext uri="{FF2B5EF4-FFF2-40B4-BE49-F238E27FC236}">
                <a16:creationId xmlns:a16="http://schemas.microsoft.com/office/drawing/2014/main" id="{0C5AFF7F-2528-4011-8134-8EE72054583B}"/>
              </a:ext>
            </a:extLst>
          </p:cNvPr>
          <p:cNvSpPr txBox="1"/>
          <p:nvPr/>
        </p:nvSpPr>
        <p:spPr>
          <a:xfrm>
            <a:off x="649139" y="1663866"/>
            <a:ext cx="10850032" cy="4803269"/>
          </a:xfrm>
          <a:prstGeom prst="rect">
            <a:avLst/>
          </a:prstGeom>
          <a:noFill/>
        </p:spPr>
        <p:txBody>
          <a:bodyPr wrap="none" lIns="0" tIns="0" rIns="0" bIns="0" rtlCol="0">
            <a:noAutofit/>
          </a:bodyPr>
          <a:lstStyle/>
          <a:p>
            <a:pPr marL="342900" indent="-342900" defTabSz="179388">
              <a:spcAft>
                <a:spcPts val="1200"/>
              </a:spcAft>
              <a:buClr>
                <a:srgbClr val="00DEE6"/>
              </a:buClr>
              <a:buFont typeface="+mj-lt"/>
              <a:buAutoNum type="arabicPeriod"/>
            </a:pPr>
            <a:r>
              <a:rPr lang="en-GB" sz="2000">
                <a:latin typeface="+mn-lt"/>
              </a:rPr>
              <a:t>Provide implementations for methods in </a:t>
            </a:r>
            <a:r>
              <a:rPr lang="da-DK" sz="1800" err="1">
                <a:solidFill>
                  <a:srgbClr val="2B91AF"/>
                </a:solidFill>
                <a:latin typeface="Consolas" panose="020B0609020204030204" pitchFamily="49" charset="0"/>
              </a:rPr>
              <a:t>DictionaryPractice</a:t>
            </a:r>
            <a:endParaRPr lang="da-DK" sz="2000">
              <a:solidFill>
                <a:srgbClr val="2B91AF"/>
              </a:solidFill>
              <a:latin typeface="Consolas" panose="020B0609020204030204" pitchFamily="49" charset="0"/>
            </a:endParaRPr>
          </a:p>
          <a:p>
            <a:pPr marL="342900" indent="-342900" defTabSz="179388">
              <a:spcAft>
                <a:spcPts val="1200"/>
              </a:spcAft>
              <a:buClr>
                <a:srgbClr val="00DEE6"/>
              </a:buClr>
              <a:buFont typeface="+mj-lt"/>
              <a:buAutoNum type="arabicPeriod"/>
            </a:pPr>
            <a:r>
              <a:rPr lang="en-US" sz="2000">
                <a:latin typeface="+mn-lt"/>
              </a:rPr>
              <a:t>	</a:t>
            </a:r>
            <a:r>
              <a:rPr lang="en-GB" sz="2000">
                <a:latin typeface="+mn-lt"/>
              </a:rPr>
              <a:t>After methods have been filled in with implementation unit tests from </a:t>
            </a:r>
            <a:r>
              <a:rPr lang="da-DK" sz="1800" err="1">
                <a:solidFill>
                  <a:srgbClr val="2B91AF"/>
                </a:solidFill>
                <a:latin typeface="Consolas" panose="020B0609020204030204" pitchFamily="49" charset="0"/>
              </a:rPr>
              <a:t>DictionaryPracticeTests</a:t>
            </a:r>
            <a:r>
              <a:rPr lang="da-DK" sz="1800">
                <a:solidFill>
                  <a:srgbClr val="2B91AF"/>
                </a:solidFill>
                <a:latin typeface="Consolas" panose="020B0609020204030204" pitchFamily="49" charset="0"/>
              </a:rPr>
              <a:t> </a:t>
            </a:r>
            <a:br>
              <a:rPr lang="da-DK" sz="1800">
                <a:solidFill>
                  <a:srgbClr val="2B91AF"/>
                </a:solidFill>
                <a:latin typeface="Consolas" panose="020B0609020204030204" pitchFamily="49" charset="0"/>
              </a:rPr>
            </a:br>
            <a:r>
              <a:rPr lang="en-GB" sz="2000">
                <a:latin typeface="+mn-lt"/>
              </a:rPr>
              <a:t>should no longer fail</a:t>
            </a:r>
          </a:p>
          <a:p>
            <a:pPr marL="342900" indent="-342900" defTabSz="179388">
              <a:spcAft>
                <a:spcPts val="1200"/>
              </a:spcAft>
              <a:buClr>
                <a:srgbClr val="00DEE6"/>
              </a:buClr>
              <a:buFont typeface="+mj-lt"/>
              <a:buAutoNum type="arabicPeriod"/>
            </a:pPr>
            <a:endParaRPr lang="en-GB" sz="2000">
              <a:latin typeface="+mn-lt"/>
            </a:endParaRPr>
          </a:p>
          <a:p>
            <a:pPr defTabSz="179388">
              <a:spcAft>
                <a:spcPts val="1200"/>
              </a:spcAft>
              <a:buClr>
                <a:srgbClr val="00DEE6"/>
              </a:buClr>
            </a:pPr>
            <a:endParaRPr lang="en-GB" sz="2000">
              <a:latin typeface="+mn-lt"/>
            </a:endParaRPr>
          </a:p>
        </p:txBody>
      </p:sp>
      <p:pic>
        <p:nvPicPr>
          <p:cNvPr id="6" name="Graphic 5" descr="Flask">
            <a:extLst>
              <a:ext uri="{FF2B5EF4-FFF2-40B4-BE49-F238E27FC236}">
                <a16:creationId xmlns:a16="http://schemas.microsoft.com/office/drawing/2014/main" id="{590B0709-8924-4C90-BA4D-5C80960191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157FF029-CA22-41FF-9654-8F5BAD5F8833}"/>
              </a:ext>
            </a:extLst>
          </p:cNvPr>
          <p:cNvPicPr>
            <a:picLocks noChangeAspect="1"/>
          </p:cNvPicPr>
          <p:nvPr/>
        </p:nvPicPr>
        <p:blipFill>
          <a:blip r:embed="rId4"/>
          <a:stretch>
            <a:fillRect/>
          </a:stretch>
        </p:blipFill>
        <p:spPr>
          <a:xfrm>
            <a:off x="4562128" y="2636936"/>
            <a:ext cx="3067744" cy="3719442"/>
          </a:xfrm>
          <a:prstGeom prst="rect">
            <a:avLst/>
          </a:prstGeom>
        </p:spPr>
      </p:pic>
    </p:spTree>
    <p:extLst>
      <p:ext uri="{BB962C8B-B14F-4D97-AF65-F5344CB8AC3E}">
        <p14:creationId xmlns:p14="http://schemas.microsoft.com/office/powerpoint/2010/main" val="3184684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92A44-A0FF-410B-A973-893887718F26}"/>
              </a:ext>
            </a:extLst>
          </p:cNvPr>
          <p:cNvSpPr>
            <a:spLocks noGrp="1"/>
          </p:cNvSpPr>
          <p:nvPr>
            <p:ph type="title"/>
          </p:nvPr>
        </p:nvSpPr>
        <p:spPr/>
        <p:txBody>
          <a:bodyPr/>
          <a:lstStyle/>
          <a:p>
            <a:r>
              <a:rPr lang="en-GB"/>
              <a:t>dictionaries</a:t>
            </a:r>
            <a:endParaRPr lang="da-DK"/>
          </a:p>
        </p:txBody>
      </p:sp>
      <p:sp>
        <p:nvSpPr>
          <p:cNvPr id="3" name="Slide Number Placeholder 2">
            <a:extLst>
              <a:ext uri="{FF2B5EF4-FFF2-40B4-BE49-F238E27FC236}">
                <a16:creationId xmlns:a16="http://schemas.microsoft.com/office/drawing/2014/main" id="{1312A6B8-3CEF-4293-A205-1DD8C86957A2}"/>
              </a:ext>
            </a:extLst>
          </p:cNvPr>
          <p:cNvSpPr>
            <a:spLocks noGrp="1"/>
          </p:cNvSpPr>
          <p:nvPr>
            <p:ph type="sldNum" sz="quarter" idx="11"/>
          </p:nvPr>
        </p:nvSpPr>
        <p:spPr/>
        <p:txBody>
          <a:bodyPr/>
          <a:lstStyle/>
          <a:p>
            <a:fld id="{E16BA917-7F09-4B8D-AF07-F52890C14046}" type="slidenum">
              <a:rPr lang="da-DK" smtClean="0"/>
              <a:pPr/>
              <a:t>31</a:t>
            </a:fld>
            <a:endParaRPr lang="da-DK"/>
          </a:p>
        </p:txBody>
      </p:sp>
      <p:sp>
        <p:nvSpPr>
          <p:cNvPr id="4" name="Text Placeholder 3">
            <a:extLst>
              <a:ext uri="{FF2B5EF4-FFF2-40B4-BE49-F238E27FC236}">
                <a16:creationId xmlns:a16="http://schemas.microsoft.com/office/drawing/2014/main" id="{03E4B3EA-F58D-4653-882D-60FB5532E291}"/>
              </a:ext>
            </a:extLst>
          </p:cNvPr>
          <p:cNvSpPr>
            <a:spLocks noGrp="1"/>
          </p:cNvSpPr>
          <p:nvPr>
            <p:ph type="body" sz="quarter" idx="17"/>
          </p:nvPr>
        </p:nvSpPr>
        <p:spPr/>
        <p:txBody>
          <a:bodyPr/>
          <a:lstStyle/>
          <a:p>
            <a:r>
              <a:rPr lang="en-GB"/>
              <a:t>Practice 4 - solution</a:t>
            </a:r>
            <a:endParaRPr lang="da-DK"/>
          </a:p>
        </p:txBody>
      </p:sp>
      <p:sp>
        <p:nvSpPr>
          <p:cNvPr id="7" name="TextBox 6">
            <a:extLst>
              <a:ext uri="{FF2B5EF4-FFF2-40B4-BE49-F238E27FC236}">
                <a16:creationId xmlns:a16="http://schemas.microsoft.com/office/drawing/2014/main" id="{0C5AFF7F-2528-4011-8134-8EE72054583B}"/>
              </a:ext>
            </a:extLst>
          </p:cNvPr>
          <p:cNvSpPr txBox="1"/>
          <p:nvPr/>
        </p:nvSpPr>
        <p:spPr>
          <a:xfrm>
            <a:off x="649139" y="1663866"/>
            <a:ext cx="10850032" cy="4803269"/>
          </a:xfrm>
          <a:prstGeom prst="rect">
            <a:avLst/>
          </a:prstGeom>
          <a:noFill/>
        </p:spPr>
        <p:txBody>
          <a:bodyPr wrap="none" lIns="0" tIns="0" rIns="0" bIns="0" numCol="2" rtlCol="0">
            <a:noAutofit/>
          </a:bodyPr>
          <a:lstStyle/>
          <a:p>
            <a:r>
              <a:rPr lang="da-DK" sz="1050">
                <a:solidFill>
                  <a:srgbClr val="0000FF"/>
                </a:solidFill>
                <a:latin typeface="Consolas" panose="020B0609020204030204" pitchFamily="49" charset="0"/>
              </a:rPr>
              <a:t>public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static</a:t>
            </a:r>
            <a:r>
              <a:rPr lang="da-DK" sz="1050">
                <a:solidFill>
                  <a:srgbClr val="000000"/>
                </a:solidFill>
                <a:latin typeface="Consolas" panose="020B0609020204030204" pitchFamily="49" charset="0"/>
              </a:rPr>
              <a:t> </a:t>
            </a:r>
            <a:r>
              <a:rPr lang="da-DK" sz="1050" err="1">
                <a:solidFill>
                  <a:srgbClr val="0000FF"/>
                </a:solidFill>
                <a:latin typeface="Consolas" panose="020B0609020204030204" pitchFamily="49" charset="0"/>
              </a:rPr>
              <a:t>class</a:t>
            </a:r>
            <a:r>
              <a:rPr lang="da-DK" sz="1050">
                <a:solidFill>
                  <a:srgbClr val="000000"/>
                </a:solidFill>
                <a:latin typeface="Consolas" panose="020B0609020204030204" pitchFamily="49" charset="0"/>
              </a:rPr>
              <a:t> </a:t>
            </a:r>
            <a:r>
              <a:rPr lang="da-DK" sz="1050" err="1">
                <a:solidFill>
                  <a:srgbClr val="2B91AF"/>
                </a:solidFill>
                <a:latin typeface="Consolas" panose="020B0609020204030204" pitchFamily="49" charset="0"/>
              </a:rPr>
              <a:t>DictionaryPractice</a:t>
            </a:r>
            <a:r>
              <a:rPr lang="da-DK"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CreateEmptyDictionaryInt</a:t>
            </a:r>
            <a:r>
              <a:rPr lang="en-US"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return</a:t>
            </a:r>
            <a:r>
              <a:rPr lang="en-US" sz="1050">
                <a:solidFill>
                  <a:srgbClr val="000000"/>
                </a:solidFill>
                <a:latin typeface="Consolas" panose="020B0609020204030204" pitchFamily="49" charset="0"/>
              </a:rPr>
              <a:t> </a:t>
            </a:r>
            <a:r>
              <a:rPr lang="en-US" sz="1050">
                <a:solidFill>
                  <a:srgbClr val="0000FF"/>
                </a:solidFill>
                <a:highlight>
                  <a:srgbClr val="FFFF00"/>
                </a:highlight>
                <a:latin typeface="Consolas" panose="020B0609020204030204" pitchFamily="49" charset="0"/>
              </a:rPr>
              <a:t>new</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Dictionary</a:t>
            </a:r>
            <a:r>
              <a:rPr lang="en-US" sz="1050">
                <a:solidFill>
                  <a:srgbClr val="000000"/>
                </a:solidFill>
                <a:highlight>
                  <a:srgbClr val="FFFF00"/>
                </a:highlight>
                <a:latin typeface="Consolas" panose="020B0609020204030204" pitchFamily="49" charset="0"/>
              </a:rPr>
              <a:t>&lt;</a:t>
            </a:r>
            <a:r>
              <a:rPr lang="en-US" sz="1050">
                <a:solidFill>
                  <a:srgbClr val="0000FF"/>
                </a:solidFill>
                <a:highlight>
                  <a:srgbClr val="FFFF00"/>
                </a:highlight>
                <a:latin typeface="Consolas" panose="020B0609020204030204" pitchFamily="49" charset="0"/>
              </a:rPr>
              <a:t>int</a:t>
            </a:r>
            <a:r>
              <a:rPr lang="en-US" sz="1050">
                <a:solidFill>
                  <a:srgbClr val="000000"/>
                </a:solidFill>
                <a:highlight>
                  <a:srgbClr val="FFFF00"/>
                </a:highlight>
                <a:latin typeface="Consolas" panose="020B0609020204030204" pitchFamily="49" charset="0"/>
              </a:rPr>
              <a:t>, </a:t>
            </a:r>
            <a:r>
              <a:rPr lang="en-US" sz="1050">
                <a:solidFill>
                  <a:srgbClr val="0000FF"/>
                </a:solidFill>
                <a:highlight>
                  <a:srgbClr val="FFFF00"/>
                </a:highlight>
                <a:latin typeface="Consolas" panose="020B0609020204030204" pitchFamily="49" charset="0"/>
              </a:rPr>
              <a:t>int</a:t>
            </a:r>
            <a:r>
              <a:rPr lang="en-US" sz="1050">
                <a:solidFill>
                  <a:srgbClr val="000000"/>
                </a:solidFill>
                <a:highlight>
                  <a:srgbClr val="FFFF00"/>
                </a:highlight>
                <a:latin typeface="Consolas" panose="020B0609020204030204" pitchFamily="49" charset="0"/>
              </a:rPr>
              <a:t>&gt;();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string</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CreateEmptyDictionaryIntString</a:t>
            </a:r>
            <a:r>
              <a:rPr lang="en-US"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return</a:t>
            </a:r>
            <a:r>
              <a:rPr lang="en-US" sz="1050">
                <a:solidFill>
                  <a:srgbClr val="000000"/>
                </a:solidFill>
                <a:latin typeface="Consolas" panose="020B0609020204030204" pitchFamily="49" charset="0"/>
              </a:rPr>
              <a:t> </a:t>
            </a:r>
            <a:r>
              <a:rPr lang="en-US" sz="1050">
                <a:solidFill>
                  <a:srgbClr val="0000FF"/>
                </a:solidFill>
                <a:highlight>
                  <a:srgbClr val="FFFF00"/>
                </a:highlight>
                <a:latin typeface="Consolas" panose="020B0609020204030204" pitchFamily="49" charset="0"/>
              </a:rPr>
              <a:t>new</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Dictionary</a:t>
            </a:r>
            <a:r>
              <a:rPr lang="en-US" sz="1050">
                <a:solidFill>
                  <a:srgbClr val="000000"/>
                </a:solidFill>
                <a:highlight>
                  <a:srgbClr val="FFFF00"/>
                </a:highlight>
                <a:latin typeface="Consolas" panose="020B0609020204030204" pitchFamily="49" charset="0"/>
              </a:rPr>
              <a:t>&lt;</a:t>
            </a:r>
            <a:r>
              <a:rPr lang="en-US" sz="1050">
                <a:solidFill>
                  <a:srgbClr val="0000FF"/>
                </a:solidFill>
                <a:highlight>
                  <a:srgbClr val="FFFF00"/>
                </a:highlight>
                <a:latin typeface="Consolas" panose="020B0609020204030204" pitchFamily="49" charset="0"/>
              </a:rPr>
              <a:t>int</a:t>
            </a:r>
            <a:r>
              <a:rPr lang="en-US" sz="1050">
                <a:solidFill>
                  <a:srgbClr val="000000"/>
                </a:solidFill>
                <a:highlight>
                  <a:srgbClr val="FFFF00"/>
                </a:highlight>
                <a:latin typeface="Consolas" panose="020B0609020204030204" pitchFamily="49" charset="0"/>
              </a:rPr>
              <a:t>, </a:t>
            </a:r>
            <a:r>
              <a:rPr lang="en-US" sz="1050">
                <a:solidFill>
                  <a:srgbClr val="0000FF"/>
                </a:solidFill>
                <a:highlight>
                  <a:srgbClr val="FFFF00"/>
                </a:highlight>
                <a:latin typeface="Consolas" panose="020B0609020204030204" pitchFamily="49" charset="0"/>
              </a:rPr>
              <a:t>string</a:t>
            </a:r>
            <a:r>
              <a:rPr lang="en-US" sz="1050">
                <a:solidFill>
                  <a:srgbClr val="000000"/>
                </a:solidFill>
                <a:highlight>
                  <a:srgbClr val="FFFF00"/>
                </a:highlight>
                <a:latin typeface="Consolas" panose="020B0609020204030204" pitchFamily="49" charset="0"/>
              </a:rPr>
              <a:t>&gt;();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CreateEmptyDictionary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return</a:t>
            </a:r>
            <a:r>
              <a:rPr lang="en-US" sz="1050">
                <a:solidFill>
                  <a:srgbClr val="000000"/>
                </a:solidFill>
                <a:latin typeface="Consolas" panose="020B0609020204030204" pitchFamily="49" charset="0"/>
              </a:rPr>
              <a:t> </a:t>
            </a:r>
            <a:r>
              <a:rPr lang="en-US" sz="1050">
                <a:solidFill>
                  <a:srgbClr val="0000FF"/>
                </a:solidFill>
                <a:highlight>
                  <a:srgbClr val="FFFF00"/>
                </a:highlight>
                <a:latin typeface="Consolas" panose="020B0609020204030204" pitchFamily="49" charset="0"/>
              </a:rPr>
              <a:t>new</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Dictionary</a:t>
            </a:r>
            <a:r>
              <a:rPr lang="en-US" sz="1050">
                <a:solidFill>
                  <a:srgbClr val="000000"/>
                </a:solidFill>
                <a:highlight>
                  <a:srgbClr val="FFFF00"/>
                </a:highlight>
                <a:latin typeface="Consolas" panose="020B0609020204030204" pitchFamily="49" charset="0"/>
              </a:rPr>
              <a:t>&lt;</a:t>
            </a:r>
            <a:r>
              <a:rPr lang="en-US" sz="1050" err="1">
                <a:solidFill>
                  <a:srgbClr val="2B91AF"/>
                </a:solidFill>
                <a:highlight>
                  <a:srgbClr val="FFFF00"/>
                </a:highlight>
                <a:latin typeface="Consolas" panose="020B0609020204030204" pitchFamily="49" charset="0"/>
              </a:rPr>
              <a:t>TKey</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TValue</a:t>
            </a:r>
            <a:r>
              <a:rPr lang="en-US" sz="1050">
                <a:solidFill>
                  <a:srgbClr val="000000"/>
                </a:solidFill>
                <a:highlight>
                  <a:srgbClr val="FFFF00"/>
                </a:highlight>
                <a:latin typeface="Consolas" panose="020B0609020204030204" pitchFamily="49" charset="0"/>
              </a:rPr>
              <a:t>&gt;();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string</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CreateNumericDictionary</a:t>
            </a:r>
            <a:r>
              <a:rPr lang="en-US"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return</a:t>
            </a:r>
            <a:r>
              <a:rPr lang="en-US" sz="1050">
                <a:solidFill>
                  <a:srgbClr val="000000"/>
                </a:solidFill>
                <a:latin typeface="Consolas" panose="020B0609020204030204" pitchFamily="49" charset="0"/>
              </a:rPr>
              <a:t> </a:t>
            </a:r>
            <a:r>
              <a:rPr lang="en-US" sz="1050">
                <a:solidFill>
                  <a:srgbClr val="0000FF"/>
                </a:solidFill>
                <a:highlight>
                  <a:srgbClr val="FFFF00"/>
                </a:highlight>
                <a:latin typeface="Consolas" panose="020B0609020204030204" pitchFamily="49" charset="0"/>
              </a:rPr>
              <a:t>new</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Dictionary</a:t>
            </a:r>
            <a:r>
              <a:rPr lang="en-US" sz="1050">
                <a:solidFill>
                  <a:srgbClr val="000000"/>
                </a:solidFill>
                <a:highlight>
                  <a:srgbClr val="FFFF00"/>
                </a:highlight>
                <a:latin typeface="Consolas" panose="020B0609020204030204" pitchFamily="49" charset="0"/>
              </a:rPr>
              <a:t>&lt;</a:t>
            </a:r>
            <a:r>
              <a:rPr lang="en-US" sz="1050">
                <a:solidFill>
                  <a:srgbClr val="0000FF"/>
                </a:solidFill>
                <a:highlight>
                  <a:srgbClr val="FFFF00"/>
                </a:highlight>
                <a:latin typeface="Consolas" panose="020B0609020204030204" pitchFamily="49" charset="0"/>
              </a:rPr>
              <a:t>int</a:t>
            </a:r>
            <a:r>
              <a:rPr lang="en-US" sz="1050">
                <a:solidFill>
                  <a:srgbClr val="000000"/>
                </a:solidFill>
                <a:highlight>
                  <a:srgbClr val="FFFF00"/>
                </a:highlight>
                <a:latin typeface="Consolas" panose="020B0609020204030204" pitchFamily="49" charset="0"/>
              </a:rPr>
              <a:t>, </a:t>
            </a:r>
            <a:r>
              <a:rPr lang="en-US" sz="1050">
                <a:solidFill>
                  <a:srgbClr val="0000FF"/>
                </a:solidFill>
                <a:highlight>
                  <a:srgbClr val="FFFF00"/>
                </a:highlight>
                <a:latin typeface="Consolas" panose="020B0609020204030204" pitchFamily="49" charset="0"/>
              </a:rPr>
              <a:t>string</a:t>
            </a:r>
            <a:r>
              <a:rPr lang="en-US" sz="1050">
                <a:solidFill>
                  <a:srgbClr val="000000"/>
                </a:solidFill>
                <a:highlight>
                  <a:srgbClr val="FFFF00"/>
                </a:highlight>
                <a:latin typeface="Consolas" panose="020B0609020204030204" pitchFamily="49" charset="0"/>
              </a:rPr>
              <a:t>&gt; { { 1, </a:t>
            </a:r>
            <a:r>
              <a:rPr lang="en-US" sz="1050">
                <a:solidFill>
                  <a:srgbClr val="A31515"/>
                </a:solidFill>
                <a:highlight>
                  <a:srgbClr val="FFFF00"/>
                </a:highlight>
                <a:latin typeface="Consolas" panose="020B0609020204030204" pitchFamily="49" charset="0"/>
              </a:rPr>
              <a:t>"One"</a:t>
            </a:r>
            <a:r>
              <a:rPr lang="en-US" sz="1050">
                <a:solidFill>
                  <a:srgbClr val="000000"/>
                </a:solidFill>
                <a:highlight>
                  <a:srgbClr val="FFFF00"/>
                </a:highlight>
                <a:latin typeface="Consolas" panose="020B0609020204030204" pitchFamily="49" charset="0"/>
              </a:rPr>
              <a:t> }, { 2, </a:t>
            </a:r>
            <a:r>
              <a:rPr lang="en-US" sz="1050">
                <a:solidFill>
                  <a:srgbClr val="A31515"/>
                </a:solidFill>
                <a:highlight>
                  <a:srgbClr val="FFFF00"/>
                </a:highlight>
                <a:latin typeface="Consolas" panose="020B0609020204030204" pitchFamily="49" charset="0"/>
              </a:rPr>
              <a:t>"Two"</a:t>
            </a:r>
            <a:r>
              <a:rPr lang="en-US" sz="1050">
                <a:solidFill>
                  <a:srgbClr val="000000"/>
                </a:solidFill>
                <a:highlight>
                  <a:srgbClr val="FFFF00"/>
                </a:highlight>
                <a:latin typeface="Consolas" panose="020B0609020204030204" pitchFamily="49" charset="0"/>
              </a:rPr>
              <a:t> } , {3,</a:t>
            </a:r>
            <a:r>
              <a:rPr lang="en-US" sz="1050">
                <a:solidFill>
                  <a:srgbClr val="A31515"/>
                </a:solidFill>
                <a:highlight>
                  <a:srgbClr val="FFFF00"/>
                </a:highlight>
                <a:latin typeface="Consolas" panose="020B0609020204030204" pitchFamily="49" charset="0"/>
              </a:rPr>
              <a:t>"Three"</a:t>
            </a:r>
            <a:r>
              <a:rPr lang="en-US" sz="1050">
                <a:solidFill>
                  <a:srgbClr val="000000"/>
                </a:solidFill>
                <a:highlight>
                  <a:srgbClr val="FFFF00"/>
                </a:highlight>
                <a:latin typeface="Consolas" panose="020B0609020204030204" pitchFamily="49" charset="0"/>
              </a:rPr>
              <a:t>} };</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a:solidFill>
                  <a:srgbClr val="0000FF"/>
                </a:solidFill>
                <a:latin typeface="Consolas" panose="020B0609020204030204" pitchFamily="49" charset="0"/>
              </a:rPr>
              <a:t>int</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string</a:t>
            </a:r>
            <a:r>
              <a:rPr lang="en-US" sz="1050">
                <a:solidFill>
                  <a:srgbClr val="000000"/>
                </a:solidFill>
                <a:latin typeface="Consolas" panose="020B0609020204030204" pitchFamily="49" charset="0"/>
              </a:rPr>
              <a:t>&gt; </a:t>
            </a:r>
            <a:r>
              <a:rPr lang="en-US" sz="1050" err="1">
                <a:solidFill>
                  <a:srgbClr val="000000"/>
                </a:solidFill>
                <a:latin typeface="Consolas" panose="020B0609020204030204" pitchFamily="49" charset="0"/>
              </a:rPr>
              <a:t>CreateDictionaryWithDuplicatedKeys</a:t>
            </a:r>
            <a:r>
              <a:rPr lang="en-US" sz="1050">
                <a:solidFill>
                  <a:srgbClr val="000000"/>
                </a:solidFill>
                <a:latin typeface="Consolas" panose="020B0609020204030204" pitchFamily="49" charset="0"/>
              </a:rPr>
              <a:t>() {</a:t>
            </a: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return</a:t>
            </a:r>
            <a:r>
              <a:rPr lang="en-US" sz="1050">
                <a:solidFill>
                  <a:srgbClr val="000000"/>
                </a:solidFill>
                <a:latin typeface="Consolas" panose="020B0609020204030204" pitchFamily="49" charset="0"/>
              </a:rPr>
              <a:t> </a:t>
            </a:r>
            <a:r>
              <a:rPr lang="en-US" sz="1050">
                <a:solidFill>
                  <a:srgbClr val="0000FF"/>
                </a:solidFill>
                <a:highlight>
                  <a:srgbClr val="FFFF00"/>
                </a:highlight>
                <a:latin typeface="Consolas" panose="020B0609020204030204" pitchFamily="49" charset="0"/>
              </a:rPr>
              <a:t>new</a:t>
            </a:r>
            <a:r>
              <a:rPr lang="en-US" sz="1050">
                <a:solidFill>
                  <a:srgbClr val="000000"/>
                </a:solidFill>
                <a:highlight>
                  <a:srgbClr val="FFFF00"/>
                </a:highlight>
                <a:latin typeface="Consolas" panose="020B0609020204030204" pitchFamily="49" charset="0"/>
              </a:rPr>
              <a:t> </a:t>
            </a:r>
            <a:r>
              <a:rPr lang="en-US" sz="1050">
                <a:solidFill>
                  <a:srgbClr val="2B91AF"/>
                </a:solidFill>
                <a:highlight>
                  <a:srgbClr val="FFFF00"/>
                </a:highlight>
                <a:latin typeface="Consolas" panose="020B0609020204030204" pitchFamily="49" charset="0"/>
              </a:rPr>
              <a:t>Dictionary</a:t>
            </a:r>
            <a:r>
              <a:rPr lang="en-US" sz="1050">
                <a:solidFill>
                  <a:srgbClr val="000000"/>
                </a:solidFill>
                <a:highlight>
                  <a:srgbClr val="FFFF00"/>
                </a:highlight>
                <a:latin typeface="Consolas" panose="020B0609020204030204" pitchFamily="49" charset="0"/>
              </a:rPr>
              <a:t>&lt;</a:t>
            </a:r>
            <a:r>
              <a:rPr lang="en-US" sz="1050">
                <a:solidFill>
                  <a:srgbClr val="0000FF"/>
                </a:solidFill>
                <a:highlight>
                  <a:srgbClr val="FFFF00"/>
                </a:highlight>
                <a:latin typeface="Consolas" panose="020B0609020204030204" pitchFamily="49" charset="0"/>
              </a:rPr>
              <a:t>int</a:t>
            </a:r>
            <a:r>
              <a:rPr lang="en-US" sz="1050">
                <a:solidFill>
                  <a:srgbClr val="000000"/>
                </a:solidFill>
                <a:highlight>
                  <a:srgbClr val="FFFF00"/>
                </a:highlight>
                <a:latin typeface="Consolas" panose="020B0609020204030204" pitchFamily="49" charset="0"/>
              </a:rPr>
              <a:t>, </a:t>
            </a:r>
            <a:r>
              <a:rPr lang="en-US" sz="1050">
                <a:solidFill>
                  <a:srgbClr val="0000FF"/>
                </a:solidFill>
                <a:highlight>
                  <a:srgbClr val="FFFF00"/>
                </a:highlight>
                <a:latin typeface="Consolas" panose="020B0609020204030204" pitchFamily="49" charset="0"/>
              </a:rPr>
              <a:t>string</a:t>
            </a:r>
            <a:r>
              <a:rPr lang="en-US" sz="1050">
                <a:solidFill>
                  <a:srgbClr val="000000"/>
                </a:solidFill>
                <a:highlight>
                  <a:srgbClr val="FFFF00"/>
                </a:highlight>
                <a:latin typeface="Consolas" panose="020B0609020204030204" pitchFamily="49" charset="0"/>
              </a:rPr>
              <a:t>&gt; { {1,</a:t>
            </a:r>
            <a:r>
              <a:rPr lang="en-US" sz="1050">
                <a:solidFill>
                  <a:srgbClr val="A31515"/>
                </a:solidFill>
                <a:highlight>
                  <a:srgbClr val="FFFF00"/>
                </a:highlight>
                <a:latin typeface="Consolas" panose="020B0609020204030204" pitchFamily="49" charset="0"/>
              </a:rPr>
              <a:t>"One"</a:t>
            </a:r>
            <a:r>
              <a:rPr lang="en-US" sz="1050">
                <a:solidFill>
                  <a:srgbClr val="000000"/>
                </a:solidFill>
                <a:highlight>
                  <a:srgbClr val="FFFF00"/>
                </a:highlight>
                <a:latin typeface="Consolas" panose="020B0609020204030204" pitchFamily="49" charset="0"/>
              </a:rPr>
              <a:t> }, {1,</a:t>
            </a:r>
            <a:r>
              <a:rPr lang="en-US" sz="1050">
                <a:solidFill>
                  <a:srgbClr val="A31515"/>
                </a:solidFill>
                <a:highlight>
                  <a:srgbClr val="FFFF00"/>
                </a:highlight>
                <a:latin typeface="Consolas" panose="020B0609020204030204" pitchFamily="49" charset="0"/>
              </a:rPr>
              <a:t>"Two"</a:t>
            </a:r>
            <a:r>
              <a:rPr lang="en-US" sz="1050">
                <a:solidFill>
                  <a:srgbClr val="000000"/>
                </a:solidFill>
                <a:highlight>
                  <a:srgbClr val="FFFF00"/>
                </a:highlight>
                <a:latin typeface="Consolas" panose="020B0609020204030204" pitchFamily="49" charset="0"/>
              </a:rPr>
              <a:t>} };</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 </a:t>
            </a:r>
            <a:r>
              <a:rPr lang="en-US" sz="1050" err="1">
                <a:solidFill>
                  <a:srgbClr val="000000"/>
                </a:solidFill>
                <a:latin typeface="Consolas" panose="020B0609020204030204" pitchFamily="49" charset="0"/>
              </a:rPr>
              <a:t>GetElementByKey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 dictionary, </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key) {</a:t>
            </a:r>
          </a:p>
          <a:p>
            <a:r>
              <a:rPr lang="da-DK" sz="1050">
                <a:solidFill>
                  <a:srgbClr val="000000"/>
                </a:solidFill>
                <a:highlight>
                  <a:srgbClr val="FFFF00"/>
                </a:highlight>
                <a:latin typeface="Consolas" panose="020B0609020204030204" pitchFamily="49" charset="0"/>
              </a:rPr>
              <a:t>            </a:t>
            </a:r>
            <a:r>
              <a:rPr lang="da-DK" sz="1050" err="1">
                <a:solidFill>
                  <a:srgbClr val="2B91AF"/>
                </a:solidFill>
                <a:highlight>
                  <a:srgbClr val="FFFF00"/>
                </a:highlight>
                <a:latin typeface="Consolas" panose="020B0609020204030204" pitchFamily="49" charset="0"/>
              </a:rPr>
              <a:t>TValue</a:t>
            </a:r>
            <a:r>
              <a:rPr lang="da-DK" sz="1050">
                <a:solidFill>
                  <a:srgbClr val="000000"/>
                </a:solidFill>
                <a:highlight>
                  <a:srgbClr val="FFFF00"/>
                </a:highlight>
                <a:latin typeface="Consolas" panose="020B0609020204030204" pitchFamily="49" charset="0"/>
              </a:rPr>
              <a:t> element;</a:t>
            </a:r>
          </a:p>
          <a:p>
            <a:r>
              <a:rPr lang="en-US" sz="1050">
                <a:solidFill>
                  <a:srgbClr val="000000"/>
                </a:solidFill>
                <a:highlight>
                  <a:srgbClr val="FFFF00"/>
                </a:highlight>
                <a:latin typeface="Consolas" panose="020B0609020204030204" pitchFamily="49" charset="0"/>
              </a:rPr>
              <a:t>            </a:t>
            </a:r>
            <a:r>
              <a:rPr lang="en-US" sz="1050" err="1">
                <a:solidFill>
                  <a:srgbClr val="000000"/>
                </a:solidFill>
                <a:highlight>
                  <a:srgbClr val="FFFF00"/>
                </a:highlight>
                <a:latin typeface="Consolas" panose="020B0609020204030204" pitchFamily="49" charset="0"/>
              </a:rPr>
              <a:t>dictionary.TryGetValue</a:t>
            </a:r>
            <a:r>
              <a:rPr lang="en-US" sz="1050">
                <a:solidFill>
                  <a:srgbClr val="000000"/>
                </a:solidFill>
                <a:highlight>
                  <a:srgbClr val="FFFF00"/>
                </a:highlight>
                <a:latin typeface="Consolas" panose="020B0609020204030204" pitchFamily="49" charset="0"/>
              </a:rPr>
              <a:t>(key, </a:t>
            </a:r>
            <a:r>
              <a:rPr lang="en-US" sz="1050">
                <a:solidFill>
                  <a:srgbClr val="0000FF"/>
                </a:solidFill>
                <a:highlight>
                  <a:srgbClr val="FFFF00"/>
                </a:highlight>
                <a:latin typeface="Consolas" panose="020B0609020204030204" pitchFamily="49" charset="0"/>
              </a:rPr>
              <a:t>out</a:t>
            </a:r>
            <a:r>
              <a:rPr lang="en-US" sz="1050">
                <a:solidFill>
                  <a:srgbClr val="000000"/>
                </a:solidFill>
                <a:highlight>
                  <a:srgbClr val="FFFF00"/>
                </a:highlight>
                <a:latin typeface="Consolas" panose="020B0609020204030204" pitchFamily="49" charset="0"/>
              </a:rPr>
              <a:t> element);</a:t>
            </a:r>
          </a:p>
          <a:p>
            <a:r>
              <a:rPr lang="da-DK" sz="1050">
                <a:solidFill>
                  <a:srgbClr val="000000"/>
                </a:solidFill>
                <a:highlight>
                  <a:srgbClr val="FFFF00"/>
                </a:highlight>
                <a:latin typeface="Consolas" panose="020B0609020204030204" pitchFamily="49" charset="0"/>
              </a:rPr>
              <a:t>            </a:t>
            </a:r>
            <a:r>
              <a:rPr lang="da-DK" sz="1050" err="1">
                <a:solidFill>
                  <a:srgbClr val="0000FF"/>
                </a:solidFill>
                <a:highlight>
                  <a:srgbClr val="FFFF00"/>
                </a:highlight>
                <a:latin typeface="Consolas" panose="020B0609020204030204" pitchFamily="49" charset="0"/>
              </a:rPr>
              <a:t>return</a:t>
            </a:r>
            <a:r>
              <a:rPr lang="da-DK" sz="1050">
                <a:solidFill>
                  <a:srgbClr val="000000"/>
                </a:solidFill>
                <a:highlight>
                  <a:srgbClr val="FFFF00"/>
                </a:highlight>
                <a:latin typeface="Consolas" panose="020B0609020204030204" pitchFamily="49" charset="0"/>
              </a:rPr>
              <a:t> element;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void</a:t>
            </a:r>
            <a:r>
              <a:rPr lang="en-US" sz="1050">
                <a:solidFill>
                  <a:srgbClr val="000000"/>
                </a:solidFill>
                <a:latin typeface="Consolas" panose="020B0609020204030204" pitchFamily="49" charset="0"/>
              </a:rPr>
              <a:t> </a:t>
            </a:r>
            <a:r>
              <a:rPr lang="en-US" sz="1050" err="1">
                <a:solidFill>
                  <a:srgbClr val="000000"/>
                </a:solidFill>
                <a:latin typeface="Consolas" panose="020B0609020204030204" pitchFamily="49" charset="0"/>
              </a:rPr>
              <a:t>AddElement</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err="1">
                <a:solidFill>
                  <a:srgbClr val="000000"/>
                </a:solidFill>
                <a:latin typeface="Consolas" panose="020B0609020204030204" pitchFamily="49" charset="0"/>
              </a:rPr>
              <a:t>,</a:t>
            </a:r>
            <a:r>
              <a:rPr lang="en-US" sz="1050" err="1">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 dictionary, </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err="1">
                <a:solidFill>
                  <a:srgbClr val="000000"/>
                </a:solidFill>
                <a:latin typeface="Consolas" panose="020B0609020204030204" pitchFamily="49" charset="0"/>
              </a:rPr>
              <a:t>key,</a:t>
            </a:r>
            <a:r>
              <a:rPr lang="en-US" sz="1050" err="1">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 element) {</a:t>
            </a:r>
          </a:p>
          <a:p>
            <a:r>
              <a:rPr lang="da-DK" sz="1050">
                <a:solidFill>
                  <a:srgbClr val="000000"/>
                </a:solidFill>
                <a:latin typeface="Consolas" panose="020B0609020204030204" pitchFamily="49" charset="0"/>
              </a:rPr>
              <a:t>            </a:t>
            </a:r>
            <a:r>
              <a:rPr lang="da-DK" sz="1050" err="1">
                <a:solidFill>
                  <a:srgbClr val="000000"/>
                </a:solidFill>
                <a:highlight>
                  <a:srgbClr val="FFFF00"/>
                </a:highlight>
                <a:latin typeface="Consolas" panose="020B0609020204030204" pitchFamily="49" charset="0"/>
              </a:rPr>
              <a:t>dictionary.Add</a:t>
            </a:r>
            <a:r>
              <a:rPr lang="da-DK" sz="1050">
                <a:solidFill>
                  <a:srgbClr val="000000"/>
                </a:solidFill>
                <a:highlight>
                  <a:srgbClr val="FFFF00"/>
                </a:highlight>
                <a:latin typeface="Consolas" panose="020B0609020204030204" pitchFamily="49" charset="0"/>
              </a:rPr>
              <a:t>(</a:t>
            </a:r>
            <a:r>
              <a:rPr lang="da-DK" sz="1050" err="1">
                <a:solidFill>
                  <a:srgbClr val="000000"/>
                </a:solidFill>
                <a:highlight>
                  <a:srgbClr val="FFFF00"/>
                </a:highlight>
                <a:latin typeface="Consolas" panose="020B0609020204030204" pitchFamily="49" charset="0"/>
              </a:rPr>
              <a:t>key,element</a:t>
            </a:r>
            <a:r>
              <a:rPr lang="da-DK" sz="1050">
                <a:solidFill>
                  <a:srgbClr val="000000"/>
                </a:solidFill>
                <a:highlight>
                  <a:srgbClr val="FFFF00"/>
                </a:highlight>
                <a:latin typeface="Consolas" panose="020B0609020204030204" pitchFamily="49" charset="0"/>
              </a:rPr>
              <a:t>);</a:t>
            </a:r>
          </a:p>
          <a:p>
            <a:r>
              <a:rPr lang="da-DK" sz="1050">
                <a:solidFill>
                  <a:srgbClr val="000000"/>
                </a:solidFill>
                <a:latin typeface="Consolas" panose="020B0609020204030204" pitchFamily="49" charset="0"/>
              </a:rPr>
              <a:t>        }</a:t>
            </a:r>
          </a:p>
          <a:p>
            <a:endParaRPr lang="da-DK" sz="1050">
              <a:solidFill>
                <a:srgbClr val="000000"/>
              </a:solidFill>
              <a:latin typeface="Consolas" panose="020B0609020204030204" pitchFamily="49" charset="0"/>
            </a:endParaRPr>
          </a:p>
          <a:p>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public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static</a:t>
            </a:r>
            <a:r>
              <a:rPr lang="en-US" sz="1050">
                <a:solidFill>
                  <a:srgbClr val="000000"/>
                </a:solidFill>
                <a:latin typeface="Consolas" panose="020B0609020204030204" pitchFamily="49" charset="0"/>
              </a:rPr>
              <a:t> </a:t>
            </a:r>
            <a:r>
              <a:rPr lang="en-US" sz="1050">
                <a:solidFill>
                  <a:srgbClr val="0000FF"/>
                </a:solidFill>
                <a:latin typeface="Consolas" panose="020B0609020204030204" pitchFamily="49" charset="0"/>
              </a:rPr>
              <a:t>void</a:t>
            </a:r>
            <a:r>
              <a:rPr lang="en-US" sz="1050">
                <a:solidFill>
                  <a:srgbClr val="000000"/>
                </a:solidFill>
                <a:latin typeface="Consolas" panose="020B0609020204030204" pitchFamily="49" charset="0"/>
              </a:rPr>
              <a:t> </a:t>
            </a:r>
            <a:r>
              <a:rPr lang="en-US" sz="1050" err="1">
                <a:solidFill>
                  <a:srgbClr val="000000"/>
                </a:solidFill>
                <a:latin typeface="Consolas" panose="020B0609020204030204" pitchFamily="49" charset="0"/>
              </a:rPr>
              <a:t>RemoveElementByKey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a:t>
            </a:r>
            <a:r>
              <a:rPr lang="en-US" sz="1050">
                <a:solidFill>
                  <a:srgbClr val="2B91AF"/>
                </a:solidFill>
                <a:latin typeface="Consolas" panose="020B0609020204030204" pitchFamily="49" charset="0"/>
              </a:rPr>
              <a:t>Dictionary</a:t>
            </a:r>
            <a:r>
              <a:rPr lang="en-US" sz="1050">
                <a:solidFill>
                  <a:srgbClr val="000000"/>
                </a:solidFill>
                <a:latin typeface="Consolas" panose="020B0609020204030204" pitchFamily="49" charset="0"/>
              </a:rPr>
              <a:t>&lt;</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a:t>
            </a:r>
            <a:r>
              <a:rPr lang="en-US" sz="1050">
                <a:solidFill>
                  <a:srgbClr val="2B91AF"/>
                </a:solidFill>
                <a:latin typeface="Consolas" panose="020B0609020204030204" pitchFamily="49" charset="0"/>
              </a:rPr>
              <a:t>TValue</a:t>
            </a:r>
            <a:r>
              <a:rPr lang="en-US" sz="1050">
                <a:solidFill>
                  <a:srgbClr val="000000"/>
                </a:solidFill>
                <a:latin typeface="Consolas" panose="020B0609020204030204" pitchFamily="49" charset="0"/>
              </a:rPr>
              <a:t>&gt; dictionary, </a:t>
            </a:r>
            <a:r>
              <a:rPr lang="en-US" sz="1050" err="1">
                <a:solidFill>
                  <a:srgbClr val="2B91AF"/>
                </a:solidFill>
                <a:latin typeface="Consolas" panose="020B0609020204030204" pitchFamily="49" charset="0"/>
              </a:rPr>
              <a:t>TKey</a:t>
            </a:r>
            <a:r>
              <a:rPr lang="en-US" sz="1050">
                <a:solidFill>
                  <a:srgbClr val="000000"/>
                </a:solidFill>
                <a:latin typeface="Consolas" panose="020B0609020204030204" pitchFamily="49" charset="0"/>
              </a:rPr>
              <a:t> key) {</a:t>
            </a:r>
          </a:p>
          <a:p>
            <a:r>
              <a:rPr lang="da-DK" sz="1050">
                <a:solidFill>
                  <a:srgbClr val="000000"/>
                </a:solidFill>
                <a:latin typeface="Consolas" panose="020B0609020204030204" pitchFamily="49" charset="0"/>
              </a:rPr>
              <a:t>            </a:t>
            </a:r>
            <a:r>
              <a:rPr lang="da-DK" sz="1050" err="1">
                <a:solidFill>
                  <a:srgbClr val="000000"/>
                </a:solidFill>
                <a:highlight>
                  <a:srgbClr val="FFFF00"/>
                </a:highlight>
                <a:latin typeface="Consolas" panose="020B0609020204030204" pitchFamily="49" charset="0"/>
              </a:rPr>
              <a:t>dictionary.Remove</a:t>
            </a:r>
            <a:r>
              <a:rPr lang="da-DK" sz="1050">
                <a:solidFill>
                  <a:srgbClr val="000000"/>
                </a:solidFill>
                <a:highlight>
                  <a:srgbClr val="FFFF00"/>
                </a:highlight>
                <a:latin typeface="Consolas" panose="020B0609020204030204" pitchFamily="49" charset="0"/>
              </a:rPr>
              <a:t>(</a:t>
            </a:r>
            <a:r>
              <a:rPr lang="da-DK" sz="1050" err="1">
                <a:solidFill>
                  <a:srgbClr val="000000"/>
                </a:solidFill>
                <a:highlight>
                  <a:srgbClr val="FFFF00"/>
                </a:highlight>
                <a:latin typeface="Consolas" panose="020B0609020204030204" pitchFamily="49" charset="0"/>
              </a:rPr>
              <a:t>key</a:t>
            </a:r>
            <a:r>
              <a:rPr lang="da-DK" sz="1050">
                <a:solidFill>
                  <a:srgbClr val="000000"/>
                </a:solidFill>
                <a:highlight>
                  <a:srgbClr val="FFFF00"/>
                </a:highlight>
                <a:latin typeface="Consolas" panose="020B0609020204030204" pitchFamily="49" charset="0"/>
              </a:rPr>
              <a:t>); </a:t>
            </a:r>
          </a:p>
          <a:p>
            <a:r>
              <a:rPr lang="da-DK" sz="1050">
                <a:solidFill>
                  <a:srgbClr val="000000"/>
                </a:solidFill>
                <a:latin typeface="Consolas" panose="020B0609020204030204" pitchFamily="49" charset="0"/>
              </a:rPr>
              <a:t>        }</a:t>
            </a:r>
          </a:p>
          <a:p>
            <a:r>
              <a:rPr lang="da-DK" sz="1050">
                <a:solidFill>
                  <a:srgbClr val="000000"/>
                </a:solidFill>
                <a:latin typeface="Consolas" panose="020B0609020204030204" pitchFamily="49" charset="0"/>
              </a:rPr>
              <a:t>    }</a:t>
            </a:r>
            <a:endParaRPr lang="da-DK" sz="1100">
              <a:latin typeface="+mn-lt"/>
            </a:endParaRPr>
          </a:p>
        </p:txBody>
      </p:sp>
      <p:pic>
        <p:nvPicPr>
          <p:cNvPr id="6" name="Graphic 5" descr="Flask">
            <a:extLst>
              <a:ext uri="{FF2B5EF4-FFF2-40B4-BE49-F238E27FC236}">
                <a16:creationId xmlns:a16="http://schemas.microsoft.com/office/drawing/2014/main" id="{590B0709-8924-4C90-BA4D-5C80960191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527073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295C7-7AFA-44F6-9029-EE64FFF16020}"/>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3" name="Slide Number Placeholder 2">
            <a:extLst>
              <a:ext uri="{FF2B5EF4-FFF2-40B4-BE49-F238E27FC236}">
                <a16:creationId xmlns:a16="http://schemas.microsoft.com/office/drawing/2014/main" id="{F850CD29-0F45-4993-B5E7-894E1EF36D24}"/>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5" name="TextBox 4">
            <a:extLst>
              <a:ext uri="{FF2B5EF4-FFF2-40B4-BE49-F238E27FC236}">
                <a16:creationId xmlns:a16="http://schemas.microsoft.com/office/drawing/2014/main" id="{B5AAE5BD-D840-4D21-ADFD-9BB95C847915}"/>
              </a:ext>
            </a:extLst>
          </p:cNvPr>
          <p:cNvSpPr txBox="1"/>
          <p:nvPr/>
        </p:nvSpPr>
        <p:spPr>
          <a:xfrm>
            <a:off x="649139" y="1760704"/>
            <a:ext cx="10800000" cy="4304587"/>
          </a:xfrm>
          <a:prstGeom prst="rect">
            <a:avLst/>
          </a:prstGeom>
          <a:noFill/>
        </p:spPr>
        <p:txBody>
          <a:bodyPr wrap="square" lIns="0" tIns="0" rIns="0" bIns="0" rtlCol="0" anchor="t">
            <a:normAutofit/>
          </a:bodyPr>
          <a:lstStyle/>
          <a:p>
            <a:r>
              <a:rPr lang="en-US" b="0" i="0">
                <a:solidFill>
                  <a:srgbClr val="171717"/>
                </a:solidFill>
                <a:effectLst/>
                <a:latin typeface="Segoe UI" panose="020B0502040204020203" pitchFamily="34" charset="0"/>
              </a:rPr>
              <a:t>A </a:t>
            </a:r>
            <a:r>
              <a:rPr lang="en-US" b="1">
                <a:solidFill>
                  <a:srgbClr val="171717"/>
                </a:solidFill>
                <a:latin typeface="Segoe UI" panose="020B0502040204020203" pitchFamily="34" charset="0"/>
                <a:hlinkClick r:id="rId3">
                  <a:extLst>
                    <a:ext uri="{A12FA001-AC4F-418D-AE19-62706E023703}">
                      <ahyp:hlinkClr xmlns:ahyp="http://schemas.microsoft.com/office/drawing/2018/hyperlinkcolor" val="tx"/>
                    </a:ext>
                  </a:extLst>
                </a:hlinkClick>
              </a:rPr>
              <a:t>delegate</a:t>
            </a:r>
            <a:r>
              <a:rPr lang="en-US" b="0" i="0">
                <a:solidFill>
                  <a:srgbClr val="171717"/>
                </a:solidFill>
                <a:effectLst/>
                <a:latin typeface="Segoe UI" panose="020B0502040204020203" pitchFamily="34" charset="0"/>
              </a:rPr>
              <a:t> is a type that represents references to methods with particular </a:t>
            </a:r>
            <a:r>
              <a:rPr lang="en-US" b="0" i="0" u="sng">
                <a:solidFill>
                  <a:srgbClr val="171717"/>
                </a:solidFill>
                <a:effectLst/>
                <a:latin typeface="Segoe UI" panose="020B0502040204020203" pitchFamily="34" charset="0"/>
              </a:rPr>
              <a:t>parameters </a:t>
            </a:r>
            <a:r>
              <a:rPr lang="en-US" b="0" i="0">
                <a:solidFill>
                  <a:srgbClr val="171717"/>
                </a:solidFill>
                <a:effectLst/>
                <a:latin typeface="Segoe UI" panose="020B0502040204020203" pitchFamily="34" charset="0"/>
              </a:rPr>
              <a:t>and </a:t>
            </a:r>
            <a:r>
              <a:rPr lang="en-US" b="0" i="0" u="sng">
                <a:solidFill>
                  <a:srgbClr val="171717"/>
                </a:solidFill>
                <a:effectLst/>
                <a:latin typeface="Segoe UI" panose="020B0502040204020203" pitchFamily="34" charset="0"/>
              </a:rPr>
              <a:t>return type</a:t>
            </a:r>
            <a:endParaRPr lang="af-ZA" u="sng">
              <a:cs typeface="Calibri"/>
            </a:endParaRPr>
          </a:p>
          <a:p>
            <a:r>
              <a:rPr lang="af-ZA">
                <a:solidFill>
                  <a:srgbClr val="000000"/>
                </a:solidFill>
                <a:latin typeface="Calibri"/>
                <a:ea typeface="ＭＳ Ｐゴシック"/>
                <a:cs typeface="Calibri"/>
              </a:rPr>
              <a:t>  </a:t>
            </a:r>
            <a:r>
              <a:rPr lang="fr-FR" sz="1800">
                <a:solidFill>
                  <a:srgbClr val="000000"/>
                </a:solidFill>
                <a:latin typeface="Consolas" panose="020B0609020204030204" pitchFamily="49" charset="0"/>
              </a:rPr>
              <a:t> </a:t>
            </a:r>
          </a:p>
          <a:p>
            <a:r>
              <a:rPr lang="fr-FR">
                <a:solidFill>
                  <a:srgbClr val="000000"/>
                </a:solidFill>
                <a:latin typeface="Consolas" panose="020B0609020204030204" pitchFamily="49" charset="0"/>
              </a:rPr>
              <a:t>    </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Del</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a:t>
            </a:r>
          </a:p>
          <a:p>
            <a:endParaRPr lang="en-US">
              <a:solidFill>
                <a:srgbClr val="000000"/>
              </a:solidFill>
              <a:latin typeface="Consolas" panose="020B0609020204030204" pitchFamily="49" charset="0"/>
              <a:cs typeface="Calibri"/>
            </a:endParaRPr>
          </a:p>
          <a:p>
            <a:r>
              <a:rPr lang="en-US">
                <a:solidFill>
                  <a:srgbClr val="171717"/>
                </a:solidFill>
                <a:latin typeface="Segoe UI" panose="020B0502040204020203" pitchFamily="34" charset="0"/>
              </a:rPr>
              <a:t>The following example declares a delegate named </a:t>
            </a:r>
            <a:r>
              <a:rPr lang="en-US">
                <a:solidFill>
                  <a:srgbClr val="2B91AF"/>
                </a:solidFill>
                <a:latin typeface="Consolas" panose="020B0609020204030204" pitchFamily="49" charset="0"/>
              </a:rPr>
              <a:t>Del </a:t>
            </a:r>
            <a:r>
              <a:rPr lang="en-US">
                <a:solidFill>
                  <a:srgbClr val="171717"/>
                </a:solidFill>
                <a:latin typeface="Segoe UI" panose="020B0502040204020203" pitchFamily="34" charset="0"/>
              </a:rPr>
              <a:t>that can encapsulate a method that takes </a:t>
            </a:r>
            <a:r>
              <a:rPr lang="en-US" i="1">
                <a:solidFill>
                  <a:srgbClr val="171717"/>
                </a:solidFill>
                <a:latin typeface="Segoe UI" panose="020B0502040204020203" pitchFamily="34" charset="0"/>
              </a:rPr>
              <a:t>number</a:t>
            </a:r>
            <a:r>
              <a:rPr lang="en-US">
                <a:solidFill>
                  <a:srgbClr val="171717"/>
                </a:solidFill>
                <a:latin typeface="Segoe UI" panose="020B0502040204020203" pitchFamily="34" charset="0"/>
              </a:rPr>
              <a:t> </a:t>
            </a:r>
            <a:r>
              <a:rPr lang="en-US">
                <a:solidFill>
                  <a:srgbClr val="0000FF"/>
                </a:solidFill>
                <a:latin typeface="Consolas" panose="020B0609020204030204" pitchFamily="49" charset="0"/>
              </a:rPr>
              <a:t>int</a:t>
            </a:r>
            <a:r>
              <a:rPr lang="en-US">
                <a:solidFill>
                  <a:srgbClr val="171717"/>
                </a:solidFill>
                <a:latin typeface="Segoe UI" panose="020B0502040204020203" pitchFamily="34" charset="0"/>
              </a:rPr>
              <a:t> as an argument and returns </a:t>
            </a:r>
            <a:r>
              <a:rPr lang="en-US">
                <a:solidFill>
                  <a:srgbClr val="0000FF"/>
                </a:solidFill>
                <a:latin typeface="Consolas" panose="020B0609020204030204" pitchFamily="49" charset="0"/>
              </a:rPr>
              <a:t>double</a:t>
            </a:r>
            <a:r>
              <a:rPr lang="en-US">
                <a:solidFill>
                  <a:srgbClr val="171717"/>
                </a:solidFill>
                <a:latin typeface="Segoe UI" panose="020B0502040204020203" pitchFamily="34" charset="0"/>
              </a:rPr>
              <a:t>:</a:t>
            </a:r>
            <a:endParaRPr lang="fr-FR">
              <a:solidFill>
                <a:srgbClr val="171717"/>
              </a:solidFill>
              <a:latin typeface="Segoe UI" panose="020B0502040204020203" pitchFamily="34" charset="0"/>
            </a:endParaRPr>
          </a:p>
          <a:p>
            <a:endParaRPr lang="fr-FR">
              <a:solidFill>
                <a:srgbClr val="000000"/>
              </a:solidFill>
              <a:latin typeface="Consolas" panose="020B0609020204030204" pitchFamily="49" charset="0"/>
              <a:ea typeface="ＭＳ Ｐゴシック"/>
              <a:cs typeface="Calibri"/>
            </a:endParaRPr>
          </a:p>
          <a:p>
            <a:r>
              <a:rPr lang="en-US" b="0" i="0">
                <a:solidFill>
                  <a:srgbClr val="171717"/>
                </a:solidFill>
                <a:effectLst/>
                <a:latin typeface="Segoe UI" panose="020B0502040204020203" pitchFamily="34" charset="0"/>
              </a:rPr>
              <a:t>Any method from any accessible class or struct that matches the delegate type can be assigned to the delegate.</a:t>
            </a:r>
            <a:endParaRPr lang="af-ZA">
              <a:solidFill>
                <a:srgbClr val="000000"/>
              </a:solidFill>
              <a:latin typeface="Calibri"/>
              <a:ea typeface="ＭＳ Ｐゴシック"/>
              <a:cs typeface="Calibri"/>
            </a:endParaRPr>
          </a:p>
        </p:txBody>
      </p:sp>
    </p:spTree>
    <p:extLst>
      <p:ext uri="{BB962C8B-B14F-4D97-AF65-F5344CB8AC3E}">
        <p14:creationId xmlns:p14="http://schemas.microsoft.com/office/powerpoint/2010/main" val="2689139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17D7270-CAEA-40B4-8082-06FF1A992995}"/>
              </a:ext>
            </a:extLst>
          </p:cNvPr>
          <p:cNvSpPr txBox="1"/>
          <p:nvPr/>
        </p:nvSpPr>
        <p:spPr>
          <a:xfrm>
            <a:off x="758283" y="1839951"/>
            <a:ext cx="10878759" cy="2031325"/>
          </a:xfrm>
          <a:prstGeom prst="rect">
            <a:avLst/>
          </a:prstGeom>
          <a:noFill/>
        </p:spPr>
        <p:txBody>
          <a:bodyPr wrap="square" lIns="91440" tIns="45720" rIns="91440" bIns="45720" anchor="t">
            <a:spAutoFit/>
          </a:bodyPr>
          <a:lstStyle/>
          <a:p>
            <a:pPr algn="l"/>
            <a:r>
              <a:rPr lang="en-US" b="0" i="0">
                <a:solidFill>
                  <a:srgbClr val="171717"/>
                </a:solidFill>
                <a:effectLst/>
                <a:latin typeface="Segoe UI" panose="020B0502040204020203" pitchFamily="34" charset="0"/>
              </a:rPr>
              <a:t>Delegates have the following properties:</a:t>
            </a:r>
          </a:p>
          <a:p>
            <a:pPr algn="l"/>
            <a:endParaRPr lang="en-US" b="0" i="0">
              <a:solidFill>
                <a:srgbClr val="171717"/>
              </a:solidFill>
              <a:effectLst/>
              <a:latin typeface="Segoe UI" panose="020B0502040204020203" pitchFamily="34" charset="0"/>
            </a:endParaRP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Delegates allow methods to be passed as parameters.</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Delegates can be used to define callback methods.</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Delegates can be chained together; for example, multiple methods can be called on a single event.</a:t>
            </a:r>
          </a:p>
          <a:p>
            <a:pPr marL="285750" indent="-285750" algn="l">
              <a:buFont typeface="Arial" panose="020B0604020202020204" pitchFamily="34" charset="0"/>
              <a:buChar char="•"/>
            </a:pPr>
            <a:r>
              <a:rPr lang="en-US" b="0" i="0">
                <a:solidFill>
                  <a:srgbClr val="171717"/>
                </a:solidFill>
                <a:effectLst/>
                <a:latin typeface="Segoe UI"/>
                <a:ea typeface="ＭＳ Ｐゴシック"/>
              </a:rPr>
              <a:t>Methods don't have to match the delegate type exactly. For more information, see </a:t>
            </a:r>
            <a:r>
              <a:rPr lang="en-US" b="0" i="0" u="none" strike="noStrike">
                <a:solidFill>
                  <a:srgbClr val="171717"/>
                </a:solidFill>
                <a:effectLst/>
                <a:latin typeface="Segoe UI"/>
                <a:ea typeface="ＭＳ Ｐゴシック"/>
                <a:hlinkClick r:id="rId3"/>
              </a:rPr>
              <a:t>Using Variance in Delegates</a:t>
            </a:r>
            <a:r>
              <a:rPr lang="en-US" b="0" i="0">
                <a:solidFill>
                  <a:srgbClr val="171717"/>
                </a:solidFill>
                <a:effectLst/>
                <a:latin typeface="Segoe UI"/>
                <a:ea typeface="ＭＳ Ｐゴシック"/>
              </a:rPr>
              <a:t>.</a:t>
            </a:r>
          </a:p>
        </p:txBody>
      </p:sp>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Tree>
    <p:extLst>
      <p:ext uri="{BB962C8B-B14F-4D97-AF65-F5344CB8AC3E}">
        <p14:creationId xmlns:p14="http://schemas.microsoft.com/office/powerpoint/2010/main" val="139720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5" name="TextBox 4">
            <a:extLst>
              <a:ext uri="{FF2B5EF4-FFF2-40B4-BE49-F238E27FC236}">
                <a16:creationId xmlns:a16="http://schemas.microsoft.com/office/drawing/2014/main" id="{11A53A02-B13C-41A3-AE81-972C76756719}"/>
              </a:ext>
            </a:extLst>
          </p:cNvPr>
          <p:cNvSpPr txBox="1"/>
          <p:nvPr/>
        </p:nvSpPr>
        <p:spPr>
          <a:xfrm>
            <a:off x="323850" y="1386673"/>
            <a:ext cx="11402576" cy="933378"/>
          </a:xfrm>
          <a:prstGeom prst="rect">
            <a:avLst/>
          </a:prstGeom>
          <a:noFill/>
        </p:spPr>
        <p:txBody>
          <a:bodyPr wrap="square">
            <a:spAutoFit/>
          </a:bodyPr>
          <a:lstStyle/>
          <a:p>
            <a:r>
              <a:rPr lang="en-US"/>
              <a:t>The Delegate class is the base class for delegate types. However, only the system and compilers can derive explicitly from the Delegate class or from the </a:t>
            </a:r>
            <a:r>
              <a:rPr lang="en-US" err="1"/>
              <a:t>MulticastDelegate</a:t>
            </a:r>
            <a:r>
              <a:rPr lang="en-US"/>
              <a:t> class. It is also not permissible to derive a new type from a delegate type. The Delegate class is not considered a delegate type; it is a class used to derive delegate types.</a:t>
            </a:r>
          </a:p>
        </p:txBody>
      </p:sp>
      <p:pic>
        <p:nvPicPr>
          <p:cNvPr id="4" name="Picture 3">
            <a:extLst>
              <a:ext uri="{FF2B5EF4-FFF2-40B4-BE49-F238E27FC236}">
                <a16:creationId xmlns:a16="http://schemas.microsoft.com/office/drawing/2014/main" id="{C8DE54ED-9F5C-418C-AB11-3508F523DAA5}"/>
              </a:ext>
            </a:extLst>
          </p:cNvPr>
          <p:cNvPicPr>
            <a:picLocks noChangeAspect="1"/>
          </p:cNvPicPr>
          <p:nvPr/>
        </p:nvPicPr>
        <p:blipFill>
          <a:blip r:embed="rId3"/>
          <a:stretch>
            <a:fillRect/>
          </a:stretch>
        </p:blipFill>
        <p:spPr>
          <a:xfrm>
            <a:off x="323850" y="2302474"/>
            <a:ext cx="8297636" cy="4292589"/>
          </a:xfrm>
          <a:prstGeom prst="rect">
            <a:avLst/>
          </a:prstGeom>
        </p:spPr>
      </p:pic>
    </p:spTree>
    <p:extLst>
      <p:ext uri="{BB962C8B-B14F-4D97-AF65-F5344CB8AC3E}">
        <p14:creationId xmlns:p14="http://schemas.microsoft.com/office/powerpoint/2010/main" val="779653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414547" y="-257572"/>
            <a:ext cx="11321962" cy="1099390"/>
          </a:xfrm>
        </p:spPr>
        <p:txBody>
          <a:bodyPr>
            <a:normAutofit/>
          </a:bodyPr>
          <a:lstStyle/>
          <a:p>
            <a:r>
              <a:rPr lang="en-US" sz="2800">
                <a:ea typeface="ＭＳ Ｐゴシック"/>
                <a:cs typeface="Arial"/>
              </a:rPr>
              <a:t>Delegates, anonymous methods, lambda expressions</a:t>
            </a:r>
            <a:endParaRPr lang="uk-UA" sz="2800"/>
          </a:p>
        </p:txBody>
      </p:sp>
      <p:pic>
        <p:nvPicPr>
          <p:cNvPr id="3" name="Picture 2">
            <a:extLst>
              <a:ext uri="{FF2B5EF4-FFF2-40B4-BE49-F238E27FC236}">
                <a16:creationId xmlns:a16="http://schemas.microsoft.com/office/drawing/2014/main" id="{C67AD9ED-493E-4CF2-9BF4-C3D994E6360B}"/>
              </a:ext>
            </a:extLst>
          </p:cNvPr>
          <p:cNvPicPr>
            <a:picLocks noChangeAspect="1"/>
          </p:cNvPicPr>
          <p:nvPr/>
        </p:nvPicPr>
        <p:blipFill>
          <a:blip r:embed="rId3"/>
          <a:stretch>
            <a:fillRect/>
          </a:stretch>
        </p:blipFill>
        <p:spPr>
          <a:xfrm>
            <a:off x="797588" y="1534315"/>
            <a:ext cx="6477000" cy="1266825"/>
          </a:xfrm>
          <a:prstGeom prst="rect">
            <a:avLst/>
          </a:prstGeom>
        </p:spPr>
      </p:pic>
      <p:pic>
        <p:nvPicPr>
          <p:cNvPr id="7" name="Picture 6">
            <a:extLst>
              <a:ext uri="{FF2B5EF4-FFF2-40B4-BE49-F238E27FC236}">
                <a16:creationId xmlns:a16="http://schemas.microsoft.com/office/drawing/2014/main" id="{6E4874BB-67A6-4964-82B2-19280E2B5D26}"/>
              </a:ext>
            </a:extLst>
          </p:cNvPr>
          <p:cNvPicPr>
            <a:picLocks noChangeAspect="1"/>
          </p:cNvPicPr>
          <p:nvPr/>
        </p:nvPicPr>
        <p:blipFill>
          <a:blip r:embed="rId4"/>
          <a:stretch>
            <a:fillRect/>
          </a:stretch>
        </p:blipFill>
        <p:spPr>
          <a:xfrm>
            <a:off x="414547" y="2585304"/>
            <a:ext cx="10639425" cy="4133850"/>
          </a:xfrm>
          <a:prstGeom prst="rect">
            <a:avLst/>
          </a:prstGeom>
        </p:spPr>
      </p:pic>
      <p:sp>
        <p:nvSpPr>
          <p:cNvPr id="10" name="TextBox 9">
            <a:extLst>
              <a:ext uri="{FF2B5EF4-FFF2-40B4-BE49-F238E27FC236}">
                <a16:creationId xmlns:a16="http://schemas.microsoft.com/office/drawing/2014/main" id="{9D375CE9-FAC6-4C59-B66C-7AA96AF0835F}"/>
              </a:ext>
            </a:extLst>
          </p:cNvPr>
          <p:cNvSpPr txBox="1"/>
          <p:nvPr/>
        </p:nvSpPr>
        <p:spPr>
          <a:xfrm>
            <a:off x="316523" y="1072650"/>
            <a:ext cx="11550580" cy="646331"/>
          </a:xfrm>
          <a:prstGeom prst="rect">
            <a:avLst/>
          </a:prstGeom>
          <a:noFill/>
        </p:spPr>
        <p:txBody>
          <a:bodyPr wrap="square">
            <a:spAutoFit/>
          </a:bodyPr>
          <a:lstStyle/>
          <a:p>
            <a:r>
              <a:rPr lang="en-US" err="1"/>
              <a:t>MulticastDelegate</a:t>
            </a:r>
            <a:r>
              <a:rPr lang="en-US"/>
              <a:t> is a special class. Compilers and other tools can derive from this class, but you cannot derive from it explicitly. The same is true of the Delegate class.</a:t>
            </a:r>
          </a:p>
        </p:txBody>
      </p:sp>
    </p:spTree>
    <p:extLst>
      <p:ext uri="{BB962C8B-B14F-4D97-AF65-F5344CB8AC3E}">
        <p14:creationId xmlns:p14="http://schemas.microsoft.com/office/powerpoint/2010/main" val="3568070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25407"/>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4" name="Title 1">
            <a:extLst>
              <a:ext uri="{FF2B5EF4-FFF2-40B4-BE49-F238E27FC236}">
                <a16:creationId xmlns:a16="http://schemas.microsoft.com/office/drawing/2014/main" id="{ABD17A38-D2DB-406D-A53D-2FB5F795DABE}"/>
              </a:ext>
            </a:extLst>
          </p:cNvPr>
          <p:cNvSpPr txBox="1">
            <a:spLocks/>
          </p:cNvSpPr>
          <p:nvPr/>
        </p:nvSpPr>
        <p:spPr>
          <a:xfrm>
            <a:off x="664690" y="1117864"/>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Live demo - delegate</a:t>
            </a:r>
            <a:endParaRPr lang="da-DK">
              <a:solidFill>
                <a:schemeClr val="accent2"/>
              </a:solidFill>
            </a:endParaRPr>
          </a:p>
        </p:txBody>
      </p:sp>
      <p:sp>
        <p:nvSpPr>
          <p:cNvPr id="7" name="TextBox 6">
            <a:extLst>
              <a:ext uri="{FF2B5EF4-FFF2-40B4-BE49-F238E27FC236}">
                <a16:creationId xmlns:a16="http://schemas.microsoft.com/office/drawing/2014/main" id="{00895C22-6FD9-4B51-95A0-BF7BF5D3D492}"/>
              </a:ext>
            </a:extLst>
          </p:cNvPr>
          <p:cNvSpPr txBox="1"/>
          <p:nvPr/>
        </p:nvSpPr>
        <p:spPr>
          <a:xfrm>
            <a:off x="664690" y="1642120"/>
            <a:ext cx="10834481" cy="4811636"/>
          </a:xfrm>
          <a:prstGeom prst="rect">
            <a:avLst/>
          </a:prstGeom>
          <a:noFill/>
        </p:spPr>
        <p:txBody>
          <a:bodyPr wrap="none" lIns="0" tIns="0" rIns="0" bIns="0" rtlCol="0">
            <a:noAutofit/>
          </a:bodyPr>
          <a:lstStyle/>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Del</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a:t>
            </a:r>
          </a:p>
          <a:p>
            <a:endParaRPr lang="en-US" i="1">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Create a method for a delegate.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err="1">
                <a:solidFill>
                  <a:srgbClr val="000000"/>
                </a:solidFill>
                <a:latin typeface="Consolas" panose="020B0609020204030204" pitchFamily="49" charset="0"/>
              </a:rPr>
              <a:t>Normal</a:t>
            </a:r>
            <a:r>
              <a:rPr lang="en-US" sz="1800" err="1">
                <a:solidFill>
                  <a:srgbClr val="000000"/>
                </a:solidFill>
                <a:latin typeface="Consolas" panose="020B0609020204030204" pitchFamily="49" charset="0"/>
              </a:rPr>
              <a:t>Method</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number * 2.0;</a:t>
            </a:r>
          </a:p>
          <a:p>
            <a:r>
              <a:rPr lang="en-US" sz="1800">
                <a:solidFill>
                  <a:srgbClr val="000000"/>
                </a:solidFill>
                <a:latin typeface="Consolas" panose="020B0609020204030204" pitchFamily="49" charset="0"/>
              </a:rPr>
              <a:t>        }</a:t>
            </a:r>
          </a:p>
          <a:p>
            <a:endParaRPr lang="en-US" i="1">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Creates an instance of delegate</a:t>
            </a:r>
            <a:endParaRPr lang="en-US" sz="1800">
              <a:solidFill>
                <a:srgbClr val="000000"/>
              </a:solidFill>
              <a:latin typeface="Consolas" panose="020B0609020204030204" pitchFamily="49" charset="0"/>
            </a:endParaRPr>
          </a:p>
          <a:p>
            <a:r>
              <a:rPr lang="it-IT">
                <a:solidFill>
                  <a:srgbClr val="2B91AF"/>
                </a:solidFill>
                <a:latin typeface="Consolas" panose="020B0609020204030204" pitchFamily="49" charset="0"/>
              </a:rPr>
              <a:t>        </a:t>
            </a:r>
            <a:r>
              <a:rPr lang="en-US">
                <a:solidFill>
                  <a:srgbClr val="2B91AF"/>
                </a:solidFill>
                <a:latin typeface="Consolas" panose="020B0609020204030204" pitchFamily="49" charset="0"/>
              </a:rPr>
              <a:t>  Del </a:t>
            </a:r>
            <a:r>
              <a:rPr lang="en-US" sz="1800" err="1">
                <a:solidFill>
                  <a:srgbClr val="000000"/>
                </a:solidFill>
                <a:latin typeface="Consolas" panose="020B0609020204030204" pitchFamily="49" charset="0"/>
              </a:rPr>
              <a:t>myDelegate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new</a:t>
            </a:r>
            <a:r>
              <a:rPr lang="en-US">
                <a:solidFill>
                  <a:srgbClr val="2B91AF"/>
                </a:solidFill>
                <a:latin typeface="Consolas" panose="020B0609020204030204" pitchFamily="49" charset="0"/>
              </a:rPr>
              <a:t> Del</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NormalMethod</a:t>
            </a:r>
            <a:r>
              <a:rPr lang="en-US" sz="1800">
                <a:solidFill>
                  <a:srgbClr val="000000"/>
                </a:solidFill>
                <a:latin typeface="Consolas" panose="020B0609020204030204" pitchFamily="49" charset="0"/>
              </a:rPr>
              <a:t>);</a:t>
            </a:r>
          </a:p>
          <a:p>
            <a:r>
              <a:rPr lang="en-US">
                <a:solidFill>
                  <a:srgbClr val="008000"/>
                </a:solidFill>
                <a:latin typeface="Consolas" panose="020B0609020204030204" pitchFamily="49" charset="0"/>
              </a:rPr>
              <a:t> </a:t>
            </a:r>
          </a:p>
          <a:p>
            <a:r>
              <a:rPr lang="en-US">
                <a:solidFill>
                  <a:srgbClr val="008000"/>
                </a:solidFill>
                <a:latin typeface="Consolas" panose="020B0609020204030204" pitchFamily="49" charset="0"/>
              </a:rPr>
              <a:t>// Call the delegate.       </a:t>
            </a: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myDelegate</a:t>
            </a:r>
            <a:r>
              <a:rPr lang="en-US" sz="1800">
                <a:solidFill>
                  <a:srgbClr val="000000"/>
                </a:solidFill>
                <a:latin typeface="Consolas" panose="020B0609020204030204" pitchFamily="49" charset="0"/>
              </a:rPr>
              <a:t>(</a:t>
            </a:r>
            <a:r>
              <a:rPr lang="en-US">
                <a:solidFill>
                  <a:srgbClr val="A31515"/>
                </a:solidFill>
                <a:latin typeface="Consolas" panose="020B0609020204030204" pitchFamily="49" charset="0"/>
              </a:rPr>
              <a:t>4</a:t>
            </a:r>
            <a:r>
              <a:rPr lang="en-US" sz="1800">
                <a:solidFill>
                  <a:srgbClr val="000000"/>
                </a:solidFill>
                <a:latin typeface="Consolas" panose="020B0609020204030204" pitchFamily="49" charset="0"/>
              </a:rPr>
              <a:t>);</a:t>
            </a:r>
            <a:endParaRPr lang="da-DK" sz="2000" i="1">
              <a:latin typeface="+mn-lt"/>
            </a:endParaRPr>
          </a:p>
        </p:txBody>
      </p:sp>
    </p:spTree>
    <p:extLst>
      <p:ext uri="{BB962C8B-B14F-4D97-AF65-F5344CB8AC3E}">
        <p14:creationId xmlns:p14="http://schemas.microsoft.com/office/powerpoint/2010/main" val="32001277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4" name="TextBox 3">
            <a:extLst>
              <a:ext uri="{FF2B5EF4-FFF2-40B4-BE49-F238E27FC236}">
                <a16:creationId xmlns:a16="http://schemas.microsoft.com/office/drawing/2014/main" id="{80567F30-8C83-4864-99FC-D74D53CD3EAC}"/>
              </a:ext>
            </a:extLst>
          </p:cNvPr>
          <p:cNvSpPr txBox="1"/>
          <p:nvPr/>
        </p:nvSpPr>
        <p:spPr>
          <a:xfrm>
            <a:off x="526868" y="1596237"/>
            <a:ext cx="7950926" cy="369332"/>
          </a:xfrm>
          <a:prstGeom prst="rect">
            <a:avLst/>
          </a:prstGeom>
          <a:noFill/>
        </p:spPr>
        <p:txBody>
          <a:bodyPr wrap="square">
            <a:spAutoFit/>
          </a:bodyPr>
          <a:lstStyle/>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Del</a:t>
            </a:r>
            <a:r>
              <a:rPr lang="en-US" sz="1800">
                <a:solidFill>
                  <a:srgbClr val="000000"/>
                </a:solidFill>
                <a:latin typeface="Consolas" panose="020B0609020204030204" pitchFamily="49" charset="0"/>
              </a:rPr>
              <a:t>(</a:t>
            </a:r>
            <a:r>
              <a:rPr lang="en-US">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a:t>
            </a:r>
            <a:endParaRPr lang="en-US"/>
          </a:p>
        </p:txBody>
      </p:sp>
      <p:sp>
        <p:nvSpPr>
          <p:cNvPr id="6" name="TextBox 5">
            <a:extLst>
              <a:ext uri="{FF2B5EF4-FFF2-40B4-BE49-F238E27FC236}">
                <a16:creationId xmlns:a16="http://schemas.microsoft.com/office/drawing/2014/main" id="{ED523194-6FB6-4FDF-B72D-D9F7722159BE}"/>
              </a:ext>
            </a:extLst>
          </p:cNvPr>
          <p:cNvSpPr txBox="1"/>
          <p:nvPr/>
        </p:nvSpPr>
        <p:spPr>
          <a:xfrm>
            <a:off x="526868" y="2222930"/>
            <a:ext cx="8800012" cy="2862322"/>
          </a:xfrm>
          <a:prstGeom prst="rect">
            <a:avLst/>
          </a:prstGeom>
          <a:noFill/>
        </p:spPr>
        <p:txBody>
          <a:bodyPr wrap="square">
            <a:spAutoFit/>
          </a:bodyPr>
          <a:lstStyle/>
          <a:p>
            <a:r>
              <a:rPr lang="en-US" sz="1800">
                <a:solidFill>
                  <a:srgbClr val="008000"/>
                </a:solidFill>
                <a:latin typeface="Consolas" panose="020B0609020204030204" pitchFamily="49" charset="0"/>
              </a:rPr>
              <a:t>// accept a method (delegate) as an input</a:t>
            </a:r>
            <a:r>
              <a:rPr lang="en-US" sz="1800">
                <a:solidFill>
                  <a:srgbClr val="000000"/>
                </a:solidFill>
                <a:latin typeface="Consolas" panose="020B0609020204030204" pitchFamily="49" charset="0"/>
              </a:rPr>
              <a:t> </a:t>
            </a:r>
          </a:p>
          <a:p>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RunOtherMethod</a:t>
            </a:r>
            <a:r>
              <a:rPr lang="en-US" sz="1800">
                <a:solidFill>
                  <a:srgbClr val="000000"/>
                </a:solidFill>
                <a:latin typeface="Consolas" panose="020B0609020204030204" pitchFamily="49" charset="0"/>
              </a:rPr>
              <a:t>(</a:t>
            </a:r>
            <a:r>
              <a:rPr lang="en-US">
                <a:solidFill>
                  <a:srgbClr val="2B91AF"/>
                </a:solidFill>
                <a:latin typeface="Consolas" panose="020B0609020204030204" pitchFamily="49" charset="0"/>
              </a:rPr>
              <a:t>Del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myDel</a:t>
            </a:r>
            <a:r>
              <a:rPr lang="en-US" sz="1800">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 {</a:t>
            </a: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myDel</a:t>
            </a:r>
            <a:r>
              <a:rPr lang="en-US" sz="1800">
                <a:solidFill>
                  <a:srgbClr val="000000"/>
                </a:solidFill>
                <a:latin typeface="Consolas" panose="020B0609020204030204" pitchFamily="49" charset="0"/>
              </a:rPr>
              <a:t>(message);</a:t>
            </a:r>
          </a:p>
          <a:p>
            <a:r>
              <a:rPr lang="en-US" sz="1800">
                <a:solidFill>
                  <a:srgbClr val="000000"/>
                </a:solidFill>
                <a:latin typeface="Consolas" panose="020B0609020204030204" pitchFamily="49" charset="0"/>
              </a:rPr>
              <a:t>        }</a:t>
            </a:r>
          </a:p>
          <a:p>
            <a:endParaRPr lang="en-US">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 Creates an instance of delegate</a:t>
            </a:r>
            <a:endParaRPr lang="en-US" sz="1800">
              <a:solidFill>
                <a:srgbClr val="000000"/>
              </a:solidFill>
              <a:latin typeface="Consolas" panose="020B0609020204030204" pitchFamily="49" charset="0"/>
            </a:endParaRPr>
          </a:p>
          <a:p>
            <a:r>
              <a:rPr lang="it-IT">
                <a:solidFill>
                  <a:srgbClr val="2B91AF"/>
                </a:solidFill>
                <a:latin typeface="Consolas" panose="020B0609020204030204" pitchFamily="49" charset="0"/>
              </a:rPr>
              <a:t>        </a:t>
            </a:r>
            <a:r>
              <a:rPr lang="en-US">
                <a:solidFill>
                  <a:srgbClr val="2B91AF"/>
                </a:solidFill>
                <a:latin typeface="Consolas" panose="020B0609020204030204" pitchFamily="49" charset="0"/>
              </a:rPr>
              <a:t>  Del </a:t>
            </a:r>
            <a:r>
              <a:rPr lang="en-US" sz="1800" err="1">
                <a:solidFill>
                  <a:srgbClr val="000000"/>
                </a:solidFill>
                <a:latin typeface="Consolas" panose="020B0609020204030204" pitchFamily="49" charset="0"/>
              </a:rPr>
              <a:t>myDelegate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a:solidFill>
                  <a:srgbClr val="2B91AF"/>
                </a:solidFill>
                <a:latin typeface="Consolas" panose="020B0609020204030204" pitchFamily="49" charset="0"/>
              </a:rPr>
              <a:t>Del</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NormalMethod</a:t>
            </a:r>
            <a:r>
              <a:rPr lang="en-US" sz="1800">
                <a:solidFill>
                  <a:srgbClr val="000000"/>
                </a:solidFill>
                <a:latin typeface="Consolas" panose="020B0609020204030204" pitchFamily="49" charset="0"/>
              </a:rPr>
              <a:t>);</a:t>
            </a:r>
          </a:p>
          <a:p>
            <a:endParaRPr lang="en-US"/>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//pass a delegate as a variable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otheresult</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RunOtherMethod</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myDelegate</a:t>
            </a:r>
            <a:r>
              <a:rPr lang="en-US" sz="1800">
                <a:solidFill>
                  <a:srgbClr val="000000"/>
                </a:solidFill>
                <a:latin typeface="Consolas" panose="020B0609020204030204" pitchFamily="49" charset="0"/>
              </a:rPr>
              <a:t>, 4);</a:t>
            </a:r>
            <a:endParaRPr lang="en-US"/>
          </a:p>
        </p:txBody>
      </p:sp>
      <p:sp>
        <p:nvSpPr>
          <p:cNvPr id="8" name="Title 1">
            <a:extLst>
              <a:ext uri="{FF2B5EF4-FFF2-40B4-BE49-F238E27FC236}">
                <a16:creationId xmlns:a16="http://schemas.microsoft.com/office/drawing/2014/main" id="{47F2ADDD-B3AE-4237-B08E-99CE5760FF5C}"/>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Live demo - delegate</a:t>
            </a:r>
            <a:endParaRPr lang="da-DK">
              <a:solidFill>
                <a:schemeClr val="accent2"/>
              </a:solidFill>
            </a:endParaRPr>
          </a:p>
        </p:txBody>
      </p:sp>
    </p:spTree>
    <p:extLst>
      <p:ext uri="{BB962C8B-B14F-4D97-AF65-F5344CB8AC3E}">
        <p14:creationId xmlns:p14="http://schemas.microsoft.com/office/powerpoint/2010/main" val="4248126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3" name="Title 1">
            <a:extLst>
              <a:ext uri="{FF2B5EF4-FFF2-40B4-BE49-F238E27FC236}">
                <a16:creationId xmlns:a16="http://schemas.microsoft.com/office/drawing/2014/main" id="{15AEB0FC-F055-4E52-87A4-B49959776709}"/>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Live demo – anonymous method</a:t>
            </a:r>
          </a:p>
        </p:txBody>
      </p:sp>
      <p:sp>
        <p:nvSpPr>
          <p:cNvPr id="5" name="TextBox 4">
            <a:extLst>
              <a:ext uri="{FF2B5EF4-FFF2-40B4-BE49-F238E27FC236}">
                <a16:creationId xmlns:a16="http://schemas.microsoft.com/office/drawing/2014/main" id="{DABD09B1-2F83-4465-8432-C6078F961372}"/>
              </a:ext>
            </a:extLst>
          </p:cNvPr>
          <p:cNvSpPr txBox="1"/>
          <p:nvPr/>
        </p:nvSpPr>
        <p:spPr>
          <a:xfrm>
            <a:off x="753291" y="1928837"/>
            <a:ext cx="11321962" cy="646331"/>
          </a:xfrm>
          <a:prstGeom prst="rect">
            <a:avLst/>
          </a:prstGeom>
          <a:noFill/>
        </p:spPr>
        <p:txBody>
          <a:bodyPr wrap="square">
            <a:spAutoFit/>
          </a:bodyPr>
          <a:lstStyle/>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//anonymous  method is delegate and returns a delegate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600">
                <a:solidFill>
                  <a:srgbClr val="2B91AF"/>
                </a:solidFill>
                <a:latin typeface="Consolas" panose="020B0609020204030204" pitchFamily="49" charset="0"/>
              </a:rPr>
              <a:t>Del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anonymousMyDelegate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 {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number * 2.0; };</a:t>
            </a:r>
            <a:endParaRPr lang="en-US"/>
          </a:p>
        </p:txBody>
      </p:sp>
      <p:sp>
        <p:nvSpPr>
          <p:cNvPr id="4" name="TextBox 3">
            <a:extLst>
              <a:ext uri="{FF2B5EF4-FFF2-40B4-BE49-F238E27FC236}">
                <a16:creationId xmlns:a16="http://schemas.microsoft.com/office/drawing/2014/main" id="{A2C08ECB-AAF0-4FA0-8711-474A53490B8C}"/>
              </a:ext>
            </a:extLst>
          </p:cNvPr>
          <p:cNvSpPr txBox="1"/>
          <p:nvPr/>
        </p:nvSpPr>
        <p:spPr>
          <a:xfrm>
            <a:off x="1001485" y="2786792"/>
            <a:ext cx="6975566" cy="646331"/>
          </a:xfrm>
          <a:prstGeom prst="rect">
            <a:avLst/>
          </a:prstGeom>
          <a:noFill/>
        </p:spPr>
        <p:txBody>
          <a:bodyPr wrap="none" lIns="0" tIns="0" rIns="0" bIns="0" rtlCol="0">
            <a:noAutofit/>
          </a:bodyPr>
          <a:lstStyle/>
          <a:p>
            <a:pPr defTabSz="179388">
              <a:buClr>
                <a:srgbClr val="00DEE6"/>
              </a:buClr>
            </a:pPr>
            <a:r>
              <a:rPr lang="en-US" sz="1600">
                <a:latin typeface="+mn-lt"/>
              </a:rPr>
              <a:t>This is identical to </a:t>
            </a:r>
            <a:br>
              <a:rPr lang="en-US" sz="1600">
                <a:latin typeface="+mn-lt"/>
              </a:rPr>
            </a:br>
            <a:r>
              <a:rPr lang="en-US" sz="1600">
                <a:solidFill>
                  <a:srgbClr val="2B91AF"/>
                </a:solidFill>
                <a:latin typeface="Consolas" panose="020B0609020204030204" pitchFamily="49" charset="0"/>
              </a:rPr>
              <a:t>Del </a:t>
            </a:r>
            <a:r>
              <a:rPr lang="en-US" sz="1600" err="1">
                <a:solidFill>
                  <a:srgbClr val="000000"/>
                </a:solidFill>
                <a:latin typeface="Consolas" panose="020B0609020204030204" pitchFamily="49" charset="0"/>
              </a:rPr>
              <a:t>myDelegate</a:t>
            </a:r>
            <a:r>
              <a:rPr lang="en-US" sz="1600">
                <a:solidFill>
                  <a:srgbClr val="000000"/>
                </a:solidFill>
                <a:latin typeface="Consolas" panose="020B0609020204030204" pitchFamily="49" charset="0"/>
              </a:rPr>
              <a:t>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Del</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NormalMethod</a:t>
            </a:r>
            <a:r>
              <a:rPr lang="en-US" sz="1600">
                <a:solidFill>
                  <a:srgbClr val="000000"/>
                </a:solidFill>
                <a:latin typeface="Consolas" panose="020B0609020204030204" pitchFamily="49" charset="0"/>
              </a:rPr>
              <a:t>);</a:t>
            </a:r>
          </a:p>
          <a:p>
            <a:pPr marL="0" indent="0" defTabSz="179388">
              <a:buClr>
                <a:srgbClr val="00DEE6"/>
              </a:buClr>
              <a:buFont typeface="Arial" panose="020B0604020202020204" pitchFamily="34" charset="0"/>
              <a:buNone/>
            </a:pPr>
            <a:endParaRPr lang="en-US" sz="1600">
              <a:latin typeface="+mn-lt"/>
            </a:endParaRPr>
          </a:p>
        </p:txBody>
      </p:sp>
      <p:sp>
        <p:nvSpPr>
          <p:cNvPr id="8" name="TextBox 7">
            <a:extLst>
              <a:ext uri="{FF2B5EF4-FFF2-40B4-BE49-F238E27FC236}">
                <a16:creationId xmlns:a16="http://schemas.microsoft.com/office/drawing/2014/main" id="{A5BBFAEB-E3A0-40BE-B102-07D14E07481E}"/>
              </a:ext>
            </a:extLst>
          </p:cNvPr>
          <p:cNvSpPr txBox="1"/>
          <p:nvPr/>
        </p:nvSpPr>
        <p:spPr>
          <a:xfrm>
            <a:off x="814251" y="3808214"/>
            <a:ext cx="7950926" cy="646331"/>
          </a:xfrm>
          <a:prstGeom prst="rect">
            <a:avLst/>
          </a:prstGeom>
          <a:noFill/>
        </p:spPr>
        <p:txBody>
          <a:bodyPr wrap="square" lIns="91440" tIns="45720" rIns="91440" bIns="45720" anchor="t">
            <a:spAutoFit/>
          </a:bodyPr>
          <a:lstStyle/>
          <a:p>
            <a:r>
              <a:rPr lang="en-US" sz="1800">
                <a:solidFill>
                  <a:srgbClr val="008000"/>
                </a:solidFill>
                <a:latin typeface="Consolas" panose="020B0609020204030204" pitchFamily="49" charset="0"/>
              </a:rPr>
              <a:t>//call a method</a:t>
            </a:r>
            <a:endParaRPr lang="en-US" sz="1800">
              <a:solidFill>
                <a:srgbClr val="000000"/>
              </a:solidFill>
              <a:latin typeface="Consolas" panose="020B0609020204030204" pitchFamily="49" charset="0"/>
            </a:endParaRPr>
          </a:p>
          <a:p>
            <a:r>
              <a:rPr lang="en-US" sz="1800">
                <a:solidFill>
                  <a:srgbClr val="0000FF"/>
                </a:solidFill>
                <a:latin typeface="Consolas"/>
                <a:ea typeface="ＭＳ Ｐゴシック"/>
              </a:rPr>
              <a:t>double</a:t>
            </a:r>
            <a:r>
              <a:rPr lang="en-US" sz="1800">
                <a:solidFill>
                  <a:srgbClr val="000000"/>
                </a:solidFill>
                <a:latin typeface="Consolas"/>
                <a:ea typeface="ＭＳ Ｐゴシック"/>
              </a:rPr>
              <a:t> </a:t>
            </a:r>
            <a:r>
              <a:rPr lang="en-US">
                <a:solidFill>
                  <a:srgbClr val="000000"/>
                </a:solidFill>
                <a:latin typeface="Consolas"/>
                <a:ea typeface="ＭＳ Ｐゴシック"/>
              </a:rPr>
              <a:t>anonymousResult</a:t>
            </a:r>
            <a:r>
              <a:rPr lang="en-US" sz="1800">
                <a:solidFill>
                  <a:srgbClr val="000000"/>
                </a:solidFill>
                <a:latin typeface="Consolas"/>
                <a:ea typeface="ＭＳ Ｐゴシック"/>
              </a:rPr>
              <a:t> = </a:t>
            </a:r>
            <a:r>
              <a:rPr lang="en-US" sz="1800" err="1">
                <a:solidFill>
                  <a:srgbClr val="000000"/>
                </a:solidFill>
                <a:latin typeface="Consolas"/>
                <a:ea typeface="ＭＳ Ｐゴシック"/>
              </a:rPr>
              <a:t>anonymousMyDelegate</a:t>
            </a:r>
            <a:r>
              <a:rPr lang="en-US" sz="1800">
                <a:solidFill>
                  <a:srgbClr val="000000"/>
                </a:solidFill>
                <a:latin typeface="Consolas"/>
                <a:ea typeface="ＭＳ Ｐゴシック"/>
              </a:rPr>
              <a:t>(4);</a:t>
            </a:r>
            <a:endParaRPr lang="en-US">
              <a:latin typeface="Consolas"/>
              <a:ea typeface="ＭＳ Ｐゴシック"/>
            </a:endParaRPr>
          </a:p>
        </p:txBody>
      </p:sp>
    </p:spTree>
    <p:extLst>
      <p:ext uri="{BB962C8B-B14F-4D97-AF65-F5344CB8AC3E}">
        <p14:creationId xmlns:p14="http://schemas.microsoft.com/office/powerpoint/2010/main" val="667300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9" name="TextBox 8">
            <a:extLst>
              <a:ext uri="{FF2B5EF4-FFF2-40B4-BE49-F238E27FC236}">
                <a16:creationId xmlns:a16="http://schemas.microsoft.com/office/drawing/2014/main" id="{616A1DDA-D678-420F-969E-B31D5A729A49}"/>
              </a:ext>
            </a:extLst>
          </p:cNvPr>
          <p:cNvSpPr txBox="1"/>
          <p:nvPr/>
        </p:nvSpPr>
        <p:spPr>
          <a:xfrm>
            <a:off x="649139" y="1733516"/>
            <a:ext cx="10149490" cy="369332"/>
          </a:xfrm>
          <a:prstGeom prst="rect">
            <a:avLst/>
          </a:prstGeom>
          <a:noFill/>
        </p:spPr>
        <p:txBody>
          <a:bodyPr wrap="square">
            <a:spAutoFit/>
          </a:bodyPr>
          <a:lstStyle/>
          <a:p>
            <a:r>
              <a:rPr lang="en-US" b="0" i="0" u="none" strike="noStrike">
                <a:solidFill>
                  <a:srgbClr val="0000FF"/>
                </a:solidFill>
                <a:effectLst/>
                <a:latin typeface="open sans" panose="020B0604020202020204" pitchFamily="34" charset="0"/>
                <a:hlinkClick r:id="rId3"/>
              </a:rPr>
              <a:t>Lambda expression</a:t>
            </a:r>
            <a:r>
              <a:rPr lang="en-US" b="0" i="0">
                <a:solidFill>
                  <a:srgbClr val="212121"/>
                </a:solidFill>
                <a:effectLst/>
                <a:latin typeface="open sans" panose="020B0604020202020204" pitchFamily="34" charset="0"/>
              </a:rPr>
              <a:t> is an anonymous method that can be used to create delegates</a:t>
            </a:r>
            <a:endParaRPr lang="en-US"/>
          </a:p>
        </p:txBody>
      </p:sp>
      <p:sp>
        <p:nvSpPr>
          <p:cNvPr id="10" name="TextBox 9">
            <a:extLst>
              <a:ext uri="{FF2B5EF4-FFF2-40B4-BE49-F238E27FC236}">
                <a16:creationId xmlns:a16="http://schemas.microsoft.com/office/drawing/2014/main" id="{54973EE7-085E-4AD2-839A-1DE51C4F9301}"/>
              </a:ext>
            </a:extLst>
          </p:cNvPr>
          <p:cNvSpPr txBox="1"/>
          <p:nvPr/>
        </p:nvSpPr>
        <p:spPr>
          <a:xfrm>
            <a:off x="875212" y="3451496"/>
            <a:ext cx="9923417" cy="1477328"/>
          </a:xfrm>
          <a:prstGeom prst="rect">
            <a:avLst/>
          </a:prstGeom>
          <a:noFill/>
        </p:spPr>
        <p:txBody>
          <a:bodyPr wrap="square">
            <a:spAutoFit/>
          </a:bodyPr>
          <a:lstStyle/>
          <a:p>
            <a:endParaRPr lang="en-US" sz="1800">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//lambda expressions are anything with =&gt; and right/left value</a:t>
            </a:r>
            <a:endParaRPr lang="en-US" sz="1800">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 they return a delegate so a method that can be invoked</a:t>
            </a:r>
            <a:endParaRPr lang="en-US" sz="1800">
              <a:solidFill>
                <a:srgbClr val="000000"/>
              </a:solidFill>
              <a:latin typeface="Consolas" panose="020B0609020204030204" pitchFamily="49" charset="0"/>
            </a:endParaRPr>
          </a:p>
          <a:p>
            <a:r>
              <a:rPr lang="en-US" sz="1600">
                <a:solidFill>
                  <a:srgbClr val="2B91AF"/>
                </a:solidFill>
                <a:latin typeface="Consolas" panose="020B0609020204030204" pitchFamily="49" charset="0"/>
              </a:rPr>
              <a:t>Del </a:t>
            </a:r>
            <a:r>
              <a:rPr lang="en-US" sz="1800" err="1">
                <a:solidFill>
                  <a:srgbClr val="000000"/>
                </a:solidFill>
                <a:latin typeface="Consolas" panose="020B0609020204030204" pitchFamily="49" charset="0"/>
              </a:rPr>
              <a:t>lambdaMyDelegate</a:t>
            </a:r>
            <a:r>
              <a:rPr lang="en-US" sz="1800">
                <a:solidFill>
                  <a:srgbClr val="000000"/>
                </a:solidFill>
                <a:latin typeface="Consolas" panose="020B0609020204030204" pitchFamily="49" charset="0"/>
              </a:rPr>
              <a:t> = number =&gt; number * 2.0;</a:t>
            </a:r>
          </a:p>
          <a:p>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lambdaResult</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lambdaMyDelegate</a:t>
            </a:r>
            <a:r>
              <a:rPr lang="en-US" sz="1800">
                <a:solidFill>
                  <a:srgbClr val="000000"/>
                </a:solidFill>
                <a:latin typeface="Consolas" panose="020B0609020204030204" pitchFamily="49" charset="0"/>
              </a:rPr>
              <a:t>(4);</a:t>
            </a:r>
            <a:endParaRPr lang="en-US"/>
          </a:p>
        </p:txBody>
      </p:sp>
      <p:sp>
        <p:nvSpPr>
          <p:cNvPr id="11" name="Title 1">
            <a:extLst>
              <a:ext uri="{FF2B5EF4-FFF2-40B4-BE49-F238E27FC236}">
                <a16:creationId xmlns:a16="http://schemas.microsoft.com/office/drawing/2014/main" id="{57F30641-CE6A-4975-863F-2DBAE4B5F2DE}"/>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Live demo – Lambda expression</a:t>
            </a:r>
          </a:p>
        </p:txBody>
      </p:sp>
      <p:sp>
        <p:nvSpPr>
          <p:cNvPr id="12" name="TextBox 11">
            <a:extLst>
              <a:ext uri="{FF2B5EF4-FFF2-40B4-BE49-F238E27FC236}">
                <a16:creationId xmlns:a16="http://schemas.microsoft.com/office/drawing/2014/main" id="{EBB78E88-D722-4300-AA1E-13CCCB02573F}"/>
              </a:ext>
            </a:extLst>
          </p:cNvPr>
          <p:cNvSpPr txBox="1"/>
          <p:nvPr/>
        </p:nvSpPr>
        <p:spPr>
          <a:xfrm>
            <a:off x="778000" y="2218679"/>
            <a:ext cx="11064240" cy="666317"/>
          </a:xfrm>
          <a:prstGeom prst="rect">
            <a:avLst/>
          </a:prstGeom>
          <a:noFill/>
        </p:spPr>
        <p:txBody>
          <a:bodyPr wrap="square">
            <a:spAutoFit/>
          </a:bodyPr>
          <a:lstStyle/>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//anonymous  method is delegate and returns a delegate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600">
                <a:solidFill>
                  <a:srgbClr val="2B91AF"/>
                </a:solidFill>
                <a:latin typeface="Consolas" panose="020B0609020204030204" pitchFamily="49" charset="0"/>
              </a:rPr>
              <a:t>Del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anonymousMyDelegate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 {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number * 2.0; };</a:t>
            </a:r>
            <a:endParaRPr lang="en-US"/>
          </a:p>
        </p:txBody>
      </p:sp>
      <p:sp>
        <p:nvSpPr>
          <p:cNvPr id="7" name="Arrow: Down 6">
            <a:extLst>
              <a:ext uri="{FF2B5EF4-FFF2-40B4-BE49-F238E27FC236}">
                <a16:creationId xmlns:a16="http://schemas.microsoft.com/office/drawing/2014/main" id="{08762D2A-6F28-439E-876D-E80E8A59F8AE}"/>
              </a:ext>
            </a:extLst>
          </p:cNvPr>
          <p:cNvSpPr/>
          <p:nvPr/>
        </p:nvSpPr>
        <p:spPr>
          <a:xfrm>
            <a:off x="3831771" y="2884996"/>
            <a:ext cx="278675" cy="772604"/>
          </a:xfrm>
          <a:prstGeom prst="downArrow">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7" name="TextBox 16">
            <a:extLst>
              <a:ext uri="{FF2B5EF4-FFF2-40B4-BE49-F238E27FC236}">
                <a16:creationId xmlns:a16="http://schemas.microsoft.com/office/drawing/2014/main" id="{B9523952-0863-477A-8915-975FFCE1236B}"/>
              </a:ext>
            </a:extLst>
          </p:cNvPr>
          <p:cNvSpPr txBox="1"/>
          <p:nvPr/>
        </p:nvSpPr>
        <p:spPr>
          <a:xfrm>
            <a:off x="777999" y="5103674"/>
            <a:ext cx="10813109" cy="1477328"/>
          </a:xfrm>
          <a:prstGeom prst="rect">
            <a:avLst/>
          </a:prstGeom>
          <a:noFill/>
        </p:spPr>
        <p:txBody>
          <a:bodyPr wrap="square">
            <a:spAutoFit/>
          </a:bodyPr>
          <a:lstStyle/>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//nicer way to write a lambda</a:t>
            </a:r>
            <a:endParaRPr lang="en-US" sz="1800">
              <a:solidFill>
                <a:srgbClr val="000000"/>
              </a:solidFill>
              <a:latin typeface="Consolas" panose="020B0609020204030204" pitchFamily="49" charset="0"/>
            </a:endParaRPr>
          </a:p>
          <a:p>
            <a:r>
              <a:rPr lang="en-US" sz="1600">
                <a:solidFill>
                  <a:srgbClr val="2B91AF"/>
                </a:solidFill>
                <a:latin typeface="Consolas" panose="020B0609020204030204" pitchFamily="49" charset="0"/>
              </a:rPr>
              <a:t> Del </a:t>
            </a:r>
            <a:r>
              <a:rPr lang="en-US" sz="1800" err="1">
                <a:solidFill>
                  <a:srgbClr val="000000"/>
                </a:solidFill>
                <a:latin typeface="Consolas" panose="020B0609020204030204" pitchFamily="49" charset="0"/>
              </a:rPr>
              <a:t>nicerlambdaMyDelegate</a:t>
            </a:r>
            <a:r>
              <a:rPr lang="en-US" sz="1800">
                <a:solidFill>
                  <a:srgbClr val="000000"/>
                </a:solidFill>
                <a:latin typeface="Consolas" panose="020B0609020204030204" pitchFamily="49" charset="0"/>
              </a:rPr>
              <a:t> = (number) =&gt;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number * 2.0;</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nicerlambdaResult</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nicerlambdaMyDelegate</a:t>
            </a:r>
            <a:r>
              <a:rPr lang="en-US" sz="1800">
                <a:solidFill>
                  <a:srgbClr val="000000"/>
                </a:solidFill>
                <a:latin typeface="Consolas" panose="020B0609020204030204" pitchFamily="49" charset="0"/>
              </a:rPr>
              <a:t>(4);</a:t>
            </a:r>
            <a:endParaRPr lang="en-US"/>
          </a:p>
        </p:txBody>
      </p:sp>
    </p:spTree>
    <p:extLst>
      <p:ext uri="{BB962C8B-B14F-4D97-AF65-F5344CB8AC3E}">
        <p14:creationId xmlns:p14="http://schemas.microsoft.com/office/powerpoint/2010/main" val="362718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9" name="TextBox 8">
            <a:extLst>
              <a:ext uri="{FF2B5EF4-FFF2-40B4-BE49-F238E27FC236}">
                <a16:creationId xmlns:a16="http://schemas.microsoft.com/office/drawing/2014/main" id="{4BE7A785-7CEE-4D08-94B1-E0A95BA9697D}"/>
              </a:ext>
            </a:extLst>
          </p:cNvPr>
          <p:cNvSpPr txBox="1"/>
          <p:nvPr/>
        </p:nvSpPr>
        <p:spPr>
          <a:xfrm>
            <a:off x="268014" y="1669742"/>
            <a:ext cx="12068503" cy="6370975"/>
          </a:xfrm>
          <a:prstGeom prst="rect">
            <a:avLst/>
          </a:prstGeom>
          <a:noFill/>
        </p:spPr>
        <p:txBody>
          <a:bodyPr wrap="square">
            <a:spAutoFit/>
          </a:bodyPr>
          <a:lstStyle/>
          <a:p>
            <a:r>
              <a:rPr lang="en-US"/>
              <a:t>Encapsulates a method that has no parameters and does not return a value.</a:t>
            </a:r>
          </a:p>
          <a:p>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Action</a:t>
            </a:r>
            <a:r>
              <a:rPr lang="en-US" sz="1800">
                <a:solidFill>
                  <a:srgbClr val="000000"/>
                </a:solidFill>
                <a:latin typeface="Consolas" panose="020B0609020204030204" pitchFamily="49" charset="0"/>
              </a:rPr>
              <a:t>();</a:t>
            </a:r>
            <a:br>
              <a:rPr lang="en-US" sz="1800">
                <a:solidFill>
                  <a:srgbClr val="000000"/>
                </a:solidFill>
                <a:latin typeface="Consolas" panose="020B0609020204030204" pitchFamily="49" charset="0"/>
              </a:rPr>
            </a:br>
            <a:endParaRPr lang="en-US" sz="1800">
              <a:solidFill>
                <a:srgbClr val="000000"/>
              </a:solidFill>
              <a:latin typeface="Consolas" panose="020B0609020204030204" pitchFamily="49" charset="0"/>
            </a:endParaRPr>
          </a:p>
          <a:p>
            <a:r>
              <a:rPr lang="en-US"/>
              <a:t>Encapsulates a method that has a single parameter and does not return a value.</a:t>
            </a:r>
          </a:p>
          <a:p>
            <a:r>
              <a:rPr lang="fr-FR" sz="1800">
                <a:solidFill>
                  <a:srgbClr val="0000FF"/>
                </a:solidFill>
                <a:latin typeface="Consolas" panose="020B0609020204030204" pitchFamily="49" charset="0"/>
              </a:rPr>
              <a:t>public</a:t>
            </a:r>
            <a:r>
              <a:rPr lang="fr-FR" sz="1800">
                <a:solidFill>
                  <a:srgbClr val="000000"/>
                </a:solidFill>
                <a:latin typeface="Consolas" panose="020B0609020204030204" pitchFamily="49" charset="0"/>
              </a:rPr>
              <a:t> </a:t>
            </a:r>
            <a:r>
              <a:rPr lang="fr-FR" sz="1800" err="1">
                <a:solidFill>
                  <a:srgbClr val="0000FF"/>
                </a:solidFill>
                <a:latin typeface="Consolas" panose="020B0609020204030204" pitchFamily="49" charset="0"/>
              </a:rPr>
              <a:t>delegate</a:t>
            </a:r>
            <a:r>
              <a:rPr lang="fr-FR" sz="1800">
                <a:solidFill>
                  <a:srgbClr val="000000"/>
                </a:solidFill>
                <a:latin typeface="Consolas" panose="020B0609020204030204" pitchFamily="49" charset="0"/>
              </a:rPr>
              <a:t> </a:t>
            </a:r>
            <a:r>
              <a:rPr lang="fr-FR" sz="1800" err="1">
                <a:solidFill>
                  <a:srgbClr val="0000FF"/>
                </a:solidFill>
                <a:latin typeface="Consolas" panose="020B0609020204030204" pitchFamily="49" charset="0"/>
              </a:rPr>
              <a:t>void</a:t>
            </a:r>
            <a:r>
              <a:rPr lang="fr-FR" sz="1800">
                <a:solidFill>
                  <a:srgbClr val="000000"/>
                </a:solidFill>
                <a:latin typeface="Consolas" panose="020B0609020204030204" pitchFamily="49" charset="0"/>
              </a:rPr>
              <a:t> </a:t>
            </a:r>
            <a:r>
              <a:rPr lang="fr-FR" sz="1800">
                <a:solidFill>
                  <a:srgbClr val="2B91AF"/>
                </a:solidFill>
                <a:latin typeface="Consolas" panose="020B0609020204030204" pitchFamily="49" charset="0"/>
              </a:rPr>
              <a:t>Action</a:t>
            </a:r>
            <a:r>
              <a:rPr lang="fr-FR" sz="1800">
                <a:solidFill>
                  <a:srgbClr val="000000"/>
                </a:solidFill>
                <a:latin typeface="Consolas" panose="020B0609020204030204" pitchFamily="49" charset="0"/>
              </a:rPr>
              <a:t>&lt;</a:t>
            </a:r>
            <a:r>
              <a:rPr lang="fr-FR" sz="1800">
                <a:solidFill>
                  <a:srgbClr val="0000FF"/>
                </a:solidFill>
                <a:latin typeface="Consolas" panose="020B0609020204030204" pitchFamily="49" charset="0"/>
              </a:rPr>
              <a:t>in</a:t>
            </a:r>
            <a:r>
              <a:rPr lang="fr-FR" sz="1800">
                <a:solidFill>
                  <a:srgbClr val="000000"/>
                </a:solidFill>
                <a:latin typeface="Consolas" panose="020B0609020204030204" pitchFamily="49" charset="0"/>
              </a:rPr>
              <a:t> </a:t>
            </a:r>
            <a:r>
              <a:rPr lang="fr-FR" sz="1800">
                <a:solidFill>
                  <a:srgbClr val="2B91AF"/>
                </a:solidFill>
                <a:latin typeface="Consolas" panose="020B0609020204030204" pitchFamily="49" charset="0"/>
              </a:rPr>
              <a:t>T</a:t>
            </a:r>
            <a:r>
              <a:rPr lang="fr-FR" sz="1800">
                <a:solidFill>
                  <a:srgbClr val="000000"/>
                </a:solidFill>
                <a:latin typeface="Consolas" panose="020B0609020204030204" pitchFamily="49" charset="0"/>
              </a:rPr>
              <a:t>&gt;(T </a:t>
            </a:r>
            <a:r>
              <a:rPr lang="fr-FR" sz="1800" err="1">
                <a:solidFill>
                  <a:srgbClr val="000000"/>
                </a:solidFill>
                <a:latin typeface="Consolas" panose="020B0609020204030204" pitchFamily="49" charset="0"/>
              </a:rPr>
              <a:t>obj</a:t>
            </a:r>
            <a:r>
              <a:rPr lang="fr-FR" sz="1800">
                <a:solidFill>
                  <a:srgbClr val="000000"/>
                </a:solidFill>
                <a:latin typeface="Consolas" panose="020B0609020204030204" pitchFamily="49" charset="0"/>
              </a:rPr>
              <a:t>);</a:t>
            </a:r>
            <a:br>
              <a:rPr lang="fr-FR" sz="1800">
                <a:solidFill>
                  <a:srgbClr val="000000"/>
                </a:solidFill>
                <a:latin typeface="Consolas" panose="020B0609020204030204" pitchFamily="49" charset="0"/>
              </a:rPr>
            </a:br>
            <a:endParaRPr lang="fr-FR" sz="1800">
              <a:solidFill>
                <a:srgbClr val="000000"/>
              </a:solidFill>
              <a:latin typeface="Consolas" panose="020B0609020204030204" pitchFamily="49" charset="0"/>
            </a:endParaRPr>
          </a:p>
          <a:p>
            <a:r>
              <a:rPr lang="en-US"/>
              <a:t>Encapsulates a method that has two parameters and does not return a value</a:t>
            </a:r>
            <a:br>
              <a:rPr lang="en-US"/>
            </a:b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Action</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T1</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T2</a:t>
            </a:r>
            <a:r>
              <a:rPr lang="en-US" sz="1800">
                <a:solidFill>
                  <a:srgbClr val="000000"/>
                </a:solidFill>
                <a:latin typeface="Consolas" panose="020B0609020204030204" pitchFamily="49" charset="0"/>
              </a:rPr>
              <a:t>&gt;(</a:t>
            </a:r>
            <a:r>
              <a:rPr lang="en-US" sz="1800">
                <a:solidFill>
                  <a:schemeClr val="accent1">
                    <a:lumMod val="75000"/>
                  </a:schemeClr>
                </a:solidFill>
                <a:latin typeface="Consolas" panose="020B0609020204030204" pitchFamily="49" charset="0"/>
              </a:rPr>
              <a:t>T1</a:t>
            </a:r>
            <a:r>
              <a:rPr lang="en-US" sz="1800">
                <a:solidFill>
                  <a:srgbClr val="000000"/>
                </a:solidFill>
                <a:latin typeface="Consolas" panose="020B0609020204030204" pitchFamily="49" charset="0"/>
              </a:rPr>
              <a:t> arg1, </a:t>
            </a:r>
            <a:r>
              <a:rPr lang="en-US" sz="1800">
                <a:solidFill>
                  <a:schemeClr val="accent1">
                    <a:lumMod val="75000"/>
                  </a:schemeClr>
                </a:solidFill>
                <a:latin typeface="Consolas" panose="020B0609020204030204" pitchFamily="49" charset="0"/>
              </a:rPr>
              <a:t>T2</a:t>
            </a:r>
            <a:r>
              <a:rPr lang="en-US" sz="1800">
                <a:solidFill>
                  <a:srgbClr val="000000"/>
                </a:solidFill>
                <a:latin typeface="Consolas" panose="020B0609020204030204" pitchFamily="49" charset="0"/>
              </a:rPr>
              <a:t> arg2);</a:t>
            </a:r>
          </a:p>
          <a:p>
            <a:endParaRPr lang="en-US">
              <a:solidFill>
                <a:srgbClr val="000000"/>
              </a:solidFill>
              <a:latin typeface="Consolas" panose="020B0609020204030204" pitchFamily="49" charset="0"/>
            </a:endParaRPr>
          </a:p>
          <a:p>
            <a:r>
              <a:rPr lang="en-US" sz="1600">
                <a:solidFill>
                  <a:srgbClr val="E2AC00"/>
                </a:solidFill>
                <a:latin typeface="Consolas" panose="020B0609020204030204" pitchFamily="49" charset="0"/>
              </a:rPr>
              <a:t>Action</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myAction</a:t>
            </a:r>
            <a:r>
              <a:rPr lang="en-US" sz="1600">
                <a:solidFill>
                  <a:srgbClr val="000000"/>
                </a:solidFill>
                <a:latin typeface="Consolas" panose="020B0609020204030204" pitchFamily="49" charset="0"/>
              </a:rPr>
              <a:t> = () =&gt; { </a:t>
            </a:r>
            <a:r>
              <a:rPr lang="en-US" sz="1600" err="1">
                <a:solidFill>
                  <a:srgbClr val="000000"/>
                </a:solidFill>
                <a:latin typeface="Consolas" panose="020B0609020204030204" pitchFamily="49" charset="0"/>
              </a:rPr>
              <a:t>Console.WriteLine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"Hello"</a:t>
            </a:r>
            <a:r>
              <a:rPr lang="en-US" sz="1600">
                <a:solidFill>
                  <a:srgbClr val="000000"/>
                </a:solidFill>
                <a:latin typeface="Consolas" panose="020B0609020204030204" pitchFamily="49" charset="0"/>
              </a:rPr>
              <a:t>); };</a:t>
            </a:r>
          </a:p>
          <a:p>
            <a:r>
              <a:rPr lang="en-US" sz="1600">
                <a:solidFill>
                  <a:srgbClr val="E2AC00"/>
                </a:solidFill>
                <a:latin typeface="Consolas" panose="020B0609020204030204" pitchFamily="49" charset="0"/>
              </a:rPr>
              <a:t>Action</a:t>
            </a:r>
            <a:r>
              <a:rPr lang="en-US" sz="1600">
                <a:solidFill>
                  <a:srgbClr val="000000"/>
                </a:solidFill>
                <a:latin typeface="Consolas" panose="020B0609020204030204" pitchFamily="49" charset="0"/>
              </a:rPr>
              <a:t>&lt;</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&gt; myAction2 = name =&gt; { </a:t>
            </a:r>
            <a:r>
              <a:rPr lang="en-US" sz="1600" err="1">
                <a:solidFill>
                  <a:srgbClr val="000000"/>
                </a:solidFill>
                <a:latin typeface="Consolas" panose="020B0609020204030204" pitchFamily="49" charset="0"/>
              </a:rPr>
              <a:t>Console.WriteLine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$"Hello </a:t>
            </a:r>
            <a:r>
              <a:rPr lang="en-US" sz="1600">
                <a:solidFill>
                  <a:srgbClr val="000000"/>
                </a:solidFill>
                <a:latin typeface="Consolas" panose="020B0609020204030204" pitchFamily="49" charset="0"/>
              </a:rPr>
              <a:t>{name}</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 };</a:t>
            </a:r>
          </a:p>
          <a:p>
            <a:r>
              <a:rPr lang="en-US" sz="1600">
                <a:solidFill>
                  <a:srgbClr val="E2AC00"/>
                </a:solidFill>
                <a:latin typeface="Consolas" panose="020B0609020204030204" pitchFamily="49" charset="0"/>
              </a:rPr>
              <a:t>Action</a:t>
            </a:r>
            <a:r>
              <a:rPr lang="en-US" sz="1600">
                <a:solidFill>
                  <a:srgbClr val="000000"/>
                </a:solidFill>
                <a:latin typeface="Consolas" panose="020B0609020204030204" pitchFamily="49" charset="0"/>
              </a:rPr>
              <a:t>&lt;</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&gt; myAction3 = (name, surname) =&gt; { </a:t>
            </a:r>
            <a:r>
              <a:rPr lang="en-US" sz="1600" err="1">
                <a:solidFill>
                  <a:srgbClr val="000000"/>
                </a:solidFill>
                <a:latin typeface="Consolas" panose="020B0609020204030204" pitchFamily="49" charset="0"/>
              </a:rPr>
              <a:t>Console.WriteLine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$"Hello </a:t>
            </a:r>
            <a:r>
              <a:rPr lang="en-US" sz="1600">
                <a:solidFill>
                  <a:srgbClr val="000000"/>
                </a:solidFill>
                <a:latin typeface="Consolas" panose="020B0609020204030204" pitchFamily="49" charset="0"/>
              </a:rPr>
              <a:t>{name}</a:t>
            </a:r>
            <a:r>
              <a:rPr lang="en-US" sz="1600">
                <a:solidFill>
                  <a:srgbClr val="A31515"/>
                </a:solidFill>
                <a:latin typeface="Consolas" panose="020B0609020204030204" pitchFamily="49" charset="0"/>
              </a:rPr>
              <a:t> </a:t>
            </a:r>
            <a:r>
              <a:rPr lang="en-US" sz="1600">
                <a:solidFill>
                  <a:srgbClr val="000000"/>
                </a:solidFill>
                <a:latin typeface="Consolas" panose="020B0609020204030204" pitchFamily="49" charset="0"/>
              </a:rPr>
              <a:t>{surname}</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 };</a:t>
            </a:r>
          </a:p>
          <a:p>
            <a:endParaRPr lang="en-US">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//run a delegate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myAction</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myAction2(</a:t>
            </a:r>
            <a:r>
              <a:rPr lang="en-US" sz="1800">
                <a:solidFill>
                  <a:srgbClr val="A31515"/>
                </a:solidFill>
                <a:latin typeface="Consolas" panose="020B0609020204030204" pitchFamily="49" charset="0"/>
              </a:rPr>
              <a:t>"Maria"</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myAction3(</a:t>
            </a:r>
            <a:r>
              <a:rPr lang="en-US" sz="1800">
                <a:solidFill>
                  <a:srgbClr val="A31515"/>
                </a:solidFill>
                <a:latin typeface="Consolas" panose="020B0609020204030204" pitchFamily="49" charset="0"/>
              </a:rPr>
              <a:t>"Maria"</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a:t>
            </a:r>
            <a:r>
              <a:rPr lang="en-US" sz="1800" err="1">
                <a:solidFill>
                  <a:srgbClr val="A31515"/>
                </a:solidFill>
                <a:latin typeface="Consolas" panose="020B0609020204030204" pitchFamily="49" charset="0"/>
              </a:rPr>
              <a:t>Ivanenko</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endParaRPr lang="en-US"/>
          </a:p>
          <a:p>
            <a:endParaRPr lang="en-US" sz="1800"/>
          </a:p>
          <a:p>
            <a:endParaRPr lang="en-US"/>
          </a:p>
          <a:p>
            <a:endParaRPr lang="en-US"/>
          </a:p>
          <a:p>
            <a:endParaRPr lang="en-US"/>
          </a:p>
          <a:p>
            <a:endParaRPr lang="en-US"/>
          </a:p>
          <a:p>
            <a:endParaRPr lang="en-US"/>
          </a:p>
        </p:txBody>
      </p:sp>
      <p:sp>
        <p:nvSpPr>
          <p:cNvPr id="17" name="Title 1">
            <a:extLst>
              <a:ext uri="{FF2B5EF4-FFF2-40B4-BE49-F238E27FC236}">
                <a16:creationId xmlns:a16="http://schemas.microsoft.com/office/drawing/2014/main" id="{767A0E5B-E06D-45A1-AE8B-C4019705C571}"/>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Action</a:t>
            </a:r>
          </a:p>
        </p:txBody>
      </p:sp>
    </p:spTree>
    <p:extLst>
      <p:ext uri="{BB962C8B-B14F-4D97-AF65-F5344CB8AC3E}">
        <p14:creationId xmlns:p14="http://schemas.microsoft.com/office/powerpoint/2010/main" val="571162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17" name="Title 1">
            <a:extLst>
              <a:ext uri="{FF2B5EF4-FFF2-40B4-BE49-F238E27FC236}">
                <a16:creationId xmlns:a16="http://schemas.microsoft.com/office/drawing/2014/main" id="{767A0E5B-E06D-45A1-AE8B-C4019705C571}"/>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FUNC</a:t>
            </a:r>
          </a:p>
        </p:txBody>
      </p:sp>
      <p:sp>
        <p:nvSpPr>
          <p:cNvPr id="5" name="TextBox 4">
            <a:extLst>
              <a:ext uri="{FF2B5EF4-FFF2-40B4-BE49-F238E27FC236}">
                <a16:creationId xmlns:a16="http://schemas.microsoft.com/office/drawing/2014/main" id="{37FB4019-DDF5-419B-A0AE-96D589F6C704}"/>
              </a:ext>
            </a:extLst>
          </p:cNvPr>
          <p:cNvSpPr txBox="1"/>
          <p:nvPr/>
        </p:nvSpPr>
        <p:spPr>
          <a:xfrm>
            <a:off x="236136" y="1630526"/>
            <a:ext cx="11651064" cy="4832092"/>
          </a:xfrm>
          <a:prstGeom prst="rect">
            <a:avLst/>
          </a:prstGeom>
          <a:noFill/>
        </p:spPr>
        <p:txBody>
          <a:bodyPr wrap="square">
            <a:spAutoFit/>
          </a:bodyPr>
          <a:lstStyle/>
          <a:p>
            <a:r>
              <a:rPr lang="en-US" sz="1400">
                <a:solidFill>
                  <a:srgbClr val="000000"/>
                </a:solidFill>
                <a:latin typeface="Consolas" panose="020B0609020204030204" pitchFamily="49" charset="0"/>
              </a:rPr>
              <a:t> Encapsulates a method that has no parameters and returns a value of the type specified by the </a:t>
            </a:r>
            <a:r>
              <a:rPr lang="en-US" sz="1400" err="1">
                <a:solidFill>
                  <a:srgbClr val="000000"/>
                </a:solidFill>
                <a:latin typeface="Consolas" panose="020B0609020204030204" pitchFamily="49" charset="0"/>
              </a:rPr>
              <a:t>TResult</a:t>
            </a:r>
            <a:r>
              <a:rPr lang="en-US" sz="1400">
                <a:solidFill>
                  <a:srgbClr val="000000"/>
                </a:solidFill>
                <a:latin typeface="Consolas" panose="020B0609020204030204" pitchFamily="49" charset="0"/>
              </a:rPr>
              <a:t> parameter.</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TResult</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Func</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out</a:t>
            </a:r>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TResult</a:t>
            </a:r>
            <a:r>
              <a:rPr lang="en-US" sz="1800">
                <a:solidFill>
                  <a:srgbClr val="000000"/>
                </a:solidFill>
                <a:latin typeface="Consolas" panose="020B0609020204030204" pitchFamily="49" charset="0"/>
              </a:rPr>
              <a:t>&gt;();</a:t>
            </a:r>
          </a:p>
          <a:p>
            <a:r>
              <a:rPr lang="en-US" sz="18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Encapsulates a method that has one parameter and returns a value of the type specified by the </a:t>
            </a:r>
            <a:r>
              <a:rPr lang="en-US" sz="1400" err="1">
                <a:solidFill>
                  <a:srgbClr val="000000"/>
                </a:solidFill>
                <a:latin typeface="Consolas" panose="020B0609020204030204" pitchFamily="49" charset="0"/>
              </a:rPr>
              <a:t>TResult</a:t>
            </a:r>
            <a:r>
              <a:rPr lang="en-US" sz="1400">
                <a:solidFill>
                  <a:srgbClr val="000000"/>
                </a:solidFill>
                <a:latin typeface="Consolas" panose="020B0609020204030204" pitchFamily="49" charset="0"/>
              </a:rPr>
              <a:t> parameter.</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TResult</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Func</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out</a:t>
            </a:r>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TResult</a:t>
            </a:r>
            <a:r>
              <a:rPr lang="en-US" sz="1800">
                <a:solidFill>
                  <a:srgbClr val="000000"/>
                </a:solidFill>
                <a:latin typeface="Consolas" panose="020B0609020204030204" pitchFamily="49" charset="0"/>
              </a:rPr>
              <a:t>&gt;(T </a:t>
            </a:r>
            <a:r>
              <a:rPr lang="en-US" sz="1800" err="1">
                <a:solidFill>
                  <a:srgbClr val="000000"/>
                </a:solidFill>
                <a:latin typeface="Consolas" panose="020B0609020204030204" pitchFamily="49" charset="0"/>
              </a:rPr>
              <a:t>arg</a:t>
            </a:r>
            <a:r>
              <a:rPr lang="en-US" sz="1800">
                <a:solidFill>
                  <a:srgbClr val="000000"/>
                </a:solidFill>
                <a:latin typeface="Consolas" panose="020B0609020204030204" pitchFamily="49" charset="0"/>
              </a:rPr>
              <a:t>);</a:t>
            </a:r>
          </a:p>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Encapsulates a method that has two parameters and returns a value of the type specified by the </a:t>
            </a:r>
            <a:r>
              <a:rPr lang="en-US" sz="1400" err="1">
                <a:solidFill>
                  <a:srgbClr val="000000"/>
                </a:solidFill>
                <a:latin typeface="Consolas" panose="020B0609020204030204" pitchFamily="49" charset="0"/>
              </a:rPr>
              <a:t>TResult</a:t>
            </a:r>
            <a:r>
              <a:rPr lang="en-US" sz="1400">
                <a:solidFill>
                  <a:srgbClr val="000000"/>
                </a:solidFill>
                <a:latin typeface="Consolas" panose="020B0609020204030204" pitchFamily="49" charset="0"/>
              </a:rPr>
              <a:t> parameter.</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TResult</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Func</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T1</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T2</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out</a:t>
            </a:r>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TResult</a:t>
            </a:r>
            <a:r>
              <a:rPr lang="en-US" sz="1800">
                <a:solidFill>
                  <a:srgbClr val="000000"/>
                </a:solidFill>
                <a:latin typeface="Consolas" panose="020B0609020204030204" pitchFamily="49" charset="0"/>
              </a:rPr>
              <a:t>&gt;(T1 arg1, T2 arg2);</a:t>
            </a:r>
          </a:p>
          <a:p>
            <a:endParaRPr lang="en-US">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E2AC00"/>
                </a:solidFill>
                <a:latin typeface="Consolas" panose="020B0609020204030204" pitchFamily="49" charset="0"/>
              </a:rPr>
              <a:t>Func</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func = () =&gt; 2;</a:t>
            </a:r>
          </a:p>
          <a:p>
            <a:r>
              <a:rPr lang="en-US" sz="1800">
                <a:solidFill>
                  <a:srgbClr val="000000"/>
                </a:solidFill>
                <a:latin typeface="Consolas" panose="020B0609020204030204" pitchFamily="49" charset="0"/>
              </a:rPr>
              <a:t> </a:t>
            </a:r>
            <a:r>
              <a:rPr lang="en-US" sz="1800">
                <a:solidFill>
                  <a:srgbClr val="E2AC00"/>
                </a:solidFill>
                <a:latin typeface="Consolas" panose="020B0609020204030204" pitchFamily="49" charset="0"/>
              </a:rPr>
              <a:t>Func</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&gt; func2 = number =&gt; 2.0 * number;</a:t>
            </a:r>
          </a:p>
          <a:p>
            <a:r>
              <a:rPr lang="en-US" sz="1800">
                <a:solidFill>
                  <a:srgbClr val="000000"/>
                </a:solidFill>
                <a:latin typeface="Consolas" panose="020B0609020204030204" pitchFamily="49" charset="0"/>
              </a:rPr>
              <a:t> </a:t>
            </a:r>
            <a:r>
              <a:rPr lang="en-US" sz="1800">
                <a:solidFill>
                  <a:srgbClr val="E2AC00"/>
                </a:solidFill>
                <a:latin typeface="Consolas" panose="020B0609020204030204" pitchFamily="49" charset="0"/>
              </a:rPr>
              <a:t>Func</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&gt; func3 = (number1, number2) =&gt; 2.0 * number1 * number2;</a:t>
            </a:r>
          </a:p>
          <a:p>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//run a delegate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fucnresult</a:t>
            </a:r>
            <a:r>
              <a:rPr lang="en-US" sz="1800">
                <a:solidFill>
                  <a:srgbClr val="000000"/>
                </a:solidFill>
                <a:latin typeface="Consolas" panose="020B0609020204030204" pitchFamily="49" charset="0"/>
              </a:rPr>
              <a:t> = func();</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func2result = func2(4);</a:t>
            </a:r>
          </a:p>
          <a:p>
            <a:r>
              <a:rPr lang="en-US" sz="1800">
                <a:solidFill>
                  <a:srgbClr val="000000"/>
                </a:solidFill>
                <a:latin typeface="Consolas" panose="020B0609020204030204" pitchFamily="49" charset="0"/>
              </a:rPr>
              <a:t> </a:t>
            </a:r>
            <a:r>
              <a:rPr lang="en-US">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fucn3result = func3(4, 4);</a:t>
            </a:r>
            <a:endParaRPr lang="en-US"/>
          </a:p>
        </p:txBody>
      </p:sp>
    </p:spTree>
    <p:extLst>
      <p:ext uri="{BB962C8B-B14F-4D97-AF65-F5344CB8AC3E}">
        <p14:creationId xmlns:p14="http://schemas.microsoft.com/office/powerpoint/2010/main" val="621933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64913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17" name="Title 1">
            <a:extLst>
              <a:ext uri="{FF2B5EF4-FFF2-40B4-BE49-F238E27FC236}">
                <a16:creationId xmlns:a16="http://schemas.microsoft.com/office/drawing/2014/main" id="{767A0E5B-E06D-45A1-AE8B-C4019705C571}"/>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PREDICATE</a:t>
            </a:r>
          </a:p>
        </p:txBody>
      </p:sp>
      <p:sp>
        <p:nvSpPr>
          <p:cNvPr id="5" name="TextBox 4">
            <a:extLst>
              <a:ext uri="{FF2B5EF4-FFF2-40B4-BE49-F238E27FC236}">
                <a16:creationId xmlns:a16="http://schemas.microsoft.com/office/drawing/2014/main" id="{814F0184-D4A9-44FD-8BAE-CF34AEF7EA10}"/>
              </a:ext>
            </a:extLst>
          </p:cNvPr>
          <p:cNvSpPr txBox="1"/>
          <p:nvPr/>
        </p:nvSpPr>
        <p:spPr>
          <a:xfrm>
            <a:off x="649139" y="1731723"/>
            <a:ext cx="11321962" cy="2862322"/>
          </a:xfrm>
          <a:prstGeom prst="rect">
            <a:avLst/>
          </a:prstGeom>
          <a:noFill/>
        </p:spPr>
        <p:txBody>
          <a:bodyPr wrap="square">
            <a:spAutoFit/>
          </a:bodyPr>
          <a:lstStyle/>
          <a:p>
            <a:r>
              <a:rPr lang="en-US"/>
              <a:t>Represents the method that defines a set of criteria and determines whether the specified object meets those criteria.</a:t>
            </a:r>
          </a:p>
          <a:p>
            <a:endParaRPr lang="en-US"/>
          </a:p>
          <a:p>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delegate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Predicate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a:t>
            </a:r>
            <a:r>
              <a:rPr lang="en-US" sz="1800">
                <a:solidFill>
                  <a:srgbClr val="000000"/>
                </a:solidFill>
                <a:latin typeface="Consolas" panose="020B0609020204030204" pitchFamily="49" charset="0"/>
              </a:rPr>
              <a:t>&gt;(T obj);</a:t>
            </a:r>
          </a:p>
          <a:p>
            <a:endParaRPr lang="en-US"/>
          </a:p>
          <a:p>
            <a:endParaRPr lang="en-US"/>
          </a:p>
          <a:p>
            <a:r>
              <a:rPr lang="en-US"/>
              <a:t>Finds whether list sum is greater than or equal then 10 </a:t>
            </a:r>
          </a:p>
          <a:p>
            <a:endParaRPr lang="en-US" sz="1800">
              <a:solidFill>
                <a:srgbClr val="E2AC00"/>
              </a:solidFill>
              <a:latin typeface="Consolas" panose="020B0609020204030204" pitchFamily="49" charset="0"/>
            </a:endParaRPr>
          </a:p>
          <a:p>
            <a:r>
              <a:rPr lang="en-US" sz="1800">
                <a:solidFill>
                  <a:srgbClr val="E2AC00"/>
                </a:solidFill>
                <a:latin typeface="Consolas" panose="020B0609020204030204" pitchFamily="49" charset="0"/>
              </a:rPr>
              <a:t>Predicate</a:t>
            </a:r>
            <a:r>
              <a:rPr lang="en-US" sz="1800">
                <a:solidFill>
                  <a:srgbClr val="000000"/>
                </a:solidFill>
                <a:latin typeface="Consolas" panose="020B0609020204030204" pitchFamily="49" charset="0"/>
              </a:rPr>
              <a:t>&lt;</a:t>
            </a:r>
            <a:r>
              <a:rPr lang="en-US">
                <a:solidFill>
                  <a:srgbClr val="2B91AF"/>
                </a:solidFill>
                <a:latin typeface="Consolas" panose="020B0609020204030204" pitchFamily="49" charset="0"/>
              </a:rPr>
              <a:t>List</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&gt;&gt; predicate = x =&gt; </a:t>
            </a:r>
            <a:r>
              <a:rPr lang="en-US" sz="1800" err="1">
                <a:solidFill>
                  <a:srgbClr val="000000"/>
                </a:solidFill>
                <a:latin typeface="Consolas" panose="020B0609020204030204" pitchFamily="49" charset="0"/>
              </a:rPr>
              <a:t>x.Sum</a:t>
            </a:r>
            <a:r>
              <a:rPr lang="en-US" sz="1800">
                <a:solidFill>
                  <a:srgbClr val="000000"/>
                </a:solidFill>
                <a:latin typeface="Consolas" panose="020B0609020204030204" pitchFamily="49" charset="0"/>
              </a:rPr>
              <a:t>(element =&gt; element) &gt;= 10;</a:t>
            </a:r>
          </a:p>
          <a:p>
            <a:r>
              <a:rPr lang="en-US" sz="1800">
                <a:solidFill>
                  <a:srgbClr val="008000"/>
                </a:solidFill>
                <a:latin typeface="Consolas" panose="020B0609020204030204" pitchFamily="49" charset="0"/>
              </a:rPr>
              <a:t>//run a delegate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predicate(</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List&lt;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 1, 2, 3, 4 });</a:t>
            </a:r>
            <a:endParaRPr lang="en-US"/>
          </a:p>
        </p:txBody>
      </p:sp>
    </p:spTree>
    <p:extLst>
      <p:ext uri="{BB962C8B-B14F-4D97-AF65-F5344CB8AC3E}">
        <p14:creationId xmlns:p14="http://schemas.microsoft.com/office/powerpoint/2010/main" val="30347868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435019" y="-2382"/>
            <a:ext cx="11321962" cy="1099390"/>
          </a:xfrm>
        </p:spPr>
        <p:txBody>
          <a:bodyPr>
            <a:normAutofit/>
          </a:bodyPr>
          <a:lstStyle/>
          <a:p>
            <a:r>
              <a:rPr lang="en-US" sz="2800">
                <a:ea typeface="ＭＳ Ｐゴシック"/>
                <a:cs typeface="Arial"/>
              </a:rPr>
              <a:t>Delegates, anonymous methods, lambda expressions</a:t>
            </a:r>
            <a:endParaRPr lang="uk-UA" sz="2800"/>
          </a:p>
        </p:txBody>
      </p:sp>
      <p:sp>
        <p:nvSpPr>
          <p:cNvPr id="17" name="Title 1">
            <a:extLst>
              <a:ext uri="{FF2B5EF4-FFF2-40B4-BE49-F238E27FC236}">
                <a16:creationId xmlns:a16="http://schemas.microsoft.com/office/drawing/2014/main" id="{767A0E5B-E06D-45A1-AE8B-C4019705C571}"/>
              </a:ext>
            </a:extLst>
          </p:cNvPr>
          <p:cNvSpPr txBox="1">
            <a:spLocks/>
          </p:cNvSpPr>
          <p:nvPr/>
        </p:nvSpPr>
        <p:spPr>
          <a:xfrm>
            <a:off x="649139" y="1223580"/>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ea typeface="ＭＳ Ｐゴシック"/>
                <a:cs typeface="+mj-lt"/>
              </a:rPr>
              <a:t>PRACTICE 5</a:t>
            </a:r>
            <a:endParaRPr lang="en-US">
              <a:solidFill>
                <a:schemeClr val="accent2"/>
              </a:solidFill>
            </a:endParaRPr>
          </a:p>
        </p:txBody>
      </p:sp>
      <p:sp>
        <p:nvSpPr>
          <p:cNvPr id="5" name="TextBox 4">
            <a:extLst>
              <a:ext uri="{FF2B5EF4-FFF2-40B4-BE49-F238E27FC236}">
                <a16:creationId xmlns:a16="http://schemas.microsoft.com/office/drawing/2014/main" id="{9663E9DD-6851-47F7-962D-8F2223897AA1}"/>
              </a:ext>
            </a:extLst>
          </p:cNvPr>
          <p:cNvSpPr txBox="1"/>
          <p:nvPr/>
        </p:nvSpPr>
        <p:spPr>
          <a:xfrm>
            <a:off x="756266" y="1630526"/>
            <a:ext cx="11321962" cy="4524315"/>
          </a:xfrm>
          <a:prstGeom prst="rect">
            <a:avLst/>
          </a:prstGeom>
          <a:noFill/>
        </p:spPr>
        <p:txBody>
          <a:bodyPr wrap="square" lIns="91440" tIns="45720" rIns="91440" bIns="45720" anchor="t">
            <a:spAutoFit/>
          </a:bodyPr>
          <a:lstStyle/>
          <a:p>
            <a:pPr marL="952485" lvl="1" indent="-342900">
              <a:buClr>
                <a:schemeClr val="accent2">
                  <a:lumMod val="60000"/>
                  <a:lumOff val="40000"/>
                </a:schemeClr>
              </a:buClr>
              <a:buAutoNum type="arabicPeriod"/>
            </a:pPr>
            <a:r>
              <a:rPr lang="en-US">
                <a:solidFill>
                  <a:srgbClr val="000000"/>
                </a:solidFill>
                <a:latin typeface="Consolas" panose="020B0609020204030204" pitchFamily="49" charset="0"/>
              </a:rPr>
              <a:t>Using a Calculate method </a:t>
            </a:r>
          </a:p>
          <a:p>
            <a:r>
              <a:rPr lang="en-US">
                <a:solidFill>
                  <a:srgbClr val="0000FF"/>
                </a:solidFill>
                <a:latin typeface="Consolas"/>
                <a:ea typeface="ＭＳ Ｐゴシック"/>
              </a:rPr>
              <a:t> </a:t>
            </a:r>
            <a:r>
              <a:rPr lang="en-US" sz="1800">
                <a:solidFill>
                  <a:srgbClr val="0000FF"/>
                </a:solidFill>
                <a:latin typeface="Consolas"/>
                <a:ea typeface="ＭＳ Ｐゴシック"/>
              </a:rPr>
              <a:t>public static</a:t>
            </a:r>
            <a:r>
              <a:rPr lang="en-US" sz="1800">
                <a:solidFill>
                  <a:srgbClr val="000000"/>
                </a:solidFill>
                <a:latin typeface="Consolas"/>
                <a:ea typeface="ＭＳ Ｐゴシック"/>
              </a:rPr>
              <a:t> </a:t>
            </a:r>
            <a:r>
              <a:rPr lang="en-US" sz="1800">
                <a:solidFill>
                  <a:srgbClr val="0000FF"/>
                </a:solidFill>
                <a:latin typeface="Consolas"/>
                <a:ea typeface="ＭＳ Ｐゴシック"/>
              </a:rPr>
              <a:t>double</a:t>
            </a:r>
            <a:r>
              <a:rPr lang="en-US" sz="1800">
                <a:solidFill>
                  <a:srgbClr val="000000"/>
                </a:solidFill>
                <a:latin typeface="Consolas"/>
                <a:ea typeface="ＭＳ Ｐゴシック"/>
              </a:rPr>
              <a:t> Calculate(</a:t>
            </a:r>
            <a:r>
              <a:rPr lang="en-US" sz="1800">
                <a:solidFill>
                  <a:srgbClr val="E2AC00"/>
                </a:solidFill>
                <a:latin typeface="Consolas"/>
                <a:ea typeface="ＭＳ Ｐゴシック"/>
              </a:rPr>
              <a:t>Func</a:t>
            </a:r>
            <a:r>
              <a:rPr lang="en-US" sz="1800">
                <a:solidFill>
                  <a:srgbClr val="000000"/>
                </a:solidFill>
                <a:latin typeface="Consolas"/>
                <a:ea typeface="ＭＳ Ｐゴシック"/>
              </a:rPr>
              <a:t>&lt;</a:t>
            </a:r>
            <a:r>
              <a:rPr lang="en-US" sz="1800">
                <a:solidFill>
                  <a:srgbClr val="0000FF"/>
                </a:solidFill>
                <a:latin typeface="Consolas"/>
                <a:ea typeface="ＭＳ Ｐゴシック"/>
              </a:rPr>
              <a:t>double</a:t>
            </a:r>
            <a:r>
              <a:rPr lang="en-US" sz="1800">
                <a:solidFill>
                  <a:srgbClr val="000000"/>
                </a:solidFill>
                <a:latin typeface="Consolas"/>
                <a:ea typeface="ＭＳ Ｐゴシック"/>
              </a:rPr>
              <a:t>, </a:t>
            </a:r>
            <a:r>
              <a:rPr lang="en-US" sz="1800">
                <a:solidFill>
                  <a:srgbClr val="0000FF"/>
                </a:solidFill>
                <a:latin typeface="Consolas"/>
                <a:ea typeface="ＭＳ Ｐゴシック"/>
              </a:rPr>
              <a:t>int</a:t>
            </a:r>
            <a:r>
              <a:rPr lang="en-US" sz="1800">
                <a:solidFill>
                  <a:srgbClr val="000000"/>
                </a:solidFill>
                <a:latin typeface="Consolas"/>
                <a:ea typeface="ＭＳ Ｐゴシック"/>
              </a:rPr>
              <a:t>, </a:t>
            </a:r>
            <a:r>
              <a:rPr lang="en-US" sz="1800">
                <a:solidFill>
                  <a:srgbClr val="0000FF"/>
                </a:solidFill>
                <a:latin typeface="Consolas"/>
                <a:ea typeface="ＭＳ Ｐゴシック"/>
              </a:rPr>
              <a:t>double</a:t>
            </a:r>
            <a:r>
              <a:rPr lang="en-US" sz="1800">
                <a:solidFill>
                  <a:srgbClr val="000000"/>
                </a:solidFill>
                <a:latin typeface="Consolas"/>
                <a:ea typeface="ＭＳ Ｐゴシック"/>
              </a:rPr>
              <a:t>&gt; </a:t>
            </a:r>
            <a:r>
              <a:rPr lang="en-US">
                <a:solidFill>
                  <a:srgbClr val="000000"/>
                </a:solidFill>
                <a:latin typeface="Consolas"/>
                <a:ea typeface="ＭＳ Ｐゴシック"/>
              </a:rPr>
              <a:t>f</a:t>
            </a:r>
            <a:r>
              <a:rPr lang="en-US" sz="1800">
                <a:solidFill>
                  <a:srgbClr val="000000"/>
                </a:solidFill>
                <a:latin typeface="Consolas"/>
                <a:ea typeface="ＭＳ Ｐゴシック"/>
              </a:rPr>
              <a:t>unc, </a:t>
            </a:r>
            <a:r>
              <a:rPr lang="en-US" sz="1800">
                <a:solidFill>
                  <a:srgbClr val="0000FF"/>
                </a:solidFill>
                <a:latin typeface="Consolas"/>
                <a:ea typeface="ＭＳ Ｐゴシック"/>
              </a:rPr>
              <a:t>double</a:t>
            </a:r>
            <a:r>
              <a:rPr lang="en-US" sz="1800">
                <a:solidFill>
                  <a:srgbClr val="000000"/>
                </a:solidFill>
                <a:latin typeface="Consolas"/>
                <a:ea typeface="ＭＳ Ｐゴシック"/>
              </a:rPr>
              <a:t> number1, </a:t>
            </a:r>
          </a:p>
          <a:p>
            <a:r>
              <a:rPr lang="en-US">
                <a:solidFill>
                  <a:srgbClr val="000000"/>
                </a:solidFill>
                <a:latin typeface="Consolas"/>
                <a:ea typeface="ＭＳ Ｐゴシック"/>
              </a:rPr>
              <a:t>					</a:t>
            </a:r>
            <a:r>
              <a:rPr lang="en-US" sz="1800">
                <a:solidFill>
                  <a:srgbClr val="0000FF"/>
                </a:solidFill>
                <a:latin typeface="Consolas"/>
                <a:ea typeface="ＭＳ Ｐゴシック"/>
              </a:rPr>
              <a:t>int</a:t>
            </a:r>
            <a:r>
              <a:rPr lang="en-US" sz="1800">
                <a:solidFill>
                  <a:srgbClr val="000000"/>
                </a:solidFill>
                <a:latin typeface="Consolas"/>
                <a:ea typeface="ＭＳ Ｐゴシック"/>
              </a:rPr>
              <a:t> number2)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a:solidFill>
                  <a:srgbClr val="000000"/>
                </a:solidFill>
                <a:latin typeface="Consolas" panose="020B0609020204030204" pitchFamily="49" charset="0"/>
              </a:rPr>
              <a:t>f</a:t>
            </a:r>
            <a:r>
              <a:rPr lang="en-US" sz="1800">
                <a:solidFill>
                  <a:srgbClr val="000000"/>
                </a:solidFill>
                <a:latin typeface="Consolas" panose="020B0609020204030204" pitchFamily="49" charset="0"/>
              </a:rPr>
              <a:t>unc(number1, number2);</a:t>
            </a:r>
          </a:p>
          <a:p>
            <a:r>
              <a:rPr lang="en-US" sz="1800">
                <a:solidFill>
                  <a:srgbClr val="000000"/>
                </a:solidFill>
                <a:latin typeface="Consolas" panose="020B0609020204030204" pitchFamily="49" charset="0"/>
              </a:rPr>
              <a:t> }</a:t>
            </a:r>
          </a:p>
          <a:p>
            <a:endParaRPr lang="en-US">
              <a:solidFill>
                <a:srgbClr val="000000"/>
              </a:solidFill>
              <a:latin typeface="Consolas" panose="020B0609020204030204" pitchFamily="49" charset="0"/>
            </a:endParaRPr>
          </a:p>
          <a:p>
            <a:r>
              <a:rPr lang="en-US">
                <a:solidFill>
                  <a:srgbClr val="000000"/>
                </a:solidFill>
                <a:latin typeface="Consolas"/>
                <a:ea typeface="ＭＳ Ｐゴシック"/>
              </a:rPr>
              <a:t>Calculate sum, division and multiplication of two numbers. </a:t>
            </a:r>
          </a:p>
          <a:p>
            <a:r>
              <a:rPr lang="en-US">
                <a:solidFill>
                  <a:srgbClr val="000000"/>
                </a:solidFill>
                <a:latin typeface="Consolas"/>
                <a:ea typeface="ＭＳ Ｐゴシック"/>
              </a:rPr>
              <a:t>Do not forget about division by zero.</a:t>
            </a:r>
          </a:p>
          <a:p>
            <a:r>
              <a:rPr lang="en-US">
                <a:solidFill>
                  <a:srgbClr val="000000"/>
                </a:solidFill>
                <a:latin typeface="Consolas" panose="020B0609020204030204" pitchFamily="49" charset="0"/>
              </a:rPr>
              <a:t>You can test on different number1, number2, for example n</a:t>
            </a:r>
            <a:r>
              <a:rPr lang="en-US" sz="1800">
                <a:solidFill>
                  <a:srgbClr val="000000"/>
                </a:solidFill>
                <a:latin typeface="Consolas" panose="020B0609020204030204" pitchFamily="49" charset="0"/>
              </a:rPr>
              <a:t>umber1 = 10.1, number2 = 30;</a:t>
            </a:r>
          </a:p>
          <a:p>
            <a:endParaRPr lang="en-US">
              <a:solidFill>
                <a:srgbClr val="000000"/>
              </a:solidFill>
              <a:latin typeface="Consolas" panose="020B0609020204030204" pitchFamily="49" charset="0"/>
            </a:endParaRPr>
          </a:p>
          <a:p>
            <a:r>
              <a:rPr lang="en-US">
                <a:solidFill>
                  <a:srgbClr val="000000"/>
                </a:solidFill>
                <a:latin typeface="Consolas" panose="020B0609020204030204" pitchFamily="49" charset="0"/>
              </a:rPr>
              <a:t>	</a:t>
            </a:r>
            <a:r>
              <a:rPr lang="en-US">
                <a:solidFill>
                  <a:schemeClr val="accent2"/>
                </a:solidFill>
                <a:latin typeface="Consolas" panose="020B0609020204030204" pitchFamily="49" charset="0"/>
              </a:rPr>
              <a:t>2.</a:t>
            </a:r>
            <a:r>
              <a:rPr lang="en-US">
                <a:solidFill>
                  <a:srgbClr val="000000"/>
                </a:solidFill>
                <a:latin typeface="Consolas" panose="020B0609020204030204" pitchFamily="49" charset="0"/>
              </a:rPr>
              <a:t> Using a Predicate delegate check:</a:t>
            </a:r>
          </a:p>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list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chemeClr val="accent4">
                    <a:lumMod val="60000"/>
                    <a:lumOff val="40000"/>
                  </a:schemeClr>
                </a:solidFill>
                <a:latin typeface="Consolas" panose="020B0609020204030204" pitchFamily="49" charset="0"/>
              </a:rPr>
              <a:t>List</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 4, 5, 6, 8, 9 };</a:t>
            </a:r>
          </a:p>
          <a:p>
            <a:endParaRPr lang="en-US" sz="1800">
              <a:solidFill>
                <a:srgbClr val="000000"/>
              </a:solidFill>
              <a:latin typeface="Consolas" panose="020B0609020204030204" pitchFamily="49" charset="0"/>
            </a:endParaRPr>
          </a:p>
          <a:p>
            <a:pPr marL="342900" indent="-342900">
              <a:buFontTx/>
              <a:buAutoNum type="alphaLcParenR"/>
            </a:pPr>
            <a:r>
              <a:rPr lang="en-US">
                <a:solidFill>
                  <a:srgbClr val="000000"/>
                </a:solidFill>
                <a:latin typeface="Consolas"/>
                <a:ea typeface="ＭＳ Ｐゴシック"/>
              </a:rPr>
              <a:t>Whether list is not empty;</a:t>
            </a:r>
            <a:endParaRPr lang="en-US">
              <a:solidFill>
                <a:srgbClr val="000000"/>
              </a:solidFill>
              <a:latin typeface="Consolas" panose="020B0609020204030204" pitchFamily="49" charset="0"/>
            </a:endParaRPr>
          </a:p>
          <a:p>
            <a:pPr marL="342900" indent="-342900">
              <a:buAutoNum type="alphaLcParenR"/>
            </a:pPr>
            <a:r>
              <a:rPr lang="en-US">
                <a:solidFill>
                  <a:srgbClr val="000000"/>
                </a:solidFill>
                <a:latin typeface="Consolas"/>
                <a:ea typeface="ＭＳ Ｐゴシック"/>
              </a:rPr>
              <a:t>Whether sum of odd numbers is greater than sum of even numbers for  list.</a:t>
            </a:r>
          </a:p>
          <a:p>
            <a:pPr marL="342900" indent="-342900">
              <a:buAutoNum type="alphaLcParenR"/>
            </a:pPr>
            <a:endParaRPr lang="en-US"/>
          </a:p>
        </p:txBody>
      </p:sp>
      <p:pic>
        <p:nvPicPr>
          <p:cNvPr id="6" name="Graphic 5" descr="Flask">
            <a:extLst>
              <a:ext uri="{FF2B5EF4-FFF2-40B4-BE49-F238E27FC236}">
                <a16:creationId xmlns:a16="http://schemas.microsoft.com/office/drawing/2014/main" id="{982ACAE3-2753-4D16-9C69-E047964AD6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63828" y="90113"/>
            <a:ext cx="914400" cy="914400"/>
          </a:xfrm>
          <a:prstGeom prst="rect">
            <a:avLst/>
          </a:prstGeom>
        </p:spPr>
      </p:pic>
    </p:spTree>
    <p:extLst>
      <p:ext uri="{BB962C8B-B14F-4D97-AF65-F5344CB8AC3E}">
        <p14:creationId xmlns:p14="http://schemas.microsoft.com/office/powerpoint/2010/main" val="126691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CF140B9-A847-42A1-BAC5-1445BCA1992D}"/>
              </a:ext>
            </a:extLst>
          </p:cNvPr>
          <p:cNvSpPr>
            <a:spLocks noGrp="1"/>
          </p:cNvSpPr>
          <p:nvPr>
            <p:ph type="title"/>
          </p:nvPr>
        </p:nvSpPr>
        <p:spPr>
          <a:xfrm>
            <a:off x="357737" y="0"/>
            <a:ext cx="11321962" cy="554397"/>
          </a:xfrm>
        </p:spPr>
        <p:txBody>
          <a:bodyPr>
            <a:normAutofit/>
          </a:bodyPr>
          <a:lstStyle/>
          <a:p>
            <a:r>
              <a:rPr lang="en-US" sz="2800">
                <a:ea typeface="ＭＳ Ｐゴシック"/>
                <a:cs typeface="Arial"/>
              </a:rPr>
              <a:t>Delegates, anonymous methods, lambda expressions</a:t>
            </a:r>
            <a:endParaRPr lang="uk-UA" sz="2800"/>
          </a:p>
        </p:txBody>
      </p:sp>
      <p:sp>
        <p:nvSpPr>
          <p:cNvPr id="17" name="Title 1">
            <a:extLst>
              <a:ext uri="{FF2B5EF4-FFF2-40B4-BE49-F238E27FC236}">
                <a16:creationId xmlns:a16="http://schemas.microsoft.com/office/drawing/2014/main" id="{767A0E5B-E06D-45A1-AE8B-C4019705C571}"/>
              </a:ext>
            </a:extLst>
          </p:cNvPr>
          <p:cNvSpPr txBox="1">
            <a:spLocks/>
          </p:cNvSpPr>
          <p:nvPr/>
        </p:nvSpPr>
        <p:spPr>
          <a:xfrm>
            <a:off x="438124" y="748801"/>
            <a:ext cx="5074847" cy="280374"/>
          </a:xfrm>
          <a:prstGeom prst="rect">
            <a:avLst/>
          </a:prstGeom>
        </p:spPr>
        <p:txBody>
          <a:bodyPr vert="horz" wrap="square" lIns="0" tIns="0" rIns="0" bIns="0" rtlCol="0" anchor="b">
            <a:normAutofit fontScale="70000" lnSpcReduction="20000"/>
          </a:bodyPr>
          <a:lst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a:lstStyle>
          <a:p>
            <a:r>
              <a:rPr lang="en-GB">
                <a:solidFill>
                  <a:schemeClr val="accent2"/>
                </a:solidFill>
              </a:rPr>
              <a:t>PRACTICE 5 - SOLUTION</a:t>
            </a:r>
          </a:p>
        </p:txBody>
      </p:sp>
      <p:sp>
        <p:nvSpPr>
          <p:cNvPr id="5" name="TextBox 4">
            <a:extLst>
              <a:ext uri="{FF2B5EF4-FFF2-40B4-BE49-F238E27FC236}">
                <a16:creationId xmlns:a16="http://schemas.microsoft.com/office/drawing/2014/main" id="{CAE85E40-BE3A-45A2-8A69-88E51484B4D4}"/>
              </a:ext>
            </a:extLst>
          </p:cNvPr>
          <p:cNvSpPr txBox="1"/>
          <p:nvPr/>
        </p:nvSpPr>
        <p:spPr>
          <a:xfrm>
            <a:off x="1104899" y="1029175"/>
            <a:ext cx="10350501" cy="5109091"/>
          </a:xfrm>
          <a:prstGeom prst="rect">
            <a:avLst/>
          </a:prstGeom>
          <a:noFill/>
        </p:spPr>
        <p:txBody>
          <a:bodyPr wrap="square">
            <a:spAutoFit/>
          </a:bodyPr>
          <a:lstStyle/>
          <a:p>
            <a:r>
              <a:rPr lang="en-US" sz="1800">
                <a:solidFill>
                  <a:srgbClr val="000000"/>
                </a:solidFill>
                <a:latin typeface="Consolas" panose="020B0609020204030204" pitchFamily="49" charset="0"/>
              </a:rPr>
              <a:t>1.</a:t>
            </a:r>
          </a:p>
          <a:p>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multiplication = Calculate((number1, number2) =&gt; number1 * number2, 10.1, 30);</a:t>
            </a:r>
          </a:p>
          <a:p>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addition  = Calculate((number1, number2) =&gt; number1 + number2, 10.1, 30);</a:t>
            </a:r>
          </a:p>
          <a:p>
            <a:r>
              <a:rPr lang="fr-FR" sz="1600">
                <a:solidFill>
                  <a:srgbClr val="0000FF"/>
                </a:solidFill>
                <a:latin typeface="Consolas" panose="020B0609020204030204" pitchFamily="49" charset="0"/>
              </a:rPr>
              <a:t>double</a:t>
            </a:r>
            <a:r>
              <a:rPr lang="fr-FR" sz="1600">
                <a:solidFill>
                  <a:srgbClr val="000000"/>
                </a:solidFill>
                <a:latin typeface="Consolas" panose="020B0609020204030204" pitchFamily="49" charset="0"/>
              </a:rPr>
              <a:t> division = Calculate(Divide, 10.1, 30);</a:t>
            </a:r>
          </a:p>
          <a:p>
            <a:endParaRPr lang="fr-FR"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Divide(</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number1,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number2)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if</a:t>
            </a:r>
            <a:r>
              <a:rPr lang="en-US" sz="1600">
                <a:solidFill>
                  <a:srgbClr val="000000"/>
                </a:solidFill>
                <a:latin typeface="Consolas" panose="020B0609020204030204" pitchFamily="49" charset="0"/>
              </a:rPr>
              <a:t> (number2 == 0)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return</a:t>
            </a:r>
            <a:r>
              <a:rPr lang="en-US" sz="1600">
                <a:solidFill>
                  <a:srgbClr val="000000"/>
                </a:solidFill>
                <a:latin typeface="Consolas" panose="020B0609020204030204" pitchFamily="49" charset="0"/>
              </a:rPr>
              <a:t> 1;</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return</a:t>
            </a:r>
            <a:r>
              <a:rPr lang="en-US" sz="1600">
                <a:solidFill>
                  <a:srgbClr val="000000"/>
                </a:solidFill>
                <a:latin typeface="Consolas" panose="020B0609020204030204" pitchFamily="49" charset="0"/>
              </a:rPr>
              <a:t> number1 / number2;</a:t>
            </a:r>
          </a:p>
          <a:p>
            <a:r>
              <a:rPr lang="en-US" sz="1600">
                <a:solidFill>
                  <a:srgbClr val="000000"/>
                </a:solidFill>
                <a:latin typeface="Consolas" panose="020B0609020204030204" pitchFamily="49" charset="0"/>
              </a:rPr>
              <a:t>}</a:t>
            </a:r>
          </a:p>
          <a:p>
            <a:endParaRPr lang="en-US">
              <a:solidFill>
                <a:srgbClr val="000000"/>
              </a:solidFill>
              <a:latin typeface="Consolas" panose="020B0609020204030204" pitchFamily="49" charset="0"/>
            </a:endParaRPr>
          </a:p>
          <a:p>
            <a:r>
              <a:rPr lang="en-US">
                <a:solidFill>
                  <a:srgbClr val="000000"/>
                </a:solidFill>
                <a:latin typeface="Consolas" panose="020B0609020204030204" pitchFamily="49" charset="0"/>
              </a:rPr>
              <a:t>2. </a:t>
            </a:r>
            <a:r>
              <a:rPr lang="en-US" sz="1600">
                <a:solidFill>
                  <a:srgbClr val="000000"/>
                </a:solidFill>
                <a:latin typeface="Consolas" panose="020B0609020204030204" pitchFamily="49" charset="0"/>
              </a:rPr>
              <a:t>a) </a:t>
            </a:r>
            <a:r>
              <a:rPr lang="en-US" sz="1600">
                <a:solidFill>
                  <a:srgbClr val="E2AC00"/>
                </a:solidFill>
                <a:latin typeface="Consolas" panose="020B0609020204030204" pitchFamily="49" charset="0"/>
              </a:rPr>
              <a:t>Predicate</a:t>
            </a:r>
            <a:r>
              <a:rPr lang="en-US" sz="1600">
                <a:solidFill>
                  <a:srgbClr val="000000"/>
                </a:solidFill>
                <a:latin typeface="Consolas" panose="020B0609020204030204" pitchFamily="49" charset="0"/>
              </a:rPr>
              <a:t>&lt;</a:t>
            </a:r>
            <a:r>
              <a:rPr lang="en-US" sz="1600">
                <a:solidFill>
                  <a:schemeClr val="accent1">
                    <a:lumMod val="60000"/>
                    <a:lumOff val="40000"/>
                  </a:schemeClr>
                </a:solidFill>
                <a:latin typeface="Consolas" panose="020B0609020204030204" pitchFamily="49" charset="0"/>
              </a:rPr>
              <a:t>List</a:t>
            </a:r>
            <a:r>
              <a:rPr lang="en-US" sz="1600">
                <a:solidFill>
                  <a:srgbClr val="000000"/>
                </a:solidFill>
                <a:latin typeface="Consolas" panose="020B0609020204030204" pitchFamily="49" charset="0"/>
              </a:rPr>
              <a:t>&lt;</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&gt;&gt; predicate1 = x =&gt; x.Any();</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isnotemptylist = predicate1(list);</a:t>
            </a:r>
          </a:p>
          <a:p>
            <a:r>
              <a:rPr lang="en-GB" sz="1600">
                <a:solidFill>
                  <a:srgbClr val="000000"/>
                </a:solidFill>
                <a:latin typeface="Consolas" panose="020B0609020204030204" pitchFamily="49" charset="0"/>
              </a:rPr>
              <a:t>    b)</a:t>
            </a:r>
            <a:r>
              <a:rPr lang="en-US" sz="1600">
                <a:solidFill>
                  <a:srgbClr val="000000"/>
                </a:solidFill>
                <a:latin typeface="Consolas" panose="020B0609020204030204" pitchFamily="49" charset="0"/>
              </a:rPr>
              <a:t> </a:t>
            </a:r>
            <a:r>
              <a:rPr lang="en-US" sz="1600">
                <a:solidFill>
                  <a:srgbClr val="E2AC00"/>
                </a:solidFill>
                <a:latin typeface="Consolas" panose="020B0609020204030204" pitchFamily="49" charset="0"/>
              </a:rPr>
              <a:t>Predicate</a:t>
            </a:r>
            <a:r>
              <a:rPr lang="en-US" sz="1600">
                <a:solidFill>
                  <a:srgbClr val="000000"/>
                </a:solidFill>
                <a:latin typeface="Consolas" panose="020B0609020204030204" pitchFamily="49" charset="0"/>
              </a:rPr>
              <a:t>&lt;</a:t>
            </a:r>
            <a:r>
              <a:rPr lang="en-US" sz="1600">
                <a:solidFill>
                  <a:srgbClr val="00DEE6"/>
                </a:solidFill>
                <a:latin typeface="Consolas" panose="020B0609020204030204" pitchFamily="49" charset="0"/>
              </a:rPr>
              <a:t>List</a:t>
            </a:r>
            <a:r>
              <a:rPr lang="en-US" sz="1600">
                <a:solidFill>
                  <a:srgbClr val="000000"/>
                </a:solidFill>
                <a:latin typeface="Consolas" panose="020B0609020204030204" pitchFamily="49" charset="0"/>
              </a:rPr>
              <a:t>&lt;</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&gt;&gt; predicate = x =&gt;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evensum = x.Where(element =&gt; element % 2 == 0).Sum(element =&gt; element);</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oddsum = x.Sum(element =&gt; element) - evensum;</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return</a:t>
            </a:r>
            <a:r>
              <a:rPr lang="en-US" sz="1600">
                <a:solidFill>
                  <a:srgbClr val="000000"/>
                </a:solidFill>
                <a:latin typeface="Consolas" panose="020B0609020204030204" pitchFamily="49" charset="0"/>
              </a:rPr>
              <a:t> oddsum &gt; evensum;</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greater = predicate(list);</a:t>
            </a:r>
            <a:endParaRPr lang="en-US"/>
          </a:p>
        </p:txBody>
      </p:sp>
      <p:pic>
        <p:nvPicPr>
          <p:cNvPr id="7" name="Graphic 6" descr="Flask">
            <a:extLst>
              <a:ext uri="{FF2B5EF4-FFF2-40B4-BE49-F238E27FC236}">
                <a16:creationId xmlns:a16="http://schemas.microsoft.com/office/drawing/2014/main" id="{C9175782-42F7-429F-823E-7A2B523835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63828" y="90113"/>
            <a:ext cx="914400" cy="914400"/>
          </a:xfrm>
          <a:prstGeom prst="rect">
            <a:avLst/>
          </a:prstGeom>
        </p:spPr>
      </p:pic>
    </p:spTree>
    <p:extLst>
      <p:ext uri="{BB962C8B-B14F-4D97-AF65-F5344CB8AC3E}">
        <p14:creationId xmlns:p14="http://schemas.microsoft.com/office/powerpoint/2010/main" val="25938561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45</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15170308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7265E-03E0-4765-9646-D200857F43B8}"/>
              </a:ext>
            </a:extLst>
          </p:cNvPr>
          <p:cNvSpPr>
            <a:spLocks noGrp="1"/>
          </p:cNvSpPr>
          <p:nvPr>
            <p:ph type="title"/>
          </p:nvPr>
        </p:nvSpPr>
        <p:spPr/>
        <p:txBody>
          <a:bodyPr/>
          <a:lstStyle/>
          <a:p>
            <a:r>
              <a:rPr lang="en-GB"/>
              <a:t>Collection interfaces</a:t>
            </a:r>
            <a:endParaRPr lang="da-DK"/>
          </a:p>
        </p:txBody>
      </p:sp>
      <p:sp>
        <p:nvSpPr>
          <p:cNvPr id="3" name="Slide Number Placeholder 2">
            <a:extLst>
              <a:ext uri="{FF2B5EF4-FFF2-40B4-BE49-F238E27FC236}">
                <a16:creationId xmlns:a16="http://schemas.microsoft.com/office/drawing/2014/main" id="{362A98FF-E4EB-49F9-B46B-4871AD10BF40}"/>
              </a:ext>
            </a:extLst>
          </p:cNvPr>
          <p:cNvSpPr>
            <a:spLocks noGrp="1"/>
          </p:cNvSpPr>
          <p:nvPr>
            <p:ph type="sldNum" sz="quarter" idx="11"/>
          </p:nvPr>
        </p:nvSpPr>
        <p:spPr/>
        <p:txBody>
          <a:bodyPr/>
          <a:lstStyle/>
          <a:p>
            <a:fld id="{E16BA917-7F09-4B8D-AF07-F52890C14046}" type="slidenum">
              <a:rPr lang="da-DK" smtClean="0"/>
              <a:pPr/>
              <a:t>46</a:t>
            </a:fld>
            <a:endParaRPr lang="da-DK"/>
          </a:p>
        </p:txBody>
      </p:sp>
      <p:sp>
        <p:nvSpPr>
          <p:cNvPr id="4" name="Text Placeholder 3">
            <a:extLst>
              <a:ext uri="{FF2B5EF4-FFF2-40B4-BE49-F238E27FC236}">
                <a16:creationId xmlns:a16="http://schemas.microsoft.com/office/drawing/2014/main" id="{C3D6DC09-E4E7-4C58-9F15-30300F74FA95}"/>
              </a:ext>
            </a:extLst>
          </p:cNvPr>
          <p:cNvSpPr>
            <a:spLocks noGrp="1"/>
          </p:cNvSpPr>
          <p:nvPr>
            <p:ph type="body" sz="quarter" idx="17"/>
          </p:nvPr>
        </p:nvSpPr>
        <p:spPr/>
        <p:txBody>
          <a:bodyPr/>
          <a:lstStyle/>
          <a:p>
            <a:r>
              <a:rPr lang="en-US" err="1"/>
              <a:t>COLLection</a:t>
            </a:r>
            <a:r>
              <a:rPr lang="en-US"/>
              <a:t> interfaces</a:t>
            </a:r>
            <a:endParaRPr lang="da-DK"/>
          </a:p>
        </p:txBody>
      </p:sp>
      <p:sp>
        <p:nvSpPr>
          <p:cNvPr id="6" name="Rectangle: Rounded Corners 5">
            <a:extLst>
              <a:ext uri="{FF2B5EF4-FFF2-40B4-BE49-F238E27FC236}">
                <a16:creationId xmlns:a16="http://schemas.microsoft.com/office/drawing/2014/main" id="{BC4427F9-0A19-4276-857E-B561DB8D83D3}"/>
              </a:ext>
            </a:extLst>
          </p:cNvPr>
          <p:cNvSpPr/>
          <p:nvPr/>
        </p:nvSpPr>
        <p:spPr>
          <a:xfrm>
            <a:off x="8618792" y="2508991"/>
            <a:ext cx="2902226" cy="914400"/>
          </a:xfrm>
          <a:prstGeom prst="roundRect">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1800" err="1">
                <a:solidFill>
                  <a:srgbClr val="2B91AF"/>
                </a:solidFill>
                <a:latin typeface="Consolas" panose="020B0609020204030204" pitchFamily="49" charset="0"/>
              </a:rPr>
              <a:t>IEnumerable</a:t>
            </a:r>
            <a:r>
              <a:rPr lang="da-DK" sz="1800">
                <a:solidFill>
                  <a:srgbClr val="000000"/>
                </a:solidFill>
                <a:latin typeface="Consolas" panose="020B0609020204030204" pitchFamily="49" charset="0"/>
              </a:rPr>
              <a:t>&lt;</a:t>
            </a:r>
            <a:r>
              <a:rPr lang="da-DK">
                <a:solidFill>
                  <a:srgbClr val="2B91AF"/>
                </a:solidFill>
                <a:latin typeface="Consolas" panose="020B0609020204030204" pitchFamily="49" charset="0"/>
              </a:rPr>
              <a:t>T</a:t>
            </a:r>
            <a:r>
              <a:rPr lang="da-DK" sz="1800">
                <a:solidFill>
                  <a:srgbClr val="000000"/>
                </a:solidFill>
                <a:latin typeface="Consolas" panose="020B0609020204030204" pitchFamily="49" charset="0"/>
              </a:rPr>
              <a:t>&gt;</a:t>
            </a:r>
            <a:endParaRPr lang="da-DK">
              <a:solidFill>
                <a:schemeClr val="tx1"/>
              </a:solidFill>
            </a:endParaRPr>
          </a:p>
        </p:txBody>
      </p:sp>
      <p:sp>
        <p:nvSpPr>
          <p:cNvPr id="7" name="Rectangle: Rounded Corners 6">
            <a:extLst>
              <a:ext uri="{FF2B5EF4-FFF2-40B4-BE49-F238E27FC236}">
                <a16:creationId xmlns:a16="http://schemas.microsoft.com/office/drawing/2014/main" id="{560895DE-EA85-45AC-82C4-3C9C717957E4}"/>
              </a:ext>
            </a:extLst>
          </p:cNvPr>
          <p:cNvSpPr/>
          <p:nvPr/>
        </p:nvSpPr>
        <p:spPr>
          <a:xfrm>
            <a:off x="4644887" y="2508991"/>
            <a:ext cx="2902226" cy="914400"/>
          </a:xfrm>
          <a:prstGeom prst="roundRect">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1800" err="1">
                <a:solidFill>
                  <a:srgbClr val="2B91AF"/>
                </a:solidFill>
                <a:latin typeface="Consolas" panose="020B0609020204030204" pitchFamily="49" charset="0"/>
              </a:rPr>
              <a:t>ICollection</a:t>
            </a:r>
            <a:r>
              <a:rPr lang="da-DK" sz="1800">
                <a:solidFill>
                  <a:srgbClr val="000000"/>
                </a:solidFill>
                <a:latin typeface="Consolas" panose="020B0609020204030204" pitchFamily="49" charset="0"/>
              </a:rPr>
              <a:t>&lt;</a:t>
            </a:r>
            <a:r>
              <a:rPr lang="da-DK">
                <a:solidFill>
                  <a:srgbClr val="2B91AF"/>
                </a:solidFill>
                <a:latin typeface="Consolas" panose="020B0609020204030204" pitchFamily="49" charset="0"/>
              </a:rPr>
              <a:t>T</a:t>
            </a:r>
            <a:r>
              <a:rPr lang="da-DK" sz="1800">
                <a:solidFill>
                  <a:srgbClr val="000000"/>
                </a:solidFill>
                <a:latin typeface="Consolas" panose="020B0609020204030204" pitchFamily="49" charset="0"/>
              </a:rPr>
              <a:t>&gt;</a:t>
            </a:r>
            <a:endParaRPr lang="da-DK">
              <a:solidFill>
                <a:schemeClr val="tx1"/>
              </a:solidFill>
            </a:endParaRPr>
          </a:p>
        </p:txBody>
      </p:sp>
      <p:cxnSp>
        <p:nvCxnSpPr>
          <p:cNvPr id="10" name="Straight Arrow Connector 9">
            <a:extLst>
              <a:ext uri="{FF2B5EF4-FFF2-40B4-BE49-F238E27FC236}">
                <a16:creationId xmlns:a16="http://schemas.microsoft.com/office/drawing/2014/main" id="{CC90A085-8D93-458C-B711-DC5FCCC456DF}"/>
              </a:ext>
            </a:extLst>
          </p:cNvPr>
          <p:cNvCxnSpPr>
            <a:cxnSpLocks/>
            <a:stCxn id="6" idx="1"/>
            <a:endCxn id="7" idx="3"/>
          </p:cNvCxnSpPr>
          <p:nvPr/>
        </p:nvCxnSpPr>
        <p:spPr>
          <a:xfrm flipH="1">
            <a:off x="7547113" y="2966191"/>
            <a:ext cx="10716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Rounded Corners 18">
            <a:extLst>
              <a:ext uri="{FF2B5EF4-FFF2-40B4-BE49-F238E27FC236}">
                <a16:creationId xmlns:a16="http://schemas.microsoft.com/office/drawing/2014/main" id="{A5F27C05-E631-4BFF-BBB7-0FFC7CB72857}"/>
              </a:ext>
            </a:extLst>
          </p:cNvPr>
          <p:cNvSpPr/>
          <p:nvPr/>
        </p:nvSpPr>
        <p:spPr>
          <a:xfrm>
            <a:off x="649139" y="2508991"/>
            <a:ext cx="2902226" cy="914400"/>
          </a:xfrm>
          <a:prstGeom prst="roundRect">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1800" err="1">
                <a:solidFill>
                  <a:srgbClr val="2B91AF"/>
                </a:solidFill>
                <a:latin typeface="Consolas" panose="020B0609020204030204" pitchFamily="49" charset="0"/>
              </a:rPr>
              <a:t>IList</a:t>
            </a:r>
            <a:r>
              <a:rPr lang="da-DK" sz="1800">
                <a:solidFill>
                  <a:srgbClr val="000000"/>
                </a:solidFill>
                <a:latin typeface="Consolas" panose="020B0609020204030204" pitchFamily="49" charset="0"/>
              </a:rPr>
              <a:t>&lt;</a:t>
            </a:r>
            <a:r>
              <a:rPr lang="da-DK">
                <a:solidFill>
                  <a:srgbClr val="2B91AF"/>
                </a:solidFill>
                <a:latin typeface="Consolas" panose="020B0609020204030204" pitchFamily="49" charset="0"/>
              </a:rPr>
              <a:t>T</a:t>
            </a:r>
            <a:r>
              <a:rPr lang="da-DK" sz="1800">
                <a:solidFill>
                  <a:srgbClr val="000000"/>
                </a:solidFill>
                <a:latin typeface="Consolas" panose="020B0609020204030204" pitchFamily="49" charset="0"/>
              </a:rPr>
              <a:t>&gt; </a:t>
            </a:r>
            <a:endParaRPr lang="da-DK">
              <a:solidFill>
                <a:schemeClr val="tx1"/>
              </a:solidFill>
            </a:endParaRPr>
          </a:p>
        </p:txBody>
      </p:sp>
      <p:cxnSp>
        <p:nvCxnSpPr>
          <p:cNvPr id="21" name="Straight Arrow Connector 20">
            <a:extLst>
              <a:ext uri="{FF2B5EF4-FFF2-40B4-BE49-F238E27FC236}">
                <a16:creationId xmlns:a16="http://schemas.microsoft.com/office/drawing/2014/main" id="{529BE131-8EA4-467F-95E9-97D7591E03D1}"/>
              </a:ext>
            </a:extLst>
          </p:cNvPr>
          <p:cNvCxnSpPr>
            <a:stCxn id="7" idx="1"/>
            <a:endCxn id="19" idx="3"/>
          </p:cNvCxnSpPr>
          <p:nvPr/>
        </p:nvCxnSpPr>
        <p:spPr>
          <a:xfrm flipH="1">
            <a:off x="3551365" y="2966191"/>
            <a:ext cx="10935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3CCEE01-BC16-40E8-A6EF-CB333FCBA293}"/>
              </a:ext>
            </a:extLst>
          </p:cNvPr>
          <p:cNvCxnSpPr>
            <a:cxnSpLocks/>
          </p:cNvCxnSpPr>
          <p:nvPr/>
        </p:nvCxnSpPr>
        <p:spPr>
          <a:xfrm>
            <a:off x="8997244" y="3423391"/>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14" name="Straight Arrow Connector 13">
            <a:extLst>
              <a:ext uri="{FF2B5EF4-FFF2-40B4-BE49-F238E27FC236}">
                <a16:creationId xmlns:a16="http://schemas.microsoft.com/office/drawing/2014/main" id="{D17B5BA8-B552-4774-86D2-83E40CE59A5E}"/>
              </a:ext>
            </a:extLst>
          </p:cNvPr>
          <p:cNvCxnSpPr/>
          <p:nvPr/>
        </p:nvCxnSpPr>
        <p:spPr>
          <a:xfrm>
            <a:off x="8997244" y="3951111"/>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15" name="TextBox 14">
            <a:extLst>
              <a:ext uri="{FF2B5EF4-FFF2-40B4-BE49-F238E27FC236}">
                <a16:creationId xmlns:a16="http://schemas.microsoft.com/office/drawing/2014/main" id="{298D3C8E-3858-481B-842B-568065A0ACDA}"/>
              </a:ext>
            </a:extLst>
          </p:cNvPr>
          <p:cNvSpPr txBox="1"/>
          <p:nvPr/>
        </p:nvSpPr>
        <p:spPr>
          <a:xfrm>
            <a:off x="9557456" y="3804336"/>
            <a:ext cx="2122291"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Iterate over a collection</a:t>
            </a:r>
            <a:endParaRPr lang="da-DK" sz="1600" i="1" err="1">
              <a:latin typeface="+mn-lt"/>
            </a:endParaRPr>
          </a:p>
        </p:txBody>
      </p:sp>
      <p:cxnSp>
        <p:nvCxnSpPr>
          <p:cNvPr id="20" name="Straight Connector 19">
            <a:extLst>
              <a:ext uri="{FF2B5EF4-FFF2-40B4-BE49-F238E27FC236}">
                <a16:creationId xmlns:a16="http://schemas.microsoft.com/office/drawing/2014/main" id="{027A3972-644E-46B3-BAF2-4505DF576A50}"/>
              </a:ext>
            </a:extLst>
          </p:cNvPr>
          <p:cNvCxnSpPr>
            <a:cxnSpLocks/>
          </p:cNvCxnSpPr>
          <p:nvPr/>
        </p:nvCxnSpPr>
        <p:spPr>
          <a:xfrm>
            <a:off x="4928110" y="3423391"/>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22" name="Straight Arrow Connector 21">
            <a:extLst>
              <a:ext uri="{FF2B5EF4-FFF2-40B4-BE49-F238E27FC236}">
                <a16:creationId xmlns:a16="http://schemas.microsoft.com/office/drawing/2014/main" id="{731FDFB6-0374-467C-81AD-A776DA90BEE9}"/>
              </a:ext>
            </a:extLst>
          </p:cNvPr>
          <p:cNvCxnSpPr/>
          <p:nvPr/>
        </p:nvCxnSpPr>
        <p:spPr>
          <a:xfrm>
            <a:off x="4928110" y="3951111"/>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6" name="Straight Connector 25">
            <a:extLst>
              <a:ext uri="{FF2B5EF4-FFF2-40B4-BE49-F238E27FC236}">
                <a16:creationId xmlns:a16="http://schemas.microsoft.com/office/drawing/2014/main" id="{6FC410D0-EB23-4B4C-B156-52A06512AA04}"/>
              </a:ext>
            </a:extLst>
          </p:cNvPr>
          <p:cNvCxnSpPr>
            <a:cxnSpLocks/>
          </p:cNvCxnSpPr>
          <p:nvPr/>
        </p:nvCxnSpPr>
        <p:spPr>
          <a:xfrm>
            <a:off x="4928110" y="3946278"/>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27" name="Straight Arrow Connector 26">
            <a:extLst>
              <a:ext uri="{FF2B5EF4-FFF2-40B4-BE49-F238E27FC236}">
                <a16:creationId xmlns:a16="http://schemas.microsoft.com/office/drawing/2014/main" id="{23B95F7D-906C-4116-93D9-44A21B25FE65}"/>
              </a:ext>
            </a:extLst>
          </p:cNvPr>
          <p:cNvCxnSpPr/>
          <p:nvPr/>
        </p:nvCxnSpPr>
        <p:spPr>
          <a:xfrm>
            <a:off x="4928110" y="4473998"/>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28" name="TextBox 27">
            <a:extLst>
              <a:ext uri="{FF2B5EF4-FFF2-40B4-BE49-F238E27FC236}">
                <a16:creationId xmlns:a16="http://schemas.microsoft.com/office/drawing/2014/main" id="{64AB181A-A757-4648-82B9-5B68EB260CCA}"/>
              </a:ext>
            </a:extLst>
          </p:cNvPr>
          <p:cNvSpPr txBox="1"/>
          <p:nvPr/>
        </p:nvSpPr>
        <p:spPr>
          <a:xfrm>
            <a:off x="5470460" y="4332056"/>
            <a:ext cx="1384435"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Add elements</a:t>
            </a:r>
            <a:endParaRPr lang="da-DK" sz="1600" i="1" err="1">
              <a:latin typeface="+mn-lt"/>
            </a:endParaRPr>
          </a:p>
        </p:txBody>
      </p:sp>
      <p:cxnSp>
        <p:nvCxnSpPr>
          <p:cNvPr id="29" name="Straight Connector 28">
            <a:extLst>
              <a:ext uri="{FF2B5EF4-FFF2-40B4-BE49-F238E27FC236}">
                <a16:creationId xmlns:a16="http://schemas.microsoft.com/office/drawing/2014/main" id="{FB611473-0B6C-4F05-84C2-B587AF3BCA8E}"/>
              </a:ext>
            </a:extLst>
          </p:cNvPr>
          <p:cNvCxnSpPr>
            <a:cxnSpLocks/>
          </p:cNvCxnSpPr>
          <p:nvPr/>
        </p:nvCxnSpPr>
        <p:spPr>
          <a:xfrm>
            <a:off x="4928110" y="4469165"/>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30" name="Straight Arrow Connector 29">
            <a:extLst>
              <a:ext uri="{FF2B5EF4-FFF2-40B4-BE49-F238E27FC236}">
                <a16:creationId xmlns:a16="http://schemas.microsoft.com/office/drawing/2014/main" id="{4003CB80-3B13-4CE7-9CB2-16BE0E503C9F}"/>
              </a:ext>
            </a:extLst>
          </p:cNvPr>
          <p:cNvCxnSpPr/>
          <p:nvPr/>
        </p:nvCxnSpPr>
        <p:spPr>
          <a:xfrm>
            <a:off x="4928110" y="4996885"/>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31" name="TextBox 30">
            <a:extLst>
              <a:ext uri="{FF2B5EF4-FFF2-40B4-BE49-F238E27FC236}">
                <a16:creationId xmlns:a16="http://schemas.microsoft.com/office/drawing/2014/main" id="{C1AB98AC-D970-4C58-A38E-1C4DF7F6B7A0}"/>
              </a:ext>
            </a:extLst>
          </p:cNvPr>
          <p:cNvSpPr txBox="1"/>
          <p:nvPr/>
        </p:nvSpPr>
        <p:spPr>
          <a:xfrm>
            <a:off x="5470460" y="4850110"/>
            <a:ext cx="1774962"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Remove elements</a:t>
            </a:r>
            <a:endParaRPr lang="da-DK" sz="1600" i="1" err="1">
              <a:latin typeface="+mn-lt"/>
            </a:endParaRPr>
          </a:p>
        </p:txBody>
      </p:sp>
      <p:sp>
        <p:nvSpPr>
          <p:cNvPr id="32" name="TextBox 31">
            <a:extLst>
              <a:ext uri="{FF2B5EF4-FFF2-40B4-BE49-F238E27FC236}">
                <a16:creationId xmlns:a16="http://schemas.microsoft.com/office/drawing/2014/main" id="{D79016CE-4E56-47E8-8667-B84E7567466B}"/>
              </a:ext>
            </a:extLst>
          </p:cNvPr>
          <p:cNvSpPr txBox="1"/>
          <p:nvPr/>
        </p:nvSpPr>
        <p:spPr>
          <a:xfrm>
            <a:off x="5488322" y="3843200"/>
            <a:ext cx="2122291"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Iterate over a collection</a:t>
            </a:r>
            <a:endParaRPr lang="da-DK" sz="1600" i="1" err="1">
              <a:latin typeface="+mn-lt"/>
            </a:endParaRPr>
          </a:p>
        </p:txBody>
      </p:sp>
      <p:cxnSp>
        <p:nvCxnSpPr>
          <p:cNvPr id="33" name="Straight Connector 32">
            <a:extLst>
              <a:ext uri="{FF2B5EF4-FFF2-40B4-BE49-F238E27FC236}">
                <a16:creationId xmlns:a16="http://schemas.microsoft.com/office/drawing/2014/main" id="{4E24D43C-EAEB-4562-AA7F-7D7C4111B35E}"/>
              </a:ext>
            </a:extLst>
          </p:cNvPr>
          <p:cNvCxnSpPr>
            <a:cxnSpLocks/>
          </p:cNvCxnSpPr>
          <p:nvPr/>
        </p:nvCxnSpPr>
        <p:spPr>
          <a:xfrm>
            <a:off x="858977" y="3418558"/>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34" name="Straight Arrow Connector 33">
            <a:extLst>
              <a:ext uri="{FF2B5EF4-FFF2-40B4-BE49-F238E27FC236}">
                <a16:creationId xmlns:a16="http://schemas.microsoft.com/office/drawing/2014/main" id="{84F1AE6B-A139-4C17-B072-F744E314DB5E}"/>
              </a:ext>
            </a:extLst>
          </p:cNvPr>
          <p:cNvCxnSpPr/>
          <p:nvPr/>
        </p:nvCxnSpPr>
        <p:spPr>
          <a:xfrm>
            <a:off x="858977" y="3946278"/>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35" name="Straight Connector 34">
            <a:extLst>
              <a:ext uri="{FF2B5EF4-FFF2-40B4-BE49-F238E27FC236}">
                <a16:creationId xmlns:a16="http://schemas.microsoft.com/office/drawing/2014/main" id="{FB15D260-3CD4-42D7-92E2-F58028CAC008}"/>
              </a:ext>
            </a:extLst>
          </p:cNvPr>
          <p:cNvCxnSpPr>
            <a:cxnSpLocks/>
          </p:cNvCxnSpPr>
          <p:nvPr/>
        </p:nvCxnSpPr>
        <p:spPr>
          <a:xfrm>
            <a:off x="858977" y="3941445"/>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36" name="Straight Arrow Connector 35">
            <a:extLst>
              <a:ext uri="{FF2B5EF4-FFF2-40B4-BE49-F238E27FC236}">
                <a16:creationId xmlns:a16="http://schemas.microsoft.com/office/drawing/2014/main" id="{F1C1CEB5-45E2-416E-9B5F-8297F9FCC5ED}"/>
              </a:ext>
            </a:extLst>
          </p:cNvPr>
          <p:cNvCxnSpPr/>
          <p:nvPr/>
        </p:nvCxnSpPr>
        <p:spPr>
          <a:xfrm>
            <a:off x="858977" y="4469165"/>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37" name="TextBox 36">
            <a:extLst>
              <a:ext uri="{FF2B5EF4-FFF2-40B4-BE49-F238E27FC236}">
                <a16:creationId xmlns:a16="http://schemas.microsoft.com/office/drawing/2014/main" id="{6C6B1387-0644-4265-B10F-9CBF3EDDD4EC}"/>
              </a:ext>
            </a:extLst>
          </p:cNvPr>
          <p:cNvSpPr txBox="1"/>
          <p:nvPr/>
        </p:nvSpPr>
        <p:spPr>
          <a:xfrm>
            <a:off x="1401327" y="4327223"/>
            <a:ext cx="1384435"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Add elements</a:t>
            </a:r>
            <a:endParaRPr lang="da-DK" sz="1600" i="1" err="1">
              <a:latin typeface="+mn-lt"/>
            </a:endParaRPr>
          </a:p>
        </p:txBody>
      </p:sp>
      <p:cxnSp>
        <p:nvCxnSpPr>
          <p:cNvPr id="38" name="Straight Connector 37">
            <a:extLst>
              <a:ext uri="{FF2B5EF4-FFF2-40B4-BE49-F238E27FC236}">
                <a16:creationId xmlns:a16="http://schemas.microsoft.com/office/drawing/2014/main" id="{89B627FF-A136-4C28-A8B2-F27A4FB9FC13}"/>
              </a:ext>
            </a:extLst>
          </p:cNvPr>
          <p:cNvCxnSpPr>
            <a:cxnSpLocks/>
          </p:cNvCxnSpPr>
          <p:nvPr/>
        </p:nvCxnSpPr>
        <p:spPr>
          <a:xfrm>
            <a:off x="858977" y="4464332"/>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39" name="Straight Arrow Connector 38">
            <a:extLst>
              <a:ext uri="{FF2B5EF4-FFF2-40B4-BE49-F238E27FC236}">
                <a16:creationId xmlns:a16="http://schemas.microsoft.com/office/drawing/2014/main" id="{FF7332C3-69A9-4133-B8BE-8B660E7EE05B}"/>
              </a:ext>
            </a:extLst>
          </p:cNvPr>
          <p:cNvCxnSpPr/>
          <p:nvPr/>
        </p:nvCxnSpPr>
        <p:spPr>
          <a:xfrm>
            <a:off x="858977" y="4992052"/>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40" name="TextBox 39">
            <a:extLst>
              <a:ext uri="{FF2B5EF4-FFF2-40B4-BE49-F238E27FC236}">
                <a16:creationId xmlns:a16="http://schemas.microsoft.com/office/drawing/2014/main" id="{D02D58E4-D295-4F2F-9A16-8AF3C9589514}"/>
              </a:ext>
            </a:extLst>
          </p:cNvPr>
          <p:cNvSpPr txBox="1"/>
          <p:nvPr/>
        </p:nvSpPr>
        <p:spPr>
          <a:xfrm>
            <a:off x="1401327" y="4845277"/>
            <a:ext cx="1774962"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Remove elements</a:t>
            </a:r>
            <a:endParaRPr lang="da-DK" sz="1600" i="1" err="1">
              <a:latin typeface="+mn-lt"/>
            </a:endParaRPr>
          </a:p>
        </p:txBody>
      </p:sp>
      <p:sp>
        <p:nvSpPr>
          <p:cNvPr id="41" name="TextBox 40">
            <a:extLst>
              <a:ext uri="{FF2B5EF4-FFF2-40B4-BE49-F238E27FC236}">
                <a16:creationId xmlns:a16="http://schemas.microsoft.com/office/drawing/2014/main" id="{340F8109-26FE-49EB-A3A2-101E26939920}"/>
              </a:ext>
            </a:extLst>
          </p:cNvPr>
          <p:cNvSpPr txBox="1"/>
          <p:nvPr/>
        </p:nvSpPr>
        <p:spPr>
          <a:xfrm>
            <a:off x="1419189" y="3838367"/>
            <a:ext cx="2122291"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Iterate over a collection</a:t>
            </a:r>
            <a:endParaRPr lang="da-DK" sz="1600" i="1" err="1">
              <a:latin typeface="+mn-lt"/>
            </a:endParaRPr>
          </a:p>
        </p:txBody>
      </p:sp>
      <p:cxnSp>
        <p:nvCxnSpPr>
          <p:cNvPr id="42" name="Straight Connector 41">
            <a:extLst>
              <a:ext uri="{FF2B5EF4-FFF2-40B4-BE49-F238E27FC236}">
                <a16:creationId xmlns:a16="http://schemas.microsoft.com/office/drawing/2014/main" id="{8D2910E5-AE52-470A-B68D-F8476CD8E830}"/>
              </a:ext>
            </a:extLst>
          </p:cNvPr>
          <p:cNvCxnSpPr>
            <a:cxnSpLocks/>
          </p:cNvCxnSpPr>
          <p:nvPr/>
        </p:nvCxnSpPr>
        <p:spPr>
          <a:xfrm>
            <a:off x="853609" y="4969262"/>
            <a:ext cx="0" cy="52772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43" name="Straight Arrow Connector 42">
            <a:extLst>
              <a:ext uri="{FF2B5EF4-FFF2-40B4-BE49-F238E27FC236}">
                <a16:creationId xmlns:a16="http://schemas.microsoft.com/office/drawing/2014/main" id="{93E99BBB-C629-4E70-AA42-9713D15EBE70}"/>
              </a:ext>
            </a:extLst>
          </p:cNvPr>
          <p:cNvCxnSpPr/>
          <p:nvPr/>
        </p:nvCxnSpPr>
        <p:spPr>
          <a:xfrm>
            <a:off x="853609" y="5496982"/>
            <a:ext cx="496712" cy="0"/>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44" name="TextBox 43">
            <a:extLst>
              <a:ext uri="{FF2B5EF4-FFF2-40B4-BE49-F238E27FC236}">
                <a16:creationId xmlns:a16="http://schemas.microsoft.com/office/drawing/2014/main" id="{A8E68581-66DF-483D-BC29-912853993076}"/>
              </a:ext>
            </a:extLst>
          </p:cNvPr>
          <p:cNvSpPr txBox="1"/>
          <p:nvPr/>
        </p:nvSpPr>
        <p:spPr>
          <a:xfrm>
            <a:off x="1395959" y="5350207"/>
            <a:ext cx="1774962" cy="29355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i="1">
                <a:latin typeface="+mn-lt"/>
              </a:rPr>
              <a:t>Accesses by index</a:t>
            </a:r>
            <a:endParaRPr lang="da-DK" sz="1600" i="1" err="1">
              <a:latin typeface="+mn-lt"/>
            </a:endParaRPr>
          </a:p>
        </p:txBody>
      </p:sp>
    </p:spTree>
    <p:extLst>
      <p:ext uri="{BB962C8B-B14F-4D97-AF65-F5344CB8AC3E}">
        <p14:creationId xmlns:p14="http://schemas.microsoft.com/office/powerpoint/2010/main" val="35540907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4F68-4EF0-435B-BDD5-0A6F7CFD1203}"/>
              </a:ext>
            </a:extLst>
          </p:cNvPr>
          <p:cNvSpPr>
            <a:spLocks noGrp="1"/>
          </p:cNvSpPr>
          <p:nvPr>
            <p:ph type="title"/>
          </p:nvPr>
        </p:nvSpPr>
        <p:spPr/>
        <p:txBody>
          <a:bodyPr/>
          <a:lstStyle/>
          <a:p>
            <a:r>
              <a:rPr lang="en-GB"/>
              <a:t>Live demo</a:t>
            </a:r>
            <a:endParaRPr lang="da-DK"/>
          </a:p>
        </p:txBody>
      </p:sp>
      <p:sp>
        <p:nvSpPr>
          <p:cNvPr id="3" name="Slide Number Placeholder 2">
            <a:extLst>
              <a:ext uri="{FF2B5EF4-FFF2-40B4-BE49-F238E27FC236}">
                <a16:creationId xmlns:a16="http://schemas.microsoft.com/office/drawing/2014/main" id="{DC5CBB21-A953-43E2-BE84-BCD9DA120820}"/>
              </a:ext>
            </a:extLst>
          </p:cNvPr>
          <p:cNvSpPr>
            <a:spLocks noGrp="1"/>
          </p:cNvSpPr>
          <p:nvPr>
            <p:ph type="sldNum" sz="quarter" idx="11"/>
          </p:nvPr>
        </p:nvSpPr>
        <p:spPr/>
        <p:txBody>
          <a:bodyPr/>
          <a:lstStyle/>
          <a:p>
            <a:fld id="{E16BA917-7F09-4B8D-AF07-F52890C14046}" type="slidenum">
              <a:rPr lang="da-DK" smtClean="0"/>
              <a:pPr/>
              <a:t>47</a:t>
            </a:fld>
            <a:endParaRPr lang="da-DK"/>
          </a:p>
        </p:txBody>
      </p:sp>
      <p:sp>
        <p:nvSpPr>
          <p:cNvPr id="4" name="Text Placeholder 3">
            <a:extLst>
              <a:ext uri="{FF2B5EF4-FFF2-40B4-BE49-F238E27FC236}">
                <a16:creationId xmlns:a16="http://schemas.microsoft.com/office/drawing/2014/main" id="{4911B24B-4C7A-49CE-8AE2-C91D7137A4F0}"/>
              </a:ext>
            </a:extLst>
          </p:cNvPr>
          <p:cNvSpPr>
            <a:spLocks noGrp="1"/>
          </p:cNvSpPr>
          <p:nvPr>
            <p:ph type="body" sz="quarter" idx="17"/>
          </p:nvPr>
        </p:nvSpPr>
        <p:spPr/>
        <p:txBody>
          <a:bodyPr/>
          <a:lstStyle/>
          <a:p>
            <a:r>
              <a:rPr lang="en-GB"/>
              <a:t>Live demo 4</a:t>
            </a:r>
            <a:endParaRPr lang="da-DK"/>
          </a:p>
        </p:txBody>
      </p:sp>
      <p:sp>
        <p:nvSpPr>
          <p:cNvPr id="7" name="TextBox 6">
            <a:extLst>
              <a:ext uri="{FF2B5EF4-FFF2-40B4-BE49-F238E27FC236}">
                <a16:creationId xmlns:a16="http://schemas.microsoft.com/office/drawing/2014/main" id="{90C9EC04-148A-4F8F-9B59-C55AE5A5B09F}"/>
              </a:ext>
            </a:extLst>
          </p:cNvPr>
          <p:cNvSpPr txBox="1"/>
          <p:nvPr/>
        </p:nvSpPr>
        <p:spPr>
          <a:xfrm>
            <a:off x="672000" y="1458383"/>
            <a:ext cx="10878759" cy="4686777"/>
          </a:xfrm>
          <a:prstGeom prst="rect">
            <a:avLst/>
          </a:prstGeom>
          <a:noFill/>
        </p:spPr>
        <p:txBody>
          <a:bodyPr wrap="none" lIns="0" tIns="0" rIns="0" bIns="0" rtlCol="0">
            <a:noAutofit/>
          </a:bodyPr>
          <a:lstStyle/>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args</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IEnumerable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collection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List</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&gt;(){1,2,3,4,5};</a:t>
            </a: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ICollection</a:t>
            </a:r>
            <a:r>
              <a:rPr lang="da-DK" sz="1800">
                <a:solidFill>
                  <a:srgbClr val="008000"/>
                </a:solidFill>
                <a:latin typeface="Consolas" panose="020B0609020204030204" pitchFamily="49" charset="0"/>
              </a:rPr>
              <a:t>&lt;</a:t>
            </a:r>
            <a:r>
              <a:rPr lang="da-DK" sz="1800" err="1">
                <a:solidFill>
                  <a:srgbClr val="008000"/>
                </a:solidFill>
                <a:latin typeface="Consolas" panose="020B0609020204030204" pitchFamily="49" charset="0"/>
              </a:rPr>
              <a:t>int</a:t>
            </a:r>
            <a:r>
              <a:rPr lang="da-DK" sz="1800">
                <a:solidFill>
                  <a:srgbClr val="008000"/>
                </a:solidFill>
                <a:latin typeface="Consolas" panose="020B0609020204030204" pitchFamily="49" charset="0"/>
              </a:rPr>
              <a:t>&gt; </a:t>
            </a:r>
            <a:r>
              <a:rPr lang="da-DK" sz="1800" err="1">
                <a:solidFill>
                  <a:srgbClr val="008000"/>
                </a:solidFill>
                <a:latin typeface="Consolas" panose="020B0609020204030204" pitchFamily="49" charset="0"/>
              </a:rPr>
              <a:t>collection</a:t>
            </a:r>
            <a:r>
              <a:rPr lang="da-DK" sz="1800">
                <a:solidFill>
                  <a:srgbClr val="008000"/>
                </a:solidFill>
                <a:latin typeface="Consolas" panose="020B0609020204030204" pitchFamily="49" charset="0"/>
              </a:rPr>
              <a:t> = new List&lt;</a:t>
            </a:r>
            <a:r>
              <a:rPr lang="da-DK" sz="1800" err="1">
                <a:solidFill>
                  <a:srgbClr val="008000"/>
                </a:solidFill>
                <a:latin typeface="Consolas" panose="020B0609020204030204" pitchFamily="49" charset="0"/>
              </a:rPr>
              <a:t>int</a:t>
            </a:r>
            <a:r>
              <a:rPr lang="da-DK" sz="1800">
                <a:solidFill>
                  <a:srgbClr val="008000"/>
                </a:solidFill>
                <a:latin typeface="Consolas" panose="020B0609020204030204" pitchFamily="49" charset="0"/>
              </a:rPr>
              <a:t>&gt;(){1,2,3,4,5};</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IList</a:t>
            </a:r>
            <a:r>
              <a:rPr lang="da-DK" sz="1800">
                <a:solidFill>
                  <a:srgbClr val="008000"/>
                </a:solidFill>
                <a:latin typeface="Consolas" panose="020B0609020204030204" pitchFamily="49" charset="0"/>
              </a:rPr>
              <a:t>&lt;</a:t>
            </a:r>
            <a:r>
              <a:rPr lang="da-DK" sz="1800" err="1">
                <a:solidFill>
                  <a:srgbClr val="008000"/>
                </a:solidFill>
                <a:latin typeface="Consolas" panose="020B0609020204030204" pitchFamily="49" charset="0"/>
              </a:rPr>
              <a:t>int</a:t>
            </a:r>
            <a:r>
              <a:rPr lang="da-DK" sz="1800">
                <a:solidFill>
                  <a:srgbClr val="008000"/>
                </a:solidFill>
                <a:latin typeface="Consolas" panose="020B0609020204030204" pitchFamily="49" charset="0"/>
              </a:rPr>
              <a:t>&gt; </a:t>
            </a:r>
            <a:r>
              <a:rPr lang="da-DK" sz="1800" err="1">
                <a:solidFill>
                  <a:srgbClr val="008000"/>
                </a:solidFill>
                <a:latin typeface="Consolas" panose="020B0609020204030204" pitchFamily="49" charset="0"/>
              </a:rPr>
              <a:t>collection</a:t>
            </a:r>
            <a:r>
              <a:rPr lang="da-DK" sz="1800">
                <a:solidFill>
                  <a:srgbClr val="008000"/>
                </a:solidFill>
                <a:latin typeface="Consolas" panose="020B0609020204030204" pitchFamily="49" charset="0"/>
              </a:rPr>
              <a:t> = new List&lt;</a:t>
            </a:r>
            <a:r>
              <a:rPr lang="da-DK" sz="1800" err="1">
                <a:solidFill>
                  <a:srgbClr val="008000"/>
                </a:solidFill>
                <a:latin typeface="Consolas" panose="020B0609020204030204" pitchFamily="49" charset="0"/>
              </a:rPr>
              <a:t>int</a:t>
            </a:r>
            <a:r>
              <a:rPr lang="da-DK" sz="1800">
                <a:solidFill>
                  <a:srgbClr val="008000"/>
                </a:solidFill>
                <a:latin typeface="Consolas" panose="020B0609020204030204" pitchFamily="49" charset="0"/>
              </a:rPr>
              <a:t>&gt;(){1,2,3,4,5};</a:t>
            </a:r>
            <a:endParaRPr lang="da-DK" sz="1800">
              <a:solidFill>
                <a:srgbClr val="000000"/>
              </a:solidFill>
              <a:latin typeface="Consolas" panose="020B0609020204030204" pitchFamily="49" charset="0"/>
            </a:endParaRPr>
          </a:p>
          <a:p>
            <a:endParaRPr lang="da-DK"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foreach</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element </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collection) {</a:t>
            </a: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(element);</a:t>
            </a:r>
          </a:p>
          <a:p>
            <a:r>
              <a:rPr lang="da-DK" sz="1800">
                <a:solidFill>
                  <a:srgbClr val="000000"/>
                </a:solidFill>
                <a:latin typeface="Consolas" panose="020B0609020204030204" pitchFamily="49" charset="0"/>
              </a:rPr>
              <a:t>            }</a:t>
            </a: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collection.Add</a:t>
            </a:r>
            <a:r>
              <a:rPr lang="da-DK" sz="1800">
                <a:solidFill>
                  <a:srgbClr val="008000"/>
                </a:solidFill>
                <a:latin typeface="Consolas" panose="020B0609020204030204" pitchFamily="49" charset="0"/>
              </a:rPr>
              <a:t>(42);</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collection.Remove</a:t>
            </a:r>
            <a:r>
              <a:rPr lang="da-DK" sz="1800">
                <a:solidFill>
                  <a:srgbClr val="008000"/>
                </a:solidFill>
                <a:latin typeface="Consolas" panose="020B0609020204030204" pitchFamily="49" charset="0"/>
              </a:rPr>
              <a:t>(42);</a:t>
            </a:r>
            <a:endParaRPr lang="da-DK" sz="1800">
              <a:solidFill>
                <a:srgbClr val="000000"/>
              </a:solidFill>
              <a:latin typeface="Consolas" panose="020B0609020204030204" pitchFamily="49" charset="0"/>
            </a:endParaRP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a:t>
            </a:r>
            <a:r>
              <a:rPr lang="da-DK" sz="1800" err="1">
                <a:solidFill>
                  <a:srgbClr val="008000"/>
                </a:solidFill>
                <a:latin typeface="Consolas" panose="020B0609020204030204" pitchFamily="49" charset="0"/>
              </a:rPr>
              <a:t>collection</a:t>
            </a:r>
            <a:r>
              <a:rPr lang="da-DK" sz="1800">
                <a:solidFill>
                  <a:srgbClr val="008000"/>
                </a:solidFill>
                <a:latin typeface="Consolas" panose="020B0609020204030204" pitchFamily="49" charset="0"/>
              </a:rPr>
              <a:t>[0] = 42;</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endParaRPr lang="da-DK" sz="1600">
              <a:latin typeface="+mn-lt"/>
            </a:endParaRPr>
          </a:p>
        </p:txBody>
      </p:sp>
    </p:spTree>
    <p:extLst>
      <p:ext uri="{BB962C8B-B14F-4D97-AF65-F5344CB8AC3E}">
        <p14:creationId xmlns:p14="http://schemas.microsoft.com/office/powerpoint/2010/main" val="3660370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E690-2EB7-4958-9B60-D51ED5E200A5}"/>
              </a:ext>
            </a:extLst>
          </p:cNvPr>
          <p:cNvSpPr>
            <a:spLocks noGrp="1"/>
          </p:cNvSpPr>
          <p:nvPr>
            <p:ph type="title"/>
          </p:nvPr>
        </p:nvSpPr>
        <p:spPr/>
        <p:txBody>
          <a:bodyPr/>
          <a:lstStyle/>
          <a:p>
            <a:r>
              <a:rPr lang="en-US">
                <a:solidFill>
                  <a:srgbClr val="171717"/>
                </a:solidFill>
              </a:rPr>
              <a:t>Live demo</a:t>
            </a:r>
            <a:endParaRPr lang="da-DK">
              <a:solidFill>
                <a:srgbClr val="171717"/>
              </a:solidFill>
            </a:endParaRPr>
          </a:p>
        </p:txBody>
      </p:sp>
      <p:sp>
        <p:nvSpPr>
          <p:cNvPr id="3" name="Slide Number Placeholder 2">
            <a:extLst>
              <a:ext uri="{FF2B5EF4-FFF2-40B4-BE49-F238E27FC236}">
                <a16:creationId xmlns:a16="http://schemas.microsoft.com/office/drawing/2014/main" id="{5E49A56D-8536-481B-8441-200D9EF38F3D}"/>
              </a:ext>
            </a:extLst>
          </p:cNvPr>
          <p:cNvSpPr>
            <a:spLocks noGrp="1"/>
          </p:cNvSpPr>
          <p:nvPr>
            <p:ph type="sldNum" sz="quarter" idx="11"/>
          </p:nvPr>
        </p:nvSpPr>
        <p:spPr/>
        <p:txBody>
          <a:bodyPr/>
          <a:lstStyle/>
          <a:p>
            <a:fld id="{E16BA917-7F09-4B8D-AF07-F52890C14046}" type="slidenum">
              <a:rPr lang="da-DK" smtClean="0"/>
              <a:pPr/>
              <a:t>48</a:t>
            </a:fld>
            <a:endParaRPr lang="da-DK"/>
          </a:p>
        </p:txBody>
      </p:sp>
      <p:sp>
        <p:nvSpPr>
          <p:cNvPr id="4" name="Text Placeholder 3">
            <a:extLst>
              <a:ext uri="{FF2B5EF4-FFF2-40B4-BE49-F238E27FC236}">
                <a16:creationId xmlns:a16="http://schemas.microsoft.com/office/drawing/2014/main" id="{0174E659-BC5A-4AED-BECB-A975277EB222}"/>
              </a:ext>
            </a:extLst>
          </p:cNvPr>
          <p:cNvSpPr>
            <a:spLocks noGrp="1"/>
          </p:cNvSpPr>
          <p:nvPr>
            <p:ph type="body" sz="quarter" idx="17"/>
          </p:nvPr>
        </p:nvSpPr>
        <p:spPr/>
        <p:txBody>
          <a:bodyPr/>
          <a:lstStyle/>
          <a:p>
            <a:r>
              <a:rPr lang="en-US"/>
              <a:t>Demo 4</a:t>
            </a:r>
            <a:endParaRPr lang="da-DK"/>
          </a:p>
        </p:txBody>
      </p:sp>
      <p:sp>
        <p:nvSpPr>
          <p:cNvPr id="5" name="TextBox 4">
            <a:extLst>
              <a:ext uri="{FF2B5EF4-FFF2-40B4-BE49-F238E27FC236}">
                <a16:creationId xmlns:a16="http://schemas.microsoft.com/office/drawing/2014/main" id="{FA7B4BDF-076D-44FB-8390-5D866ACACFCB}"/>
              </a:ext>
            </a:extLst>
          </p:cNvPr>
          <p:cNvSpPr txBox="1"/>
          <p:nvPr/>
        </p:nvSpPr>
        <p:spPr>
          <a:xfrm>
            <a:off x="670984" y="1594591"/>
            <a:ext cx="10850033" cy="4587548"/>
          </a:xfrm>
          <a:prstGeom prst="rect">
            <a:avLst/>
          </a:prstGeom>
          <a:noFill/>
        </p:spPr>
        <p:txBody>
          <a:bodyPr wrap="none" lIns="0" tIns="0" rIns="0" bIns="0" numCol="2" rtlCol="0">
            <a:noAutofit/>
          </a:bodyPr>
          <a:lstStyle/>
          <a:p>
            <a:r>
              <a:rPr lang="da-DK" sz="1100" err="1">
                <a:solidFill>
                  <a:srgbClr val="0000FF"/>
                </a:solidFill>
                <a:latin typeface="Consolas" panose="020B0609020204030204" pitchFamily="49" charset="0"/>
              </a:rPr>
              <a:t>class</a:t>
            </a:r>
            <a:r>
              <a:rPr lang="da-DK" sz="1100">
                <a:solidFill>
                  <a:srgbClr val="000000"/>
                </a:solidFill>
                <a:latin typeface="Consolas" panose="020B0609020204030204" pitchFamily="49" charset="0"/>
              </a:rPr>
              <a:t> </a:t>
            </a:r>
            <a:r>
              <a:rPr lang="da-DK" sz="1100">
                <a:solidFill>
                  <a:srgbClr val="2B91AF"/>
                </a:solidFill>
                <a:latin typeface="Consolas" panose="020B0609020204030204" pitchFamily="49" charset="0"/>
              </a:rPr>
              <a:t>Program</a:t>
            </a:r>
            <a:r>
              <a:rPr lang="da-DK" sz="1100">
                <a:solidFill>
                  <a:srgbClr val="000000"/>
                </a:solidFill>
                <a:latin typeface="Consolas" panose="020B0609020204030204" pitchFamily="49" charset="0"/>
              </a:rPr>
              <a:t> {</a:t>
            </a:r>
          </a:p>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static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void</a:t>
            </a:r>
            <a:r>
              <a:rPr lang="en-US" sz="1100">
                <a:solidFill>
                  <a:srgbClr val="000000"/>
                </a:solidFill>
                <a:latin typeface="Consolas" panose="020B0609020204030204" pitchFamily="49" charset="0"/>
              </a:rPr>
              <a:t> Main(</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args</a:t>
            </a:r>
            <a:r>
              <a:rPr lang="en-US"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employees</a:t>
            </a:r>
            <a:r>
              <a:rPr lang="da-DK" sz="1100">
                <a:solidFill>
                  <a:srgbClr val="000000"/>
                </a:solidFill>
                <a:latin typeface="Consolas" panose="020B0609020204030204" pitchFamily="49" charset="0"/>
              </a:rPr>
              <a:t> = </a:t>
            </a:r>
            <a:r>
              <a:rPr lang="da-DK" sz="1100" err="1">
                <a:solidFill>
                  <a:srgbClr val="000000"/>
                </a:solidFill>
                <a:latin typeface="Consolas" panose="020B0609020204030204" pitchFamily="49" charset="0"/>
              </a:rPr>
              <a:t>GetEmployees</a:t>
            </a:r>
            <a:r>
              <a:rPr lang="da-DK" sz="1100">
                <a:solidFill>
                  <a:srgbClr val="000000"/>
                </a:solidFill>
                <a:latin typeface="Consolas" panose="020B0609020204030204" pitchFamily="49" charset="0"/>
              </a:rPr>
              <a:t>();</a:t>
            </a:r>
          </a:p>
          <a:p>
            <a:endParaRPr lang="da-DK" sz="1100">
              <a:solidFill>
                <a:srgbClr val="000000"/>
              </a:solidFill>
              <a:latin typeface="Consolas" panose="020B0609020204030204" pitchFamily="49" charset="0"/>
            </a:endParaRPr>
          </a:p>
          <a:p>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Array</a:t>
            </a:r>
            <a:r>
              <a:rPr lang="en-US" sz="1100" err="1">
                <a:solidFill>
                  <a:srgbClr val="000000"/>
                </a:solidFill>
                <a:latin typeface="Consolas" panose="020B0609020204030204" pitchFamily="49" charset="0"/>
              </a:rPr>
              <a:t>.Sort</a:t>
            </a:r>
            <a:r>
              <a:rPr lang="en-US" sz="1100">
                <a:solidFill>
                  <a:srgbClr val="000000"/>
                </a:solidFill>
                <a:latin typeface="Consolas" panose="020B0609020204030204" pitchFamily="49" charset="0"/>
              </a:rPr>
              <a:t>(employees, </a:t>
            </a:r>
            <a:r>
              <a:rPr lang="en-US" sz="1100">
                <a:solidFill>
                  <a:srgbClr val="0000FF"/>
                </a:solidFill>
                <a:latin typeface="Consolas" panose="020B0609020204030204" pitchFamily="49" charset="0"/>
              </a:rPr>
              <a:t>new</a:t>
            </a:r>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EmployeeComparer</a:t>
            </a:r>
            <a:r>
              <a:rPr lang="en-US" sz="1100">
                <a:solidFill>
                  <a:srgbClr val="000000"/>
                </a:solidFill>
                <a:latin typeface="Consolas" panose="020B0609020204030204" pitchFamily="49" charset="0"/>
              </a:rPr>
              <a:t>());</a:t>
            </a:r>
          </a:p>
          <a:p>
            <a:endParaRPr lang="da-DK" sz="1100">
              <a:solidFill>
                <a:srgbClr val="000000"/>
              </a:solidFill>
              <a:latin typeface="Consolas" panose="020B0609020204030204" pitchFamily="49" charset="0"/>
            </a:endParaRP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for</a:t>
            </a:r>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var</a:t>
            </a:r>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index</a:t>
            </a:r>
            <a:r>
              <a:rPr lang="da-DK" sz="1100">
                <a:solidFill>
                  <a:srgbClr val="000000"/>
                </a:solidFill>
                <a:latin typeface="Consolas" panose="020B0609020204030204" pitchFamily="49" charset="0"/>
              </a:rPr>
              <a:t> = 0; </a:t>
            </a:r>
            <a:r>
              <a:rPr lang="da-DK" sz="1100" err="1">
                <a:solidFill>
                  <a:srgbClr val="000000"/>
                </a:solidFill>
                <a:latin typeface="Consolas" panose="020B0609020204030204" pitchFamily="49" charset="0"/>
              </a:rPr>
              <a:t>index</a:t>
            </a:r>
            <a:r>
              <a:rPr lang="da-DK" sz="1100">
                <a:solidFill>
                  <a:srgbClr val="000000"/>
                </a:solidFill>
                <a:latin typeface="Consolas" panose="020B0609020204030204" pitchFamily="49" charset="0"/>
              </a:rPr>
              <a:t> &lt; 5; </a:t>
            </a:r>
            <a:r>
              <a:rPr lang="da-DK" sz="1100" err="1">
                <a:solidFill>
                  <a:srgbClr val="000000"/>
                </a:solidFill>
                <a:latin typeface="Consolas" panose="020B0609020204030204" pitchFamily="49" charset="0"/>
              </a:rPr>
              <a:t>index</a:t>
            </a:r>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var</a:t>
            </a:r>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employee</a:t>
            </a:r>
            <a:r>
              <a:rPr lang="da-DK" sz="1100">
                <a:solidFill>
                  <a:srgbClr val="000000"/>
                </a:solidFill>
                <a:latin typeface="Consolas" panose="020B0609020204030204" pitchFamily="49" charset="0"/>
              </a:rPr>
              <a:t> = </a:t>
            </a:r>
            <a:r>
              <a:rPr lang="da-DK" sz="1100" err="1">
                <a:solidFill>
                  <a:srgbClr val="000000"/>
                </a:solidFill>
                <a:latin typeface="Consolas" panose="020B0609020204030204" pitchFamily="49" charset="0"/>
              </a:rPr>
              <a:t>employees</a:t>
            </a:r>
            <a:r>
              <a:rPr lang="da-DK" sz="1100">
                <a:solidFill>
                  <a:srgbClr val="000000"/>
                </a:solidFill>
                <a:latin typeface="Consolas" panose="020B0609020204030204" pitchFamily="49" charset="0"/>
              </a:rPr>
              <a:t>[</a:t>
            </a:r>
            <a:r>
              <a:rPr lang="da-DK" sz="1100" err="1">
                <a:solidFill>
                  <a:srgbClr val="000000"/>
                </a:solidFill>
                <a:latin typeface="Consolas" panose="020B0609020204030204" pitchFamily="49" charset="0"/>
              </a:rPr>
              <a:t>index</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Console</a:t>
            </a:r>
            <a:r>
              <a:rPr lang="da-DK" sz="1100" err="1">
                <a:solidFill>
                  <a:srgbClr val="000000"/>
                </a:solidFill>
                <a:latin typeface="Consolas" panose="020B0609020204030204" pitchFamily="49" charset="0"/>
              </a:rPr>
              <a:t>.WriteLine</a:t>
            </a:r>
            <a:r>
              <a:rPr lang="da-DK" sz="1100">
                <a:solidFill>
                  <a:srgbClr val="000000"/>
                </a:solidFill>
                <a:latin typeface="Consolas" panose="020B0609020204030204" pitchFamily="49" charset="0"/>
              </a:rPr>
              <a:t>(</a:t>
            </a:r>
            <a:r>
              <a:rPr lang="da-DK" sz="1100" err="1">
                <a:solidFill>
                  <a:srgbClr val="000000"/>
                </a:solidFill>
                <a:latin typeface="Consolas" panose="020B0609020204030204" pitchFamily="49" charset="0"/>
              </a:rPr>
              <a:t>employee</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p>
          <a:p>
            <a:endParaRPr lang="da-DK" sz="1100">
              <a:solidFill>
                <a:srgbClr val="000000"/>
              </a:solidFill>
              <a:latin typeface="Consolas" panose="020B0609020204030204" pitchFamily="49" charset="0"/>
            </a:endParaRP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private</a:t>
            </a:r>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static</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 </a:t>
            </a:r>
            <a:r>
              <a:rPr lang="da-DK" sz="1100" err="1">
                <a:solidFill>
                  <a:srgbClr val="000000"/>
                </a:solidFill>
                <a:latin typeface="Consolas" panose="020B0609020204030204" pitchFamily="49" charset="0"/>
              </a:rPr>
              <a:t>GetEmployees</a:t>
            </a:r>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return</a:t>
            </a:r>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9"</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7"</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8"</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6"</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2"</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5"</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9"</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3"</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4"</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r>
              <a:rPr lang="da-DK" sz="1100">
                <a:solidFill>
                  <a:srgbClr val="0000FF"/>
                </a:solidFill>
                <a:latin typeface="Consolas" panose="020B0609020204030204" pitchFamily="49" charset="0"/>
              </a:rPr>
              <a:t>new</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a:t>
            </a:r>
            <a:r>
              <a:rPr lang="da-DK" sz="1100">
                <a:solidFill>
                  <a:srgbClr val="A31515"/>
                </a:solidFill>
                <a:latin typeface="Consolas" panose="020B0609020204030204" pitchFamily="49" charset="0"/>
              </a:rPr>
              <a:t>"</a:t>
            </a:r>
            <a:r>
              <a:rPr lang="da-DK" sz="1100" err="1">
                <a:solidFill>
                  <a:srgbClr val="A31515"/>
                </a:solidFill>
                <a:latin typeface="Consolas" panose="020B0609020204030204" pitchFamily="49" charset="0"/>
              </a:rPr>
              <a:t>Name</a:t>
            </a:r>
            <a:r>
              <a:rPr lang="da-DK" sz="1100">
                <a:solidFill>
                  <a:srgbClr val="A31515"/>
                </a:solidFill>
                <a:latin typeface="Consolas" panose="020B0609020204030204" pitchFamily="49" charset="0"/>
              </a:rPr>
              <a:t> 1"</a:t>
            </a:r>
            <a:r>
              <a:rPr lang="da-DK"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p>
          <a:p>
            <a:r>
              <a:rPr lang="da-DK" sz="1100">
                <a:solidFill>
                  <a:srgbClr val="000000"/>
                </a:solidFill>
                <a:latin typeface="Consolas" panose="020B0609020204030204" pitchFamily="49" charset="0"/>
              </a:rPr>
              <a:t>    }</a:t>
            </a:r>
          </a:p>
          <a:p>
            <a:endParaRPr lang="da-DK" sz="1100">
              <a:solidFill>
                <a:srgbClr val="000000"/>
              </a:solidFill>
              <a:latin typeface="Consolas" panose="020B0609020204030204" pitchFamily="49" charset="0"/>
            </a:endParaRPr>
          </a:p>
          <a:p>
            <a:r>
              <a:rPr lang="da-DK" sz="1100">
                <a:solidFill>
                  <a:srgbClr val="000000"/>
                </a:solidFill>
                <a:latin typeface="Consolas" panose="020B0609020204030204" pitchFamily="49" charset="0"/>
              </a:rPr>
              <a:t>    </a:t>
            </a:r>
            <a:r>
              <a:rPr lang="da-DK" sz="1100" err="1">
                <a:solidFill>
                  <a:srgbClr val="0000FF"/>
                </a:solidFill>
                <a:latin typeface="Consolas" panose="020B0609020204030204" pitchFamily="49" charset="0"/>
              </a:rPr>
              <a:t>class</a:t>
            </a:r>
            <a:r>
              <a:rPr lang="da-DK" sz="1100">
                <a:solidFill>
                  <a:srgbClr val="000000"/>
                </a:solidFill>
                <a:latin typeface="Consolas" panose="020B0609020204030204" pitchFamily="49" charset="0"/>
              </a:rPr>
              <a:t> </a:t>
            </a:r>
            <a:r>
              <a:rPr lang="da-DK" sz="1100" err="1">
                <a:solidFill>
                  <a:srgbClr val="2B91AF"/>
                </a:solidFill>
                <a:latin typeface="Consolas" panose="020B0609020204030204" pitchFamily="49" charset="0"/>
              </a:rPr>
              <a:t>EmployeeComparer</a:t>
            </a:r>
            <a:r>
              <a:rPr lang="da-DK" sz="1100">
                <a:solidFill>
                  <a:srgbClr val="000000"/>
                </a:solidFill>
                <a:latin typeface="Consolas" panose="020B0609020204030204" pitchFamily="49" charset="0"/>
              </a:rPr>
              <a:t> : </a:t>
            </a:r>
            <a:r>
              <a:rPr lang="da-DK" sz="1100" err="1">
                <a:solidFill>
                  <a:srgbClr val="2B91AF"/>
                </a:solidFill>
                <a:latin typeface="Consolas" panose="020B0609020204030204" pitchFamily="49" charset="0"/>
              </a:rPr>
              <a:t>IComparer</a:t>
            </a:r>
            <a:r>
              <a:rPr lang="da-DK" sz="1100">
                <a:solidFill>
                  <a:srgbClr val="000000"/>
                </a:solidFill>
                <a:latin typeface="Consolas" panose="020B0609020204030204" pitchFamily="49" charset="0"/>
              </a:rPr>
              <a:t>&lt;</a:t>
            </a:r>
            <a:r>
              <a:rPr lang="da-DK" sz="1100" err="1">
                <a:solidFill>
                  <a:srgbClr val="2B91AF"/>
                </a:solidFill>
                <a:latin typeface="Consolas" panose="020B0609020204030204" pitchFamily="49" charset="0"/>
              </a:rPr>
              <a:t>Employee</a:t>
            </a:r>
            <a:r>
              <a:rPr lang="da-DK" sz="1100">
                <a:solidFill>
                  <a:srgbClr val="000000"/>
                </a:solidFill>
                <a:latin typeface="Consolas" panose="020B0609020204030204" pitchFamily="49" charset="0"/>
              </a:rPr>
              <a:t>&gt; {</a:t>
            </a:r>
          </a:p>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Compare(</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x, </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y) {</a:t>
            </a:r>
          </a:p>
          <a:p>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return</a:t>
            </a:r>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String</a:t>
            </a:r>
            <a:r>
              <a:rPr lang="en-US" sz="1100" err="1">
                <a:solidFill>
                  <a:srgbClr val="000000"/>
                </a:solidFill>
                <a:latin typeface="Consolas" panose="020B0609020204030204" pitchFamily="49" charset="0"/>
              </a:rPr>
              <a:t>.CompareOrdinal</a:t>
            </a:r>
            <a:r>
              <a:rPr lang="en-US" sz="1100">
                <a:solidFill>
                  <a:srgbClr val="000000"/>
                </a:solidFill>
                <a:latin typeface="Consolas" panose="020B0609020204030204" pitchFamily="49" charset="0"/>
              </a:rPr>
              <a:t>(</a:t>
            </a:r>
            <a:r>
              <a:rPr lang="en-US" sz="1100" err="1">
                <a:solidFill>
                  <a:srgbClr val="000000"/>
                </a:solidFill>
                <a:latin typeface="Consolas" panose="020B0609020204030204" pitchFamily="49" charset="0"/>
              </a:rPr>
              <a:t>x.Name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y.Name</a:t>
            </a:r>
            <a:r>
              <a:rPr lang="en-US" sz="1100">
                <a:solidFill>
                  <a:srgbClr val="000000"/>
                </a:solidFill>
                <a:latin typeface="Consolas" panose="020B0609020204030204" pitchFamily="49" charset="0"/>
              </a:rPr>
              <a:t>);</a:t>
            </a:r>
          </a:p>
          <a:p>
            <a:r>
              <a:rPr lang="da-DK" sz="1100">
                <a:solidFill>
                  <a:srgbClr val="000000"/>
                </a:solidFill>
                <a:latin typeface="Consolas" panose="020B0609020204030204" pitchFamily="49" charset="0"/>
              </a:rPr>
              <a:t>        }</a:t>
            </a:r>
            <a:endParaRPr lang="da-DK" sz="1050">
              <a:latin typeface="+mn-lt"/>
            </a:endParaRPr>
          </a:p>
        </p:txBody>
      </p:sp>
    </p:spTree>
    <p:extLst>
      <p:ext uri="{BB962C8B-B14F-4D97-AF65-F5344CB8AC3E}">
        <p14:creationId xmlns:p14="http://schemas.microsoft.com/office/powerpoint/2010/main" val="3742545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295C7-7AFA-44F6-9029-EE64FFF16020}"/>
              </a:ext>
            </a:extLst>
          </p:cNvPr>
          <p:cNvSpPr>
            <a:spLocks noGrp="1"/>
          </p:cNvSpPr>
          <p:nvPr>
            <p:ph type="title"/>
          </p:nvPr>
        </p:nvSpPr>
        <p:spPr/>
        <p:txBody>
          <a:bodyPr/>
          <a:lstStyle/>
          <a:p>
            <a:r>
              <a:rPr lang="da-DK" i="0">
                <a:solidFill>
                  <a:srgbClr val="171717"/>
                </a:solidFill>
                <a:effectLst/>
                <a:cs typeface="Segoe UI" panose="020B0502040204020203" pitchFamily="34" charset="0"/>
              </a:rPr>
              <a:t>Language-Integrated Query (LINQ) </a:t>
            </a:r>
            <a:endParaRPr lang="da-DK"/>
          </a:p>
        </p:txBody>
      </p:sp>
      <p:sp>
        <p:nvSpPr>
          <p:cNvPr id="3" name="Slide Number Placeholder 2">
            <a:extLst>
              <a:ext uri="{FF2B5EF4-FFF2-40B4-BE49-F238E27FC236}">
                <a16:creationId xmlns:a16="http://schemas.microsoft.com/office/drawing/2014/main" id="{F850CD29-0F45-4993-B5E7-894E1EF36D24}"/>
              </a:ext>
            </a:extLst>
          </p:cNvPr>
          <p:cNvSpPr>
            <a:spLocks noGrp="1"/>
          </p:cNvSpPr>
          <p:nvPr>
            <p:ph type="sldNum" sz="quarter" idx="11"/>
          </p:nvPr>
        </p:nvSpPr>
        <p:spPr/>
        <p:txBody>
          <a:bodyPr/>
          <a:lstStyle/>
          <a:p>
            <a:fld id="{E16BA917-7F09-4B8D-AF07-F52890C14046}" type="slidenum">
              <a:rPr lang="da-DK" smtClean="0"/>
              <a:pPr/>
              <a:t>49</a:t>
            </a:fld>
            <a:endParaRPr lang="da-DK"/>
          </a:p>
        </p:txBody>
      </p:sp>
      <p:sp>
        <p:nvSpPr>
          <p:cNvPr id="4" name="Text Placeholder 3">
            <a:extLst>
              <a:ext uri="{FF2B5EF4-FFF2-40B4-BE49-F238E27FC236}">
                <a16:creationId xmlns:a16="http://schemas.microsoft.com/office/drawing/2014/main" id="{3ECA1B82-7F1F-4A87-A6F4-9A782B49EDEB}"/>
              </a:ext>
            </a:extLst>
          </p:cNvPr>
          <p:cNvSpPr>
            <a:spLocks noGrp="1"/>
          </p:cNvSpPr>
          <p:nvPr>
            <p:ph type="body" sz="quarter" idx="17"/>
          </p:nvPr>
        </p:nvSpPr>
        <p:spPr/>
        <p:txBody>
          <a:bodyPr/>
          <a:lstStyle/>
          <a:p>
            <a:r>
              <a:rPr lang="en-US" err="1"/>
              <a:t>linq</a:t>
            </a:r>
            <a:endParaRPr lang="da-DK"/>
          </a:p>
        </p:txBody>
      </p:sp>
      <p:sp>
        <p:nvSpPr>
          <p:cNvPr id="5" name="TextBox 4">
            <a:extLst>
              <a:ext uri="{FF2B5EF4-FFF2-40B4-BE49-F238E27FC236}">
                <a16:creationId xmlns:a16="http://schemas.microsoft.com/office/drawing/2014/main" id="{B5AAE5BD-D840-4D21-ADFD-9BB95C847915}"/>
              </a:ext>
            </a:extLst>
          </p:cNvPr>
          <p:cNvSpPr txBox="1"/>
          <p:nvPr/>
        </p:nvSpPr>
        <p:spPr>
          <a:xfrm>
            <a:off x="649139" y="1760704"/>
            <a:ext cx="10800000" cy="4304587"/>
          </a:xfrm>
          <a:prstGeom prst="rect">
            <a:avLst/>
          </a:prstGeom>
          <a:noFill/>
        </p:spPr>
        <p:txBody>
          <a:bodyPr wrap="square" lIns="0" tIns="0" rIns="0" bIns="0" rtlCol="0">
            <a:normAutofit/>
          </a:bodyPr>
          <a:lstStyle/>
          <a:p>
            <a:pPr algn="l">
              <a:spcAft>
                <a:spcPts val="1200"/>
              </a:spcAft>
            </a:pPr>
            <a:r>
              <a:rPr lang="en-US" sz="2000" b="1" i="0">
                <a:solidFill>
                  <a:schemeClr val="accent2"/>
                </a:solidFill>
                <a:effectLst/>
                <a:latin typeface="+mn-lt"/>
              </a:rPr>
              <a:t>Language-Integrated Query (LINQ) </a:t>
            </a:r>
            <a:r>
              <a:rPr lang="en-US" sz="2000" b="0" i="0">
                <a:solidFill>
                  <a:srgbClr val="171717"/>
                </a:solidFill>
                <a:effectLst/>
                <a:latin typeface="+mn-lt"/>
              </a:rPr>
              <a:t>is the name for a set of technologies based on the integration of query capabilities directly into the C# language.</a:t>
            </a:r>
            <a:endParaRPr lang="en-US" sz="2000" b="0" i="0">
              <a:solidFill>
                <a:srgbClr val="171717"/>
              </a:solidFill>
              <a:effectLst/>
              <a:latin typeface="+mn-lt"/>
              <a:cs typeface="Segoe UI" panose="020B0502040204020203" pitchFamily="34" charset="0"/>
            </a:endParaRPr>
          </a:p>
          <a:p>
            <a:pPr algn="l">
              <a:spcAft>
                <a:spcPts val="1200"/>
              </a:spcAft>
            </a:pPr>
            <a:r>
              <a:rPr lang="en-US" sz="2000" b="0" i="0">
                <a:solidFill>
                  <a:srgbClr val="171717"/>
                </a:solidFill>
                <a:effectLst/>
                <a:latin typeface="+mn-lt"/>
                <a:cs typeface="Segoe UI" panose="020B0502040204020203" pitchFamily="34" charset="0"/>
              </a:rPr>
              <a:t>LINQ queries offer three main advantages over traditional foreach loops:</a:t>
            </a:r>
          </a:p>
          <a:p>
            <a:pPr indent="-342900" algn="l">
              <a:spcAft>
                <a:spcPts val="1200"/>
              </a:spcAft>
              <a:buClr>
                <a:schemeClr val="accent2"/>
              </a:buClr>
              <a:buFont typeface="Arial" panose="020B0604020202020204" pitchFamily="34" charset="0"/>
              <a:buChar char="•"/>
              <a:tabLst>
                <a:tab pos="10768013" algn="l"/>
                <a:tab pos="10853738" algn="l"/>
                <a:tab pos="11209338" algn="l"/>
              </a:tabLst>
            </a:pPr>
            <a:r>
              <a:rPr lang="en-US" sz="2000" b="0" i="0">
                <a:solidFill>
                  <a:srgbClr val="171717"/>
                </a:solidFill>
                <a:effectLst/>
                <a:latin typeface="+mn-lt"/>
                <a:cs typeface="Segoe UI" panose="020B0502040204020203" pitchFamily="34" charset="0"/>
              </a:rPr>
              <a:t>They are more concise and readable, especially when filtering multiple conditions.</a:t>
            </a:r>
          </a:p>
          <a:p>
            <a:pPr indent="-342900" algn="l">
              <a:spcAft>
                <a:spcPts val="1200"/>
              </a:spcAft>
              <a:buClr>
                <a:schemeClr val="accent2"/>
              </a:buClr>
              <a:buFont typeface="Arial" panose="020B0604020202020204" pitchFamily="34" charset="0"/>
              <a:buChar char="•"/>
              <a:tabLst>
                <a:tab pos="10768013" algn="l"/>
                <a:tab pos="10853738" algn="l"/>
                <a:tab pos="11209338" algn="l"/>
              </a:tabLst>
            </a:pPr>
            <a:r>
              <a:rPr lang="en-US" sz="2000" b="0" i="0">
                <a:solidFill>
                  <a:srgbClr val="171717"/>
                </a:solidFill>
                <a:effectLst/>
                <a:latin typeface="+mn-lt"/>
                <a:cs typeface="Segoe UI" panose="020B0502040204020203" pitchFamily="34" charset="0"/>
              </a:rPr>
              <a:t>They provide powerful filtering, ordering, and grouping capabilities with a minimum of application code.</a:t>
            </a:r>
          </a:p>
          <a:p>
            <a:pPr indent="-342900" algn="l">
              <a:spcAft>
                <a:spcPts val="1200"/>
              </a:spcAft>
              <a:buClr>
                <a:schemeClr val="accent2"/>
              </a:buClr>
              <a:buFont typeface="Arial" panose="020B0604020202020204" pitchFamily="34" charset="0"/>
              <a:buChar char="•"/>
              <a:tabLst>
                <a:tab pos="10768013" algn="l"/>
                <a:tab pos="10853738" algn="l"/>
                <a:tab pos="11209338" algn="l"/>
              </a:tabLst>
            </a:pPr>
            <a:r>
              <a:rPr lang="en-US" sz="2000" b="0" i="0">
                <a:solidFill>
                  <a:srgbClr val="171717"/>
                </a:solidFill>
                <a:effectLst/>
                <a:latin typeface="+mn-lt"/>
                <a:cs typeface="Segoe UI" panose="020B0502040204020203" pitchFamily="34" charset="0"/>
              </a:rPr>
              <a:t>They can be ported to other data sources with little or no modification.</a:t>
            </a:r>
          </a:p>
          <a:p>
            <a:pPr algn="l">
              <a:spcAft>
                <a:spcPts val="1200"/>
              </a:spcAft>
            </a:pPr>
            <a:r>
              <a:rPr lang="en-US" sz="2000" b="0" i="0">
                <a:solidFill>
                  <a:srgbClr val="171717"/>
                </a:solidFill>
                <a:effectLst/>
                <a:latin typeface="+mn-lt"/>
                <a:cs typeface="Segoe UI" panose="020B0502040204020203" pitchFamily="34" charset="0"/>
              </a:rPr>
              <a:t>In general, the more complex the operation you want to perform on the data, the more benefit you'll realize by using LINQ instead of traditional iteration techniques.</a:t>
            </a:r>
          </a:p>
          <a:p>
            <a:pPr marL="0" indent="0" defTabSz="179388">
              <a:buClr>
                <a:srgbClr val="00DEE6"/>
              </a:buClr>
              <a:buFont typeface="Arial" panose="020B0604020202020204" pitchFamily="34" charset="0"/>
              <a:buNone/>
            </a:pPr>
            <a:endParaRPr lang="da-DK" sz="2000" err="1">
              <a:latin typeface="+mn-lt"/>
            </a:endParaRPr>
          </a:p>
        </p:txBody>
      </p:sp>
    </p:spTree>
    <p:extLst>
      <p:ext uri="{BB962C8B-B14F-4D97-AF65-F5344CB8AC3E}">
        <p14:creationId xmlns:p14="http://schemas.microsoft.com/office/powerpoint/2010/main" val="1541210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4BA2-526E-4D2A-8E04-28397EFF634A}"/>
              </a:ext>
            </a:extLst>
          </p:cNvPr>
          <p:cNvSpPr>
            <a:spLocks noGrp="1"/>
          </p:cNvSpPr>
          <p:nvPr>
            <p:ph type="title"/>
          </p:nvPr>
        </p:nvSpPr>
        <p:spPr/>
        <p:txBody>
          <a:bodyPr/>
          <a:lstStyle/>
          <a:p>
            <a:r>
              <a:rPr lang="en-US">
                <a:solidFill>
                  <a:srgbClr val="171717"/>
                </a:solidFill>
              </a:rPr>
              <a:t>Query Syntax</a:t>
            </a:r>
            <a:endParaRPr lang="da-DK">
              <a:cs typeface="Segoe UI" panose="020B0502040204020203" pitchFamily="34" charset="0"/>
            </a:endParaRPr>
          </a:p>
        </p:txBody>
      </p:sp>
      <p:sp>
        <p:nvSpPr>
          <p:cNvPr id="3" name="Slide Number Placeholder 2">
            <a:extLst>
              <a:ext uri="{FF2B5EF4-FFF2-40B4-BE49-F238E27FC236}">
                <a16:creationId xmlns:a16="http://schemas.microsoft.com/office/drawing/2014/main" id="{5F14387F-00F8-44A0-8C22-43B810752716}"/>
              </a:ext>
            </a:extLst>
          </p:cNvPr>
          <p:cNvSpPr>
            <a:spLocks noGrp="1"/>
          </p:cNvSpPr>
          <p:nvPr>
            <p:ph type="sldNum" sz="quarter" idx="11"/>
          </p:nvPr>
        </p:nvSpPr>
        <p:spPr/>
        <p:txBody>
          <a:bodyPr/>
          <a:lstStyle/>
          <a:p>
            <a:fld id="{E16BA917-7F09-4B8D-AF07-F52890C14046}" type="slidenum">
              <a:rPr lang="da-DK" smtClean="0"/>
              <a:pPr/>
              <a:t>50</a:t>
            </a:fld>
            <a:endParaRPr lang="da-DK"/>
          </a:p>
        </p:txBody>
      </p:sp>
      <p:sp>
        <p:nvSpPr>
          <p:cNvPr id="4" name="Text Placeholder 3">
            <a:extLst>
              <a:ext uri="{FF2B5EF4-FFF2-40B4-BE49-F238E27FC236}">
                <a16:creationId xmlns:a16="http://schemas.microsoft.com/office/drawing/2014/main" id="{0CD1AC84-CA08-4E50-97E8-4407603258A4}"/>
              </a:ext>
            </a:extLst>
          </p:cNvPr>
          <p:cNvSpPr>
            <a:spLocks noGrp="1"/>
          </p:cNvSpPr>
          <p:nvPr>
            <p:ph type="body" sz="quarter" idx="17"/>
          </p:nvPr>
        </p:nvSpPr>
        <p:spPr/>
        <p:txBody>
          <a:bodyPr/>
          <a:lstStyle/>
          <a:p>
            <a:r>
              <a:rPr lang="en-US" err="1"/>
              <a:t>linq</a:t>
            </a:r>
            <a:endParaRPr lang="da-DK"/>
          </a:p>
          <a:p>
            <a:endParaRPr lang="da-DK"/>
          </a:p>
        </p:txBody>
      </p:sp>
      <p:sp>
        <p:nvSpPr>
          <p:cNvPr id="5" name="TextBox 4">
            <a:extLst>
              <a:ext uri="{FF2B5EF4-FFF2-40B4-BE49-F238E27FC236}">
                <a16:creationId xmlns:a16="http://schemas.microsoft.com/office/drawing/2014/main" id="{E3FCB9F2-EA94-4ACA-A0FC-31F0639C2936}"/>
              </a:ext>
            </a:extLst>
          </p:cNvPr>
          <p:cNvSpPr txBox="1"/>
          <p:nvPr/>
        </p:nvSpPr>
        <p:spPr>
          <a:xfrm>
            <a:off x="672000" y="1651538"/>
            <a:ext cx="10849017" cy="4451088"/>
          </a:xfrm>
          <a:prstGeom prst="rect">
            <a:avLst/>
          </a:prstGeom>
          <a:noFill/>
        </p:spPr>
        <p:txBody>
          <a:bodyPr wrap="none" lIns="0" tIns="0" rIns="0" bIns="0" rtlCol="0">
            <a:noAutofit/>
          </a:bodyPr>
          <a:lstStyle/>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//Data source</a:t>
            </a:r>
            <a:endParaRPr lang="da-DK"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IEnumerable</a:t>
            </a:r>
            <a:r>
              <a:rPr lang="en-US" sz="1800">
                <a:solidFill>
                  <a:srgbClr val="000000"/>
                </a:solidFill>
                <a:latin typeface="Consolas" panose="020B0609020204030204" pitchFamily="49" charset="0"/>
              </a:rPr>
              <a:t>&lt;</a:t>
            </a:r>
            <a:r>
              <a:rPr lang="en-US" sz="1800">
                <a:solidFill>
                  <a:srgbClr val="2B91AF"/>
                </a:solidFill>
                <a:latin typeface="Consolas" panose="020B0609020204030204" pitchFamily="49" charset="0"/>
              </a:rPr>
              <a:t>Person</a:t>
            </a:r>
            <a:r>
              <a:rPr lang="en-US" sz="1800">
                <a:solidFill>
                  <a:srgbClr val="000000"/>
                </a:solidFill>
                <a:latin typeface="Consolas" panose="020B0609020204030204" pitchFamily="49" charset="0"/>
              </a:rPr>
              <a:t>&gt; persons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Person</a:t>
            </a:r>
            <a:r>
              <a:rPr lang="en-US"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 </a:t>
            </a:r>
            <a:r>
              <a:rPr lang="da-DK" sz="1800" err="1">
                <a:solidFill>
                  <a:srgbClr val="008000"/>
                </a:solidFill>
                <a:latin typeface="Consolas" panose="020B0609020204030204" pitchFamily="49" charset="0"/>
              </a:rPr>
              <a:t>Define</a:t>
            </a:r>
            <a:r>
              <a:rPr lang="da-DK" sz="1800">
                <a:solidFill>
                  <a:srgbClr val="008000"/>
                </a:solidFill>
                <a:latin typeface="Consolas" panose="020B0609020204030204" pitchFamily="49" charset="0"/>
              </a:rPr>
              <a:t> the </a:t>
            </a:r>
            <a:r>
              <a:rPr lang="da-DK" sz="1800" err="1">
                <a:solidFill>
                  <a:srgbClr val="008000"/>
                </a:solidFill>
                <a:latin typeface="Consolas" panose="020B0609020204030204" pitchFamily="49" charset="0"/>
              </a:rPr>
              <a:t>query</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IEnumerable</a:t>
            </a:r>
            <a:r>
              <a:rPr lang="da-DK" sz="1800">
                <a:solidFill>
                  <a:srgbClr val="000000"/>
                </a:solidFill>
                <a:latin typeface="Consolas" panose="020B0609020204030204" pitchFamily="49" charset="0"/>
              </a:rPr>
              <a:t>&lt;</a:t>
            </a:r>
            <a:r>
              <a:rPr lang="da-DK" sz="1800">
                <a:solidFill>
                  <a:srgbClr val="2B91AF"/>
                </a:solidFill>
                <a:latin typeface="Consolas" panose="020B0609020204030204" pitchFamily="49" charset="0"/>
              </a:rPr>
              <a:t>Person</a:t>
            </a:r>
            <a:r>
              <a:rPr lang="da-DK" sz="1800">
                <a:solidFill>
                  <a:srgbClr val="000000"/>
                </a:solidFill>
                <a:latin typeface="Consolas" panose="020B0609020204030204" pitchFamily="49" charset="0"/>
              </a:rPr>
              <a:t>&gt; </a:t>
            </a:r>
            <a:r>
              <a:rPr lang="da-DK" sz="1800" err="1">
                <a:solidFill>
                  <a:srgbClr val="000000"/>
                </a:solidFill>
                <a:latin typeface="Consolas" panose="020B0609020204030204" pitchFamily="49" charset="0"/>
              </a:rPr>
              <a:t>personsQuery</a:t>
            </a:r>
            <a:r>
              <a:rPr lang="da-DK" sz="1800">
                <a:solidFill>
                  <a:srgbClr val="000000"/>
                </a:solidFill>
                <a:latin typeface="Consolas" panose="020B0609020204030204" pitchFamily="49" charset="0"/>
              </a:rPr>
              <a:t> =</a:t>
            </a:r>
          </a:p>
          <a:p>
            <a:r>
              <a:rPr lang="da-DK" sz="1800">
                <a:solidFill>
                  <a:srgbClr val="000000"/>
                </a:solidFill>
                <a:latin typeface="Consolas" panose="020B0609020204030204" pitchFamily="49" charset="0"/>
              </a:rPr>
              <a:t>                </a:t>
            </a:r>
            <a:r>
              <a:rPr lang="da-DK" sz="1800">
                <a:solidFill>
                  <a:srgbClr val="0000FF"/>
                </a:solidFill>
                <a:latin typeface="Consolas" panose="020B0609020204030204" pitchFamily="49" charset="0"/>
              </a:rPr>
              <a:t>from</a:t>
            </a:r>
            <a:r>
              <a:rPr lang="da-DK" sz="1800">
                <a:solidFill>
                  <a:srgbClr val="000000"/>
                </a:solidFill>
                <a:latin typeface="Consolas" panose="020B0609020204030204" pitchFamily="49" charset="0"/>
              </a:rPr>
              <a:t> person </a:t>
            </a:r>
            <a:r>
              <a:rPr lang="da-DK" sz="1800">
                <a:solidFill>
                  <a:srgbClr val="0000FF"/>
                </a:solidFill>
                <a:latin typeface="Consolas" panose="020B0609020204030204" pitchFamily="49" charset="0"/>
              </a:rPr>
              <a:t>in</a:t>
            </a:r>
            <a:r>
              <a:rPr lang="da-DK" sz="1800">
                <a:solidFill>
                  <a:srgbClr val="000000"/>
                </a:solidFill>
                <a:latin typeface="Consolas" panose="020B0609020204030204" pitchFamily="49" charset="0"/>
              </a:rPr>
              <a:t> persons</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where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person.FirstName.StartsWith</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"A"</a:t>
            </a:r>
            <a:r>
              <a:rPr lang="en-US" sz="1800">
                <a:solidFill>
                  <a:srgbClr val="000000"/>
                </a:solidFill>
                <a:latin typeface="Consolas" panose="020B0609020204030204" pitchFamily="49" charset="0"/>
              </a:rPr>
              <a:t>) &amp;&amp;</a:t>
            </a:r>
          </a:p>
          <a:p>
            <a:r>
              <a:rPr lang="da-DK" sz="1800">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person.LastName.Length</a:t>
            </a:r>
            <a:r>
              <a:rPr lang="da-DK" sz="1800">
                <a:solidFill>
                  <a:srgbClr val="000000"/>
                </a:solidFill>
                <a:latin typeface="Consolas" panose="020B0609020204030204" pitchFamily="49" charset="0"/>
              </a:rPr>
              <a:t> &gt; 7</a:t>
            </a:r>
          </a:p>
          <a:p>
            <a:r>
              <a:rPr lang="da-DK" sz="1800">
                <a:solidFill>
                  <a:srgbClr val="000000"/>
                </a:solidFill>
                <a:latin typeface="Consolas" panose="020B0609020204030204" pitchFamily="49" charset="0"/>
              </a:rPr>
              <a:t>                </a:t>
            </a:r>
            <a:r>
              <a:rPr lang="da-DK" sz="1800" err="1">
                <a:solidFill>
                  <a:srgbClr val="0000FF"/>
                </a:solidFill>
                <a:latin typeface="Consolas" panose="020B0609020204030204" pitchFamily="49" charset="0"/>
              </a:rPr>
              <a:t>select</a:t>
            </a:r>
            <a:r>
              <a:rPr lang="da-DK" sz="1800">
                <a:solidFill>
                  <a:srgbClr val="000000"/>
                </a:solidFill>
                <a:latin typeface="Consolas" panose="020B0609020204030204" pitchFamily="49" charset="0"/>
              </a:rPr>
              <a:t> person;</a:t>
            </a:r>
          </a:p>
          <a:p>
            <a:endParaRPr lang="da-DK"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foreach</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Person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person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personsQuery</a:t>
            </a:r>
            <a:r>
              <a:rPr lang="en-US" sz="1800">
                <a:solidFill>
                  <a:srgbClr val="000000"/>
                </a:solidFill>
                <a:latin typeface="Consolas" panose="020B0609020204030204" pitchFamily="49" charset="0"/>
              </a:rPr>
              <a:t>) {</a:t>
            </a: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 ... </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endParaRPr lang="da-DK" sz="1600">
              <a:latin typeface="+mn-lt"/>
            </a:endParaRPr>
          </a:p>
        </p:txBody>
      </p:sp>
    </p:spTree>
    <p:extLst>
      <p:ext uri="{BB962C8B-B14F-4D97-AF65-F5344CB8AC3E}">
        <p14:creationId xmlns:p14="http://schemas.microsoft.com/office/powerpoint/2010/main" val="24398771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E690-2EB7-4958-9B60-D51ED5E200A5}"/>
              </a:ext>
            </a:extLst>
          </p:cNvPr>
          <p:cNvSpPr>
            <a:spLocks noGrp="1"/>
          </p:cNvSpPr>
          <p:nvPr>
            <p:ph type="title"/>
          </p:nvPr>
        </p:nvSpPr>
        <p:spPr/>
        <p:txBody>
          <a:bodyPr/>
          <a:lstStyle/>
          <a:p>
            <a:r>
              <a:rPr lang="en-US">
                <a:solidFill>
                  <a:srgbClr val="171717"/>
                </a:solidFill>
              </a:rPr>
              <a:t>Method Syntax</a:t>
            </a:r>
            <a:endParaRPr lang="da-DK">
              <a:solidFill>
                <a:srgbClr val="171717"/>
              </a:solidFill>
            </a:endParaRPr>
          </a:p>
        </p:txBody>
      </p:sp>
      <p:sp>
        <p:nvSpPr>
          <p:cNvPr id="3" name="Slide Number Placeholder 2">
            <a:extLst>
              <a:ext uri="{FF2B5EF4-FFF2-40B4-BE49-F238E27FC236}">
                <a16:creationId xmlns:a16="http://schemas.microsoft.com/office/drawing/2014/main" id="{5E49A56D-8536-481B-8441-200D9EF38F3D}"/>
              </a:ext>
            </a:extLst>
          </p:cNvPr>
          <p:cNvSpPr>
            <a:spLocks noGrp="1"/>
          </p:cNvSpPr>
          <p:nvPr>
            <p:ph type="sldNum" sz="quarter" idx="11"/>
          </p:nvPr>
        </p:nvSpPr>
        <p:spPr/>
        <p:txBody>
          <a:bodyPr/>
          <a:lstStyle/>
          <a:p>
            <a:fld id="{E16BA917-7F09-4B8D-AF07-F52890C14046}" type="slidenum">
              <a:rPr lang="da-DK" smtClean="0"/>
              <a:pPr/>
              <a:t>51</a:t>
            </a:fld>
            <a:endParaRPr lang="da-DK"/>
          </a:p>
        </p:txBody>
      </p:sp>
      <p:sp>
        <p:nvSpPr>
          <p:cNvPr id="4" name="Text Placeholder 3">
            <a:extLst>
              <a:ext uri="{FF2B5EF4-FFF2-40B4-BE49-F238E27FC236}">
                <a16:creationId xmlns:a16="http://schemas.microsoft.com/office/drawing/2014/main" id="{0174E659-BC5A-4AED-BECB-A975277EB222}"/>
              </a:ext>
            </a:extLst>
          </p:cNvPr>
          <p:cNvSpPr>
            <a:spLocks noGrp="1"/>
          </p:cNvSpPr>
          <p:nvPr>
            <p:ph type="body" sz="quarter" idx="17"/>
          </p:nvPr>
        </p:nvSpPr>
        <p:spPr/>
        <p:txBody>
          <a:bodyPr/>
          <a:lstStyle/>
          <a:p>
            <a:r>
              <a:rPr lang="en-US" err="1"/>
              <a:t>linq</a:t>
            </a:r>
            <a:endParaRPr lang="da-DK"/>
          </a:p>
        </p:txBody>
      </p:sp>
      <p:sp>
        <p:nvSpPr>
          <p:cNvPr id="5" name="TextBox 4">
            <a:extLst>
              <a:ext uri="{FF2B5EF4-FFF2-40B4-BE49-F238E27FC236}">
                <a16:creationId xmlns:a16="http://schemas.microsoft.com/office/drawing/2014/main" id="{FA7B4BDF-076D-44FB-8390-5D866ACACFCB}"/>
              </a:ext>
            </a:extLst>
          </p:cNvPr>
          <p:cNvSpPr txBox="1"/>
          <p:nvPr/>
        </p:nvSpPr>
        <p:spPr>
          <a:xfrm>
            <a:off x="670984" y="1594591"/>
            <a:ext cx="10850033" cy="4587548"/>
          </a:xfrm>
          <a:prstGeom prst="rect">
            <a:avLst/>
          </a:prstGeom>
          <a:noFill/>
        </p:spPr>
        <p:txBody>
          <a:bodyPr wrap="none" lIns="0" tIns="0" rIns="0" bIns="0" rtlCol="0">
            <a:noAutofit/>
          </a:bodyPr>
          <a:lstStyle/>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//Data source</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IEnumerable</a:t>
            </a:r>
            <a:r>
              <a:rPr lang="da-DK" sz="1800">
                <a:solidFill>
                  <a:srgbClr val="000000"/>
                </a:solidFill>
                <a:latin typeface="Consolas" panose="020B0609020204030204" pitchFamily="49" charset="0"/>
              </a:rPr>
              <a:t>&lt;</a:t>
            </a:r>
            <a:r>
              <a:rPr lang="da-DK" sz="1800">
                <a:solidFill>
                  <a:srgbClr val="2B91AF"/>
                </a:solidFill>
                <a:latin typeface="Consolas" panose="020B0609020204030204" pitchFamily="49" charset="0"/>
              </a:rPr>
              <a:t>Person</a:t>
            </a:r>
            <a:r>
              <a:rPr lang="da-DK" sz="1800">
                <a:solidFill>
                  <a:srgbClr val="000000"/>
                </a:solidFill>
                <a:latin typeface="Consolas" panose="020B0609020204030204" pitchFamily="49" charset="0"/>
              </a:rPr>
              <a:t>&gt; persons = </a:t>
            </a:r>
            <a:r>
              <a:rPr lang="da-DK" sz="1800">
                <a:solidFill>
                  <a:srgbClr val="0000FF"/>
                </a:solidFill>
                <a:latin typeface="Consolas" panose="020B0609020204030204" pitchFamily="49" charset="0"/>
              </a:rPr>
              <a:t>new</a:t>
            </a:r>
            <a:r>
              <a:rPr lang="da-DK" sz="1800">
                <a:solidFill>
                  <a:srgbClr val="000000"/>
                </a:solidFill>
                <a:latin typeface="Consolas" panose="020B0609020204030204" pitchFamily="49" charset="0"/>
              </a:rPr>
              <a:t> </a:t>
            </a:r>
            <a:r>
              <a:rPr lang="da-DK" sz="1800">
                <a:solidFill>
                  <a:srgbClr val="2B91AF"/>
                </a:solidFill>
                <a:latin typeface="Consolas" panose="020B0609020204030204" pitchFamily="49" charset="0"/>
              </a:rPr>
              <a:t>Person</a:t>
            </a:r>
            <a:r>
              <a:rPr lang="da-DK" sz="1800">
                <a:solidFill>
                  <a:srgbClr val="000000"/>
                </a:solidFill>
                <a:latin typeface="Consolas" panose="020B0609020204030204" pitchFamily="49" charset="0"/>
              </a:rPr>
              <a:t>[]{…};</a:t>
            </a:r>
          </a:p>
          <a:p>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 </a:t>
            </a:r>
            <a:r>
              <a:rPr lang="da-DK" sz="1800" err="1">
                <a:solidFill>
                  <a:srgbClr val="008000"/>
                </a:solidFill>
                <a:latin typeface="Consolas" panose="020B0609020204030204" pitchFamily="49" charset="0"/>
              </a:rPr>
              <a:t>Define</a:t>
            </a:r>
            <a:r>
              <a:rPr lang="da-DK" sz="1800">
                <a:solidFill>
                  <a:srgbClr val="008000"/>
                </a:solidFill>
                <a:latin typeface="Consolas" panose="020B0609020204030204" pitchFamily="49" charset="0"/>
              </a:rPr>
              <a:t> the </a:t>
            </a:r>
            <a:r>
              <a:rPr lang="da-DK" sz="1800" err="1">
                <a:solidFill>
                  <a:srgbClr val="008000"/>
                </a:solidFill>
                <a:latin typeface="Consolas" panose="020B0609020204030204" pitchFamily="49" charset="0"/>
              </a:rPr>
              <a:t>query</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r>
              <a:rPr lang="da-DK" sz="1800" err="1">
                <a:solidFill>
                  <a:srgbClr val="2B91AF"/>
                </a:solidFill>
                <a:latin typeface="Consolas" panose="020B0609020204030204" pitchFamily="49" charset="0"/>
              </a:rPr>
              <a:t>IEnumerable</a:t>
            </a:r>
            <a:r>
              <a:rPr lang="da-DK" sz="1800">
                <a:solidFill>
                  <a:srgbClr val="000000"/>
                </a:solidFill>
                <a:latin typeface="Consolas" panose="020B0609020204030204" pitchFamily="49" charset="0"/>
              </a:rPr>
              <a:t>&lt;</a:t>
            </a:r>
            <a:r>
              <a:rPr lang="da-DK" sz="1800">
                <a:solidFill>
                  <a:srgbClr val="2B91AF"/>
                </a:solidFill>
                <a:latin typeface="Consolas" panose="020B0609020204030204" pitchFamily="49" charset="0"/>
              </a:rPr>
              <a:t>Person</a:t>
            </a:r>
            <a:r>
              <a:rPr lang="da-DK" sz="1800">
                <a:solidFill>
                  <a:srgbClr val="000000"/>
                </a:solidFill>
                <a:latin typeface="Consolas" panose="020B0609020204030204" pitchFamily="49" charset="0"/>
              </a:rPr>
              <a:t>&gt; </a:t>
            </a:r>
            <a:r>
              <a:rPr lang="da-DK" sz="1800" err="1">
                <a:solidFill>
                  <a:srgbClr val="000000"/>
                </a:solidFill>
                <a:latin typeface="Consolas" panose="020B0609020204030204" pitchFamily="49" charset="0"/>
              </a:rPr>
              <a:t>personsQuery</a:t>
            </a:r>
            <a:r>
              <a:rPr lang="da-DK" sz="1800">
                <a:solidFill>
                  <a:srgbClr val="000000"/>
                </a:solidFill>
                <a:latin typeface="Consolas" panose="020B0609020204030204" pitchFamily="49" charset="0"/>
              </a:rPr>
              <a:t> = </a:t>
            </a:r>
            <a:r>
              <a:rPr lang="da-DK" sz="1800" err="1">
                <a:solidFill>
                  <a:srgbClr val="000000"/>
                </a:solidFill>
                <a:latin typeface="Consolas" panose="020B0609020204030204" pitchFamily="49" charset="0"/>
              </a:rPr>
              <a:t>persons.Where</a:t>
            </a:r>
            <a:r>
              <a:rPr lang="da-DK" sz="1800">
                <a:solidFill>
                  <a:srgbClr val="000000"/>
                </a:solidFill>
                <a:latin typeface="Consolas" panose="020B0609020204030204" pitchFamily="49" charset="0"/>
              </a:rPr>
              <a:t>(person =&gt; </a:t>
            </a:r>
          </a:p>
          <a:p>
            <a:r>
              <a:rPr lang="da-DK">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person.FirstName.StartsWith</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a:t>
            </a:r>
            <a:r>
              <a:rPr lang="da-DK" sz="1800">
                <a:solidFill>
                  <a:srgbClr val="000000"/>
                </a:solidFill>
                <a:latin typeface="Consolas" panose="020B0609020204030204" pitchFamily="49" charset="0"/>
              </a:rPr>
              <a:t>) &amp;&amp; </a:t>
            </a:r>
          </a:p>
          <a:p>
            <a:r>
              <a:rPr lang="da-DK">
                <a:solidFill>
                  <a:srgbClr val="000000"/>
                </a:solidFill>
                <a:latin typeface="Consolas" panose="020B0609020204030204" pitchFamily="49" charset="0"/>
              </a:rPr>
              <a:t>							</a:t>
            </a:r>
            <a:r>
              <a:rPr lang="da-DK" sz="1800" err="1">
                <a:solidFill>
                  <a:srgbClr val="000000"/>
                </a:solidFill>
                <a:latin typeface="Consolas" panose="020B0609020204030204" pitchFamily="49" charset="0"/>
              </a:rPr>
              <a:t>person.LastName.Length</a:t>
            </a:r>
            <a:r>
              <a:rPr lang="da-DK" sz="1800">
                <a:solidFill>
                  <a:srgbClr val="000000"/>
                </a:solidFill>
                <a:latin typeface="Consolas" panose="020B0609020204030204" pitchFamily="49" charset="0"/>
              </a:rPr>
              <a:t> &gt; 7);</a:t>
            </a:r>
          </a:p>
          <a:p>
            <a:endParaRPr lang="da-DK"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foreach</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Person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person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personsQuery</a:t>
            </a:r>
            <a:r>
              <a:rPr lang="en-US" sz="1800">
                <a:solidFill>
                  <a:srgbClr val="000000"/>
                </a:solidFill>
                <a:latin typeface="Consolas" panose="020B0609020204030204" pitchFamily="49" charset="0"/>
              </a:rPr>
              <a:t>) {</a:t>
            </a:r>
          </a:p>
          <a:p>
            <a:r>
              <a:rPr lang="da-DK" sz="1800">
                <a:solidFill>
                  <a:srgbClr val="000000"/>
                </a:solidFill>
                <a:latin typeface="Consolas" panose="020B0609020204030204" pitchFamily="49" charset="0"/>
              </a:rPr>
              <a:t> 			</a:t>
            </a:r>
            <a:r>
              <a:rPr lang="da-DK" sz="1800">
                <a:solidFill>
                  <a:srgbClr val="008000"/>
                </a:solidFill>
                <a:latin typeface="Consolas" panose="020B0609020204030204" pitchFamily="49" charset="0"/>
              </a:rPr>
              <a:t>// ...</a:t>
            </a:r>
            <a:endParaRPr lang="da-DK" sz="1800">
              <a:solidFill>
                <a:srgbClr val="000000"/>
              </a:solidFill>
              <a:latin typeface="Consolas" panose="020B0609020204030204" pitchFamily="49" charset="0"/>
            </a:endParaRPr>
          </a:p>
          <a:p>
            <a:r>
              <a:rPr lang="da-DK" sz="1800">
                <a:solidFill>
                  <a:srgbClr val="000000"/>
                </a:solidFill>
                <a:latin typeface="Consolas" panose="020B0609020204030204" pitchFamily="49" charset="0"/>
              </a:rPr>
              <a:t>            }</a:t>
            </a:r>
            <a:endParaRPr lang="da-DK" sz="1600">
              <a:latin typeface="+mn-lt"/>
            </a:endParaRPr>
          </a:p>
        </p:txBody>
      </p:sp>
    </p:spTree>
    <p:extLst>
      <p:ext uri="{BB962C8B-B14F-4D97-AF65-F5344CB8AC3E}">
        <p14:creationId xmlns:p14="http://schemas.microsoft.com/office/powerpoint/2010/main" val="977564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E690-2EB7-4958-9B60-D51ED5E200A5}"/>
              </a:ext>
            </a:extLst>
          </p:cNvPr>
          <p:cNvSpPr>
            <a:spLocks noGrp="1"/>
          </p:cNvSpPr>
          <p:nvPr>
            <p:ph type="title"/>
          </p:nvPr>
        </p:nvSpPr>
        <p:spPr/>
        <p:txBody>
          <a:bodyPr/>
          <a:lstStyle/>
          <a:p>
            <a:r>
              <a:rPr lang="en-US">
                <a:solidFill>
                  <a:srgbClr val="171717"/>
                </a:solidFill>
              </a:rPr>
              <a:t>Live demo</a:t>
            </a:r>
            <a:endParaRPr lang="da-DK">
              <a:solidFill>
                <a:srgbClr val="171717"/>
              </a:solidFill>
            </a:endParaRPr>
          </a:p>
        </p:txBody>
      </p:sp>
      <p:sp>
        <p:nvSpPr>
          <p:cNvPr id="3" name="Slide Number Placeholder 2">
            <a:extLst>
              <a:ext uri="{FF2B5EF4-FFF2-40B4-BE49-F238E27FC236}">
                <a16:creationId xmlns:a16="http://schemas.microsoft.com/office/drawing/2014/main" id="{5E49A56D-8536-481B-8441-200D9EF38F3D}"/>
              </a:ext>
            </a:extLst>
          </p:cNvPr>
          <p:cNvSpPr>
            <a:spLocks noGrp="1"/>
          </p:cNvSpPr>
          <p:nvPr>
            <p:ph type="sldNum" sz="quarter" idx="11"/>
          </p:nvPr>
        </p:nvSpPr>
        <p:spPr/>
        <p:txBody>
          <a:bodyPr/>
          <a:lstStyle/>
          <a:p>
            <a:fld id="{E16BA917-7F09-4B8D-AF07-F52890C14046}" type="slidenum">
              <a:rPr lang="da-DK" smtClean="0"/>
              <a:pPr/>
              <a:t>52</a:t>
            </a:fld>
            <a:endParaRPr lang="da-DK"/>
          </a:p>
        </p:txBody>
      </p:sp>
      <p:sp>
        <p:nvSpPr>
          <p:cNvPr id="4" name="Text Placeholder 3">
            <a:extLst>
              <a:ext uri="{FF2B5EF4-FFF2-40B4-BE49-F238E27FC236}">
                <a16:creationId xmlns:a16="http://schemas.microsoft.com/office/drawing/2014/main" id="{0174E659-BC5A-4AED-BECB-A975277EB222}"/>
              </a:ext>
            </a:extLst>
          </p:cNvPr>
          <p:cNvSpPr>
            <a:spLocks noGrp="1"/>
          </p:cNvSpPr>
          <p:nvPr>
            <p:ph type="body" sz="quarter" idx="17"/>
          </p:nvPr>
        </p:nvSpPr>
        <p:spPr/>
        <p:txBody>
          <a:bodyPr/>
          <a:lstStyle/>
          <a:p>
            <a:r>
              <a:rPr lang="en-US"/>
              <a:t>Demo 4</a:t>
            </a:r>
            <a:endParaRPr lang="da-DK"/>
          </a:p>
        </p:txBody>
      </p:sp>
      <p:sp>
        <p:nvSpPr>
          <p:cNvPr id="5" name="TextBox 4">
            <a:extLst>
              <a:ext uri="{FF2B5EF4-FFF2-40B4-BE49-F238E27FC236}">
                <a16:creationId xmlns:a16="http://schemas.microsoft.com/office/drawing/2014/main" id="{FA7B4BDF-076D-44FB-8390-5D866ACACFCB}"/>
              </a:ext>
            </a:extLst>
          </p:cNvPr>
          <p:cNvSpPr txBox="1"/>
          <p:nvPr/>
        </p:nvSpPr>
        <p:spPr>
          <a:xfrm>
            <a:off x="670984" y="1594591"/>
            <a:ext cx="6120341" cy="2196359"/>
          </a:xfrm>
          <a:prstGeom prst="rect">
            <a:avLst/>
          </a:prstGeom>
          <a:noFill/>
        </p:spPr>
        <p:txBody>
          <a:bodyPr wrap="none" lIns="0" tIns="0" rIns="0" bIns="0" rtlCol="0">
            <a:noAutofit/>
          </a:bodyPr>
          <a:lstStyle/>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Main(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args</a:t>
            </a:r>
            <a:r>
              <a:rPr lang="en-US"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Employee</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employees</a:t>
            </a:r>
            <a:r>
              <a:rPr lang="da-DK" sz="1200">
                <a:solidFill>
                  <a:srgbClr val="000000"/>
                </a:solidFill>
                <a:latin typeface="Consolas" panose="020B0609020204030204" pitchFamily="49" charset="0"/>
              </a:rPr>
              <a:t> = </a:t>
            </a:r>
            <a:r>
              <a:rPr lang="da-DK" sz="1200" err="1">
                <a:solidFill>
                  <a:srgbClr val="000000"/>
                </a:solidFill>
                <a:latin typeface="Consolas" panose="020B0609020204030204" pitchFamily="49" charset="0"/>
              </a:rPr>
              <a:t>GetEmployees</a:t>
            </a:r>
            <a:r>
              <a:rPr lang="da-DK" sz="120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&gt; query = </a:t>
            </a:r>
            <a:r>
              <a:rPr lang="en-US" sz="1200">
                <a:solidFill>
                  <a:srgbClr val="0000FF"/>
                </a:solidFill>
                <a:highlight>
                  <a:srgbClr val="FFFF00"/>
                </a:highlight>
                <a:latin typeface="Consolas" panose="020B0609020204030204" pitchFamily="49" charset="0"/>
              </a:rPr>
              <a:t>from</a:t>
            </a:r>
            <a:r>
              <a:rPr lang="en-US" sz="1200">
                <a:solidFill>
                  <a:srgbClr val="000000"/>
                </a:solidFill>
                <a:highlight>
                  <a:srgbClr val="FFFF00"/>
                </a:highlight>
                <a:latin typeface="Consolas" panose="020B0609020204030204" pitchFamily="49" charset="0"/>
              </a:rPr>
              <a:t> employee </a:t>
            </a:r>
            <a:r>
              <a:rPr lang="en-US" sz="1200">
                <a:solidFill>
                  <a:srgbClr val="0000FF"/>
                </a:solidFill>
                <a:highlight>
                  <a:srgbClr val="FFFF00"/>
                </a:highlight>
                <a:latin typeface="Consolas" panose="020B0609020204030204" pitchFamily="49" charset="0"/>
              </a:rPr>
              <a:t>in</a:t>
            </a:r>
            <a:r>
              <a:rPr lang="en-US" sz="1200">
                <a:solidFill>
                  <a:srgbClr val="000000"/>
                </a:solidFill>
                <a:highlight>
                  <a:srgbClr val="FFFF00"/>
                </a:highlight>
                <a:latin typeface="Consolas" panose="020B0609020204030204" pitchFamily="49" charset="0"/>
              </a:rPr>
              <a:t> employees</a:t>
            </a: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orderby</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employee.Name</a:t>
            </a:r>
            <a:r>
              <a:rPr lang="da-DK" sz="1200">
                <a:solidFill>
                  <a:srgbClr val="000000"/>
                </a:solidFill>
                <a:highlight>
                  <a:srgbClr val="FFFF00"/>
                </a:highlight>
                <a:latin typeface="Consolas" panose="020B0609020204030204" pitchFamily="49" charset="0"/>
              </a:rPr>
              <a:t>  </a:t>
            </a: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select</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employee</a:t>
            </a:r>
            <a:r>
              <a:rPr lang="da-DK" sz="1200">
                <a:solidFill>
                  <a:srgbClr val="000000"/>
                </a:solidFill>
                <a:highlight>
                  <a:srgbClr val="FFFF00"/>
                </a:highlight>
                <a:latin typeface="Consolas" panose="020B0609020204030204" pitchFamily="49" charset="0"/>
              </a:rPr>
              <a:t>;</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foreach</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employee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query.Take</a:t>
            </a:r>
            <a:r>
              <a:rPr lang="en-US" sz="1200">
                <a:solidFill>
                  <a:srgbClr val="000000"/>
                </a:solidFill>
                <a:latin typeface="Consolas" panose="020B0609020204030204" pitchFamily="49" charset="0"/>
              </a:rPr>
              <a:t>(5)) {</a:t>
            </a: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Console</a:t>
            </a:r>
            <a:r>
              <a:rPr lang="da-DK" sz="1200" err="1">
                <a:solidFill>
                  <a:srgbClr val="000000"/>
                </a:solidFill>
                <a:latin typeface="Consolas" panose="020B0609020204030204" pitchFamily="49" charset="0"/>
              </a:rPr>
              <a:t>.WriteLine</a:t>
            </a:r>
            <a:r>
              <a:rPr lang="da-DK" sz="1200">
                <a:solidFill>
                  <a:srgbClr val="000000"/>
                </a:solidFill>
                <a:latin typeface="Consolas" panose="020B0609020204030204" pitchFamily="49" charset="0"/>
              </a:rPr>
              <a:t>(</a:t>
            </a:r>
            <a:r>
              <a:rPr lang="da-DK" sz="1200" err="1">
                <a:solidFill>
                  <a:srgbClr val="000000"/>
                </a:solidFill>
                <a:latin typeface="Consolas" panose="020B0609020204030204" pitchFamily="49" charset="0"/>
              </a:rPr>
              <a:t>employee</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endParaRPr lang="da-DK" sz="1100">
              <a:latin typeface="+mn-lt"/>
            </a:endParaRPr>
          </a:p>
        </p:txBody>
      </p:sp>
      <p:sp>
        <p:nvSpPr>
          <p:cNvPr id="6" name="TextBox 5">
            <a:extLst>
              <a:ext uri="{FF2B5EF4-FFF2-40B4-BE49-F238E27FC236}">
                <a16:creationId xmlns:a16="http://schemas.microsoft.com/office/drawing/2014/main" id="{9616C56D-F152-4043-94F6-4698B33C8543}"/>
              </a:ext>
            </a:extLst>
          </p:cNvPr>
          <p:cNvSpPr txBox="1"/>
          <p:nvPr/>
        </p:nvSpPr>
        <p:spPr>
          <a:xfrm>
            <a:off x="4442884" y="3920489"/>
            <a:ext cx="7330016" cy="2196359"/>
          </a:xfrm>
          <a:prstGeom prst="rect">
            <a:avLst/>
          </a:prstGeom>
          <a:noFill/>
        </p:spPr>
        <p:txBody>
          <a:bodyPr wrap="none" lIns="0" tIns="0" rIns="0" bIns="0" rtlCol="0">
            <a:noAutofit/>
          </a:bodyPr>
          <a:lstStyle/>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Main(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args</a:t>
            </a:r>
            <a:r>
              <a:rPr lang="en-US"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Employee</a:t>
            </a:r>
            <a:r>
              <a:rPr lang="da-DK" sz="1200">
                <a:solidFill>
                  <a:srgbClr val="000000"/>
                </a:solidFill>
                <a:latin typeface="Consolas" panose="020B0609020204030204" pitchFamily="49" charset="0"/>
              </a:rPr>
              <a:t>[] </a:t>
            </a:r>
            <a:r>
              <a:rPr lang="da-DK" sz="1200" err="1">
                <a:solidFill>
                  <a:srgbClr val="000000"/>
                </a:solidFill>
                <a:latin typeface="Consolas" panose="020B0609020204030204" pitchFamily="49" charset="0"/>
              </a:rPr>
              <a:t>employees</a:t>
            </a:r>
            <a:r>
              <a:rPr lang="da-DK" sz="1200">
                <a:solidFill>
                  <a:srgbClr val="000000"/>
                </a:solidFill>
                <a:latin typeface="Consolas" panose="020B0609020204030204" pitchFamily="49" charset="0"/>
              </a:rPr>
              <a:t> = </a:t>
            </a:r>
            <a:r>
              <a:rPr lang="da-DK" sz="1200" err="1">
                <a:solidFill>
                  <a:srgbClr val="000000"/>
                </a:solidFill>
                <a:latin typeface="Consolas" panose="020B0609020204030204" pitchFamily="49" charset="0"/>
              </a:rPr>
              <a:t>GetEmployees</a:t>
            </a:r>
            <a:r>
              <a:rPr lang="da-DK" sz="1200">
                <a:solidFill>
                  <a:srgbClr val="000000"/>
                </a:solidFill>
                <a:latin typeface="Consolas" panose="020B0609020204030204" pitchFamily="49" charset="0"/>
              </a:rPr>
              <a:t>();</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&gt; query = </a:t>
            </a:r>
            <a:r>
              <a:rPr lang="en-US" sz="1200" err="1">
                <a:solidFill>
                  <a:srgbClr val="000000"/>
                </a:solidFill>
                <a:highlight>
                  <a:srgbClr val="FFFF00"/>
                </a:highlight>
                <a:latin typeface="Consolas" panose="020B0609020204030204" pitchFamily="49" charset="0"/>
              </a:rPr>
              <a:t>employees.OrderBy</a:t>
            </a:r>
            <a:r>
              <a:rPr lang="en-US" sz="1200">
                <a:solidFill>
                  <a:srgbClr val="000000"/>
                </a:solidFill>
                <a:highlight>
                  <a:srgbClr val="FFFF00"/>
                </a:highlight>
                <a:latin typeface="Consolas" panose="020B0609020204030204" pitchFamily="49" charset="0"/>
              </a:rPr>
              <a:t>(employee =&gt; </a:t>
            </a:r>
            <a:r>
              <a:rPr lang="en-US" sz="1200" err="1">
                <a:solidFill>
                  <a:srgbClr val="000000"/>
                </a:solidFill>
                <a:highlight>
                  <a:srgbClr val="FFFF00"/>
                </a:highlight>
                <a:latin typeface="Consolas" panose="020B0609020204030204" pitchFamily="49" charset="0"/>
              </a:rPr>
              <a:t>employee.Name</a:t>
            </a:r>
            <a:r>
              <a:rPr lang="en-US" sz="1200">
                <a:solidFill>
                  <a:srgbClr val="000000"/>
                </a:solidFill>
                <a:highlight>
                  <a:srgbClr val="FFFF00"/>
                </a:highlight>
                <a:latin typeface="Consolas" panose="020B0609020204030204" pitchFamily="49" charset="0"/>
              </a:rPr>
              <a:t>)</a:t>
            </a:r>
          </a:p>
          <a:p>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Take</a:t>
            </a:r>
            <a:r>
              <a:rPr lang="da-DK" sz="1200">
                <a:solidFill>
                  <a:srgbClr val="000000"/>
                </a:solidFill>
                <a:highlight>
                  <a:srgbClr val="FFFF00"/>
                </a:highlight>
                <a:latin typeface="Consolas" panose="020B0609020204030204" pitchFamily="49" charset="0"/>
              </a:rPr>
              <a:t>(5);</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foreach</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employee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a:t>
            </a:r>
            <a:r>
              <a:rPr lang="en-US" sz="1200">
                <a:solidFill>
                  <a:srgbClr val="000000"/>
                </a:solidFill>
                <a:latin typeface="Consolas" panose="020B0609020204030204" pitchFamily="49" charset="0"/>
              </a:rPr>
              <a:t> query) {</a:t>
            </a:r>
          </a:p>
          <a:p>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Console</a:t>
            </a:r>
            <a:r>
              <a:rPr lang="da-DK" sz="1200" err="1">
                <a:solidFill>
                  <a:srgbClr val="000000"/>
                </a:solidFill>
                <a:latin typeface="Consolas" panose="020B0609020204030204" pitchFamily="49" charset="0"/>
              </a:rPr>
              <a:t>.WriteLine</a:t>
            </a:r>
            <a:r>
              <a:rPr lang="da-DK" sz="1200">
                <a:solidFill>
                  <a:srgbClr val="000000"/>
                </a:solidFill>
                <a:latin typeface="Consolas" panose="020B0609020204030204" pitchFamily="49" charset="0"/>
              </a:rPr>
              <a:t>(</a:t>
            </a:r>
            <a:r>
              <a:rPr lang="da-DK" sz="1200" err="1">
                <a:solidFill>
                  <a:srgbClr val="000000"/>
                </a:solidFill>
                <a:latin typeface="Consolas" panose="020B0609020204030204" pitchFamily="49" charset="0"/>
              </a:rPr>
              <a:t>employee</a:t>
            </a:r>
            <a:r>
              <a:rPr lang="da-DK" sz="1200">
                <a:solidFill>
                  <a:srgbClr val="000000"/>
                </a:solidFill>
                <a:latin typeface="Consolas" panose="020B0609020204030204" pitchFamily="49" charset="0"/>
              </a:rPr>
              <a:t>);</a:t>
            </a:r>
          </a:p>
          <a:p>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endParaRPr lang="da-DK" sz="900">
              <a:latin typeface="+mn-lt"/>
            </a:endParaRPr>
          </a:p>
        </p:txBody>
      </p:sp>
    </p:spTree>
    <p:extLst>
      <p:ext uri="{BB962C8B-B14F-4D97-AF65-F5344CB8AC3E}">
        <p14:creationId xmlns:p14="http://schemas.microsoft.com/office/powerpoint/2010/main" val="12811732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E690-2EB7-4958-9B60-D51ED5E200A5}"/>
              </a:ext>
            </a:extLst>
          </p:cNvPr>
          <p:cNvSpPr>
            <a:spLocks noGrp="1"/>
          </p:cNvSpPr>
          <p:nvPr>
            <p:ph type="title"/>
          </p:nvPr>
        </p:nvSpPr>
        <p:spPr/>
        <p:txBody>
          <a:bodyPr/>
          <a:lstStyle/>
          <a:p>
            <a:r>
              <a:rPr lang="en-US">
                <a:solidFill>
                  <a:srgbClr val="171717"/>
                </a:solidFill>
              </a:rPr>
              <a:t>Live demo</a:t>
            </a:r>
            <a:endParaRPr lang="da-DK">
              <a:solidFill>
                <a:srgbClr val="171717"/>
              </a:solidFill>
            </a:endParaRPr>
          </a:p>
        </p:txBody>
      </p:sp>
      <p:sp>
        <p:nvSpPr>
          <p:cNvPr id="3" name="Slide Number Placeholder 2">
            <a:extLst>
              <a:ext uri="{FF2B5EF4-FFF2-40B4-BE49-F238E27FC236}">
                <a16:creationId xmlns:a16="http://schemas.microsoft.com/office/drawing/2014/main" id="{5E49A56D-8536-481B-8441-200D9EF38F3D}"/>
              </a:ext>
            </a:extLst>
          </p:cNvPr>
          <p:cNvSpPr>
            <a:spLocks noGrp="1"/>
          </p:cNvSpPr>
          <p:nvPr>
            <p:ph type="sldNum" sz="quarter" idx="11"/>
          </p:nvPr>
        </p:nvSpPr>
        <p:spPr/>
        <p:txBody>
          <a:bodyPr/>
          <a:lstStyle/>
          <a:p>
            <a:fld id="{E16BA917-7F09-4B8D-AF07-F52890C14046}" type="slidenum">
              <a:rPr lang="da-DK" smtClean="0"/>
              <a:pPr/>
              <a:t>53</a:t>
            </a:fld>
            <a:endParaRPr lang="da-DK"/>
          </a:p>
        </p:txBody>
      </p:sp>
      <p:sp>
        <p:nvSpPr>
          <p:cNvPr id="4" name="Text Placeholder 3">
            <a:extLst>
              <a:ext uri="{FF2B5EF4-FFF2-40B4-BE49-F238E27FC236}">
                <a16:creationId xmlns:a16="http://schemas.microsoft.com/office/drawing/2014/main" id="{0174E659-BC5A-4AED-BECB-A975277EB222}"/>
              </a:ext>
            </a:extLst>
          </p:cNvPr>
          <p:cNvSpPr>
            <a:spLocks noGrp="1"/>
          </p:cNvSpPr>
          <p:nvPr>
            <p:ph type="body" sz="quarter" idx="17"/>
          </p:nvPr>
        </p:nvSpPr>
        <p:spPr/>
        <p:txBody>
          <a:bodyPr/>
          <a:lstStyle/>
          <a:p>
            <a:r>
              <a:rPr lang="en-US"/>
              <a:t>Demo 4</a:t>
            </a:r>
            <a:endParaRPr lang="da-DK"/>
          </a:p>
        </p:txBody>
      </p:sp>
      <p:sp>
        <p:nvSpPr>
          <p:cNvPr id="7" name="TextBox 6">
            <a:extLst>
              <a:ext uri="{FF2B5EF4-FFF2-40B4-BE49-F238E27FC236}">
                <a16:creationId xmlns:a16="http://schemas.microsoft.com/office/drawing/2014/main" id="{CD0AABB1-D4CE-4A2F-8FFC-266C5F90F236}"/>
              </a:ext>
            </a:extLst>
          </p:cNvPr>
          <p:cNvSpPr txBox="1"/>
          <p:nvPr/>
        </p:nvSpPr>
        <p:spPr>
          <a:xfrm>
            <a:off x="670981" y="1458383"/>
            <a:ext cx="10878759" cy="4570941"/>
          </a:xfrm>
          <a:prstGeom prst="rect">
            <a:avLst/>
          </a:prstGeom>
          <a:noFill/>
        </p:spPr>
        <p:txBody>
          <a:bodyPr wrap="none" lIns="0" tIns="0" rIns="0" bIns="0" rtlCol="0">
            <a:noAutofit/>
          </a:bodyPr>
          <a:lstStyle/>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args</a:t>
            </a:r>
            <a:r>
              <a:rPr lang="en-US"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r>
              <a:rPr lang="da-DK" sz="1600">
                <a:solidFill>
                  <a:srgbClr val="2B91AF"/>
                </a:solidFill>
                <a:latin typeface="Consolas" panose="020B0609020204030204" pitchFamily="49" charset="0"/>
              </a:rPr>
              <a:t>List</a:t>
            </a:r>
            <a:r>
              <a:rPr lang="da-DK" sz="1600">
                <a:solidFill>
                  <a:srgbClr val="000000"/>
                </a:solidFill>
                <a:latin typeface="Consolas" panose="020B0609020204030204" pitchFamily="49" charset="0"/>
              </a:rPr>
              <a:t>&lt;</a:t>
            </a:r>
            <a:r>
              <a:rPr lang="da-DK" sz="1600" err="1">
                <a:solidFill>
                  <a:srgbClr val="2B91AF"/>
                </a:solidFill>
                <a:latin typeface="Consolas" panose="020B0609020204030204" pitchFamily="49" charset="0"/>
              </a:rPr>
              <a:t>Employee</a:t>
            </a:r>
            <a:r>
              <a:rPr lang="da-DK" sz="1600">
                <a:solidFill>
                  <a:srgbClr val="000000"/>
                </a:solidFill>
                <a:latin typeface="Consolas" panose="020B0609020204030204" pitchFamily="49" charset="0"/>
              </a:rPr>
              <a:t>&gt; </a:t>
            </a:r>
            <a:r>
              <a:rPr lang="da-DK" sz="1600" err="1">
                <a:solidFill>
                  <a:srgbClr val="000000"/>
                </a:solidFill>
                <a:latin typeface="Consolas" panose="020B0609020204030204" pitchFamily="49" charset="0"/>
              </a:rPr>
              <a:t>employees</a:t>
            </a:r>
            <a:r>
              <a:rPr lang="da-DK" sz="1600">
                <a:solidFill>
                  <a:srgbClr val="000000"/>
                </a:solidFill>
                <a:latin typeface="Consolas" panose="020B0609020204030204" pitchFamily="49" charset="0"/>
              </a:rPr>
              <a:t> = </a:t>
            </a:r>
            <a:r>
              <a:rPr lang="da-DK" sz="1600" err="1">
                <a:solidFill>
                  <a:srgbClr val="000000"/>
                </a:solidFill>
                <a:latin typeface="Consolas" panose="020B0609020204030204" pitchFamily="49" charset="0"/>
              </a:rPr>
              <a:t>GetEmployees</a:t>
            </a:r>
            <a:r>
              <a:rPr lang="da-DK" sz="1600">
                <a:solidFill>
                  <a:srgbClr val="000000"/>
                </a:solidFill>
                <a:latin typeface="Consolas" panose="020B0609020204030204" pitchFamily="49" charset="0"/>
              </a:rPr>
              <a:t>();</a:t>
            </a:r>
          </a:p>
          <a:p>
            <a:endParaRPr lang="da-DK"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rPr>
              <a:t>IEnumerable</a:t>
            </a:r>
            <a:r>
              <a:rPr lang="en-US" sz="1600">
                <a:solidFill>
                  <a:srgbClr val="000000"/>
                </a:solidFill>
                <a:latin typeface="Consolas" panose="020B0609020204030204" pitchFamily="49" charset="0"/>
              </a:rPr>
              <a:t>&lt;</a:t>
            </a:r>
            <a:r>
              <a:rPr lang="en-US" sz="1600">
                <a:solidFill>
                  <a:srgbClr val="2B91AF"/>
                </a:solidFill>
                <a:latin typeface="Consolas" panose="020B0609020204030204" pitchFamily="49" charset="0"/>
              </a:rPr>
              <a:t>Employee</a:t>
            </a:r>
            <a:r>
              <a:rPr lang="en-US" sz="1600">
                <a:solidFill>
                  <a:srgbClr val="000000"/>
                </a:solidFill>
                <a:latin typeface="Consolas" panose="020B0609020204030204" pitchFamily="49" charset="0"/>
              </a:rPr>
              <a:t>&gt; query = </a:t>
            </a:r>
            <a:r>
              <a:rPr lang="en-US" sz="1600" err="1">
                <a:solidFill>
                  <a:srgbClr val="000000"/>
                </a:solidFill>
                <a:latin typeface="Consolas" panose="020B0609020204030204" pitchFamily="49" charset="0"/>
              </a:rPr>
              <a:t>employees.OrderBy</a:t>
            </a:r>
            <a:r>
              <a:rPr lang="en-US" sz="1600">
                <a:solidFill>
                  <a:srgbClr val="000000"/>
                </a:solidFill>
                <a:latin typeface="Consolas" panose="020B0609020204030204" pitchFamily="49" charset="0"/>
              </a:rPr>
              <a:t>(employee =&gt; </a:t>
            </a:r>
            <a:r>
              <a:rPr lang="en-US" sz="1600" err="1">
                <a:solidFill>
                  <a:srgbClr val="000000"/>
                </a:solidFill>
                <a:latin typeface="Consolas" panose="020B0609020204030204" pitchFamily="49" charset="0"/>
              </a:rPr>
              <a:t>employee.Name</a:t>
            </a:r>
            <a:r>
              <a:rPr lang="en-US"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a:t>
            </a:r>
            <a:r>
              <a:rPr lang="da-DK" sz="1600" err="1">
                <a:solidFill>
                  <a:srgbClr val="000000"/>
                </a:solidFill>
                <a:latin typeface="Consolas" panose="020B0609020204030204" pitchFamily="49" charset="0"/>
              </a:rPr>
              <a:t>Take</a:t>
            </a:r>
            <a:r>
              <a:rPr lang="da-DK" sz="1600">
                <a:solidFill>
                  <a:srgbClr val="000000"/>
                </a:solidFill>
                <a:latin typeface="Consolas" panose="020B0609020204030204" pitchFamily="49" charset="0"/>
              </a:rPr>
              <a:t>(5);</a:t>
            </a:r>
          </a:p>
          <a:p>
            <a:endParaRPr lang="da-DK"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000000"/>
                </a:solidFill>
                <a:highlight>
                  <a:srgbClr val="FFFF00"/>
                </a:highlight>
                <a:latin typeface="Consolas" panose="020B0609020204030204" pitchFamily="49" charset="0"/>
              </a:rPr>
              <a:t>employees.Add</a:t>
            </a:r>
            <a:r>
              <a:rPr lang="en-US" sz="1600">
                <a:solidFill>
                  <a:srgbClr val="000000"/>
                </a:solidFill>
                <a:highlight>
                  <a:srgbClr val="FFFF00"/>
                </a:highlight>
                <a:latin typeface="Consolas" panose="020B0609020204030204" pitchFamily="49" charset="0"/>
              </a:rPr>
              <a:t>(</a:t>
            </a:r>
            <a:r>
              <a:rPr lang="en-US" sz="1600">
                <a:solidFill>
                  <a:srgbClr val="0000FF"/>
                </a:solidFill>
                <a:highlight>
                  <a:srgbClr val="FFFF00"/>
                </a:highlight>
                <a:latin typeface="Consolas" panose="020B0609020204030204" pitchFamily="49" charset="0"/>
              </a:rPr>
              <a:t>new</a:t>
            </a:r>
            <a:r>
              <a:rPr lang="en-US" sz="1600">
                <a:solidFill>
                  <a:srgbClr val="000000"/>
                </a:solidFill>
                <a:highlight>
                  <a:srgbClr val="FFFF00"/>
                </a:highlight>
                <a:latin typeface="Consolas" panose="020B0609020204030204" pitchFamily="49" charset="0"/>
              </a:rPr>
              <a:t> </a:t>
            </a:r>
            <a:r>
              <a:rPr lang="en-US" sz="1600">
                <a:solidFill>
                  <a:srgbClr val="2B91AF"/>
                </a:solidFill>
                <a:highlight>
                  <a:srgbClr val="FFFF00"/>
                </a:highlight>
                <a:latin typeface="Consolas" panose="020B0609020204030204" pitchFamily="49" charset="0"/>
              </a:rPr>
              <a:t>Employee</a:t>
            </a:r>
            <a:r>
              <a:rPr lang="en-US" sz="1600">
                <a:solidFill>
                  <a:srgbClr val="000000"/>
                </a:solidFill>
                <a:highlight>
                  <a:srgbClr val="FFFF00"/>
                </a:highlight>
                <a:latin typeface="Consolas" panose="020B0609020204030204" pitchFamily="49" charset="0"/>
              </a:rPr>
              <a:t>(</a:t>
            </a:r>
            <a:r>
              <a:rPr lang="en-US" sz="1600">
                <a:solidFill>
                  <a:srgbClr val="A31515"/>
                </a:solidFill>
                <a:highlight>
                  <a:srgbClr val="FFFF00"/>
                </a:highlight>
                <a:latin typeface="Consolas" panose="020B0609020204030204" pitchFamily="49" charset="0"/>
              </a:rPr>
              <a:t>"Name 0"</a:t>
            </a:r>
            <a:r>
              <a:rPr lang="en-US" sz="1600">
                <a:solidFill>
                  <a:srgbClr val="000000"/>
                </a:solidFill>
                <a:highlight>
                  <a:srgbClr val="FFFF00"/>
                </a:highlight>
                <a:latin typeface="Consolas" panose="020B0609020204030204" pitchFamily="49" charset="0"/>
              </a:rPr>
              <a:t>));</a:t>
            </a:r>
          </a:p>
          <a:p>
            <a:endParaRPr lang="da-DK"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foreach</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Employee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employee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a:t>
            </a:r>
            <a:r>
              <a:rPr lang="en-US" sz="1600">
                <a:solidFill>
                  <a:srgbClr val="000000"/>
                </a:solidFill>
                <a:latin typeface="Consolas" panose="020B0609020204030204" pitchFamily="49" charset="0"/>
              </a:rPr>
              <a:t> query) {</a:t>
            </a:r>
          </a:p>
          <a:p>
            <a:r>
              <a:rPr lang="da-DK" sz="1600">
                <a:solidFill>
                  <a:srgbClr val="000000"/>
                </a:solidFill>
                <a:latin typeface="Consolas" panose="020B0609020204030204" pitchFamily="49" charset="0"/>
              </a:rPr>
              <a:t>                </a:t>
            </a:r>
            <a:r>
              <a:rPr lang="da-DK" sz="1600" err="1">
                <a:solidFill>
                  <a:srgbClr val="2B91AF"/>
                </a:solidFill>
                <a:latin typeface="Consolas" panose="020B0609020204030204" pitchFamily="49" charset="0"/>
              </a:rPr>
              <a:t>Console</a:t>
            </a:r>
            <a:r>
              <a:rPr lang="da-DK" sz="1600" err="1">
                <a:solidFill>
                  <a:srgbClr val="000000"/>
                </a:solidFill>
                <a:latin typeface="Consolas" panose="020B0609020204030204" pitchFamily="49" charset="0"/>
              </a:rPr>
              <a:t>.WriteLine</a:t>
            </a:r>
            <a:r>
              <a:rPr lang="da-DK" sz="1600">
                <a:solidFill>
                  <a:srgbClr val="000000"/>
                </a:solidFill>
                <a:latin typeface="Consolas" panose="020B0609020204030204" pitchFamily="49" charset="0"/>
              </a:rPr>
              <a:t>(</a:t>
            </a:r>
            <a:r>
              <a:rPr lang="da-DK" sz="1600" err="1">
                <a:solidFill>
                  <a:srgbClr val="000000"/>
                </a:solidFill>
                <a:latin typeface="Consolas" panose="020B0609020204030204" pitchFamily="49" charset="0"/>
              </a:rPr>
              <a:t>employee</a:t>
            </a:r>
            <a:r>
              <a:rPr lang="da-DK" sz="1600">
                <a:solidFill>
                  <a:srgbClr val="000000"/>
                </a:solidFill>
                <a:latin typeface="Consolas" panose="020B0609020204030204" pitchFamily="49" charset="0"/>
              </a:rPr>
              <a:t>);</a:t>
            </a:r>
          </a:p>
          <a:p>
            <a:r>
              <a:rPr lang="da-DK" sz="1600">
                <a:solidFill>
                  <a:srgbClr val="000000"/>
                </a:solidFill>
                <a:latin typeface="Consolas" panose="020B0609020204030204" pitchFamily="49" charset="0"/>
              </a:rPr>
              <a:t>            }</a:t>
            </a:r>
          </a:p>
          <a:p>
            <a:r>
              <a:rPr lang="da-DK" sz="1600">
                <a:solidFill>
                  <a:srgbClr val="000000"/>
                </a:solidFill>
                <a:latin typeface="Consolas" panose="020B0609020204030204" pitchFamily="49" charset="0"/>
              </a:rPr>
              <a:t>        }</a:t>
            </a:r>
            <a:endParaRPr lang="da-DK" sz="1400">
              <a:latin typeface="+mn-lt"/>
            </a:endParaRPr>
          </a:p>
        </p:txBody>
      </p:sp>
    </p:spTree>
    <p:extLst>
      <p:ext uri="{BB962C8B-B14F-4D97-AF65-F5344CB8AC3E}">
        <p14:creationId xmlns:p14="http://schemas.microsoft.com/office/powerpoint/2010/main" val="837045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A9E8A-0277-4FDC-8080-368309138CEC}"/>
              </a:ext>
            </a:extLst>
          </p:cNvPr>
          <p:cNvSpPr>
            <a:spLocks noGrp="1"/>
          </p:cNvSpPr>
          <p:nvPr>
            <p:ph type="title"/>
          </p:nvPr>
        </p:nvSpPr>
        <p:spPr/>
        <p:txBody>
          <a:bodyPr/>
          <a:lstStyle/>
          <a:p>
            <a:r>
              <a:rPr lang="en-GB" err="1"/>
              <a:t>linq</a:t>
            </a:r>
            <a:endParaRPr lang="da-DK"/>
          </a:p>
        </p:txBody>
      </p:sp>
      <p:sp>
        <p:nvSpPr>
          <p:cNvPr id="3" name="Slide Number Placeholder 2">
            <a:extLst>
              <a:ext uri="{FF2B5EF4-FFF2-40B4-BE49-F238E27FC236}">
                <a16:creationId xmlns:a16="http://schemas.microsoft.com/office/drawing/2014/main" id="{170EA8CE-A42A-4BF2-8E2D-44A10CF3ACEC}"/>
              </a:ext>
            </a:extLst>
          </p:cNvPr>
          <p:cNvSpPr>
            <a:spLocks noGrp="1"/>
          </p:cNvSpPr>
          <p:nvPr>
            <p:ph type="sldNum" sz="quarter" idx="11"/>
          </p:nvPr>
        </p:nvSpPr>
        <p:spPr/>
        <p:txBody>
          <a:bodyPr/>
          <a:lstStyle/>
          <a:p>
            <a:fld id="{E16BA917-7F09-4B8D-AF07-F52890C14046}" type="slidenum">
              <a:rPr lang="da-DK" smtClean="0"/>
              <a:pPr/>
              <a:t>54</a:t>
            </a:fld>
            <a:endParaRPr lang="da-DK"/>
          </a:p>
        </p:txBody>
      </p:sp>
      <p:sp>
        <p:nvSpPr>
          <p:cNvPr id="4" name="Text Placeholder 3">
            <a:extLst>
              <a:ext uri="{FF2B5EF4-FFF2-40B4-BE49-F238E27FC236}">
                <a16:creationId xmlns:a16="http://schemas.microsoft.com/office/drawing/2014/main" id="{0B348983-7DE3-45B8-8C73-7150F6443B55}"/>
              </a:ext>
            </a:extLst>
          </p:cNvPr>
          <p:cNvSpPr>
            <a:spLocks noGrp="1"/>
          </p:cNvSpPr>
          <p:nvPr>
            <p:ph type="body" sz="quarter" idx="17"/>
          </p:nvPr>
        </p:nvSpPr>
        <p:spPr/>
        <p:txBody>
          <a:bodyPr/>
          <a:lstStyle/>
          <a:p>
            <a:r>
              <a:rPr lang="en-GB">
                <a:latin typeface="Arial"/>
                <a:cs typeface="Arial"/>
              </a:rPr>
              <a:t>Practice 6</a:t>
            </a:r>
            <a:endParaRPr lang="da-DK">
              <a:latin typeface="Arial"/>
              <a:cs typeface="Arial"/>
            </a:endParaRPr>
          </a:p>
        </p:txBody>
      </p:sp>
      <p:sp>
        <p:nvSpPr>
          <p:cNvPr id="6" name="TextBox 5">
            <a:extLst>
              <a:ext uri="{FF2B5EF4-FFF2-40B4-BE49-F238E27FC236}">
                <a16:creationId xmlns:a16="http://schemas.microsoft.com/office/drawing/2014/main" id="{9039BADA-5CC0-4ECD-9823-51965EB9DD3D}"/>
              </a:ext>
            </a:extLst>
          </p:cNvPr>
          <p:cNvSpPr txBox="1"/>
          <p:nvPr/>
        </p:nvSpPr>
        <p:spPr>
          <a:xfrm>
            <a:off x="672002" y="1738082"/>
            <a:ext cx="10878758" cy="4497741"/>
          </a:xfrm>
          <a:prstGeom prst="rect">
            <a:avLst/>
          </a:prstGeom>
          <a:noFill/>
        </p:spPr>
        <p:txBody>
          <a:bodyPr wrap="none" lIns="0" tIns="0" rIns="0" bIns="0" rtlCol="0">
            <a:noAutofit/>
          </a:bodyPr>
          <a:lstStyle/>
          <a:p>
            <a:pPr marL="342900" indent="-342900" defTabSz="179388">
              <a:spcAft>
                <a:spcPts val="1200"/>
              </a:spcAft>
              <a:buClr>
                <a:srgbClr val="00DEE6"/>
              </a:buClr>
              <a:buFont typeface="+mj-lt"/>
              <a:buAutoNum type="arabicPeriod"/>
            </a:pPr>
            <a:r>
              <a:rPr lang="en-GB" sz="2000">
                <a:latin typeface="+mn-lt"/>
              </a:rPr>
              <a:t>Provide implementations for methods in </a:t>
            </a:r>
            <a:r>
              <a:rPr lang="da-DK" sz="1800" err="1">
                <a:solidFill>
                  <a:srgbClr val="2B91AF"/>
                </a:solidFill>
                <a:latin typeface="Consolas" panose="020B0609020204030204" pitchFamily="49" charset="0"/>
              </a:rPr>
              <a:t>LinqPractice</a:t>
            </a:r>
            <a:endParaRPr lang="da-DK" sz="2000">
              <a:solidFill>
                <a:srgbClr val="2B91AF"/>
              </a:solidFill>
              <a:latin typeface="Consolas" panose="020B0609020204030204" pitchFamily="49" charset="0"/>
            </a:endParaRPr>
          </a:p>
          <a:p>
            <a:pPr marL="342900" indent="-342900" defTabSz="179388">
              <a:spcAft>
                <a:spcPts val="1200"/>
              </a:spcAft>
              <a:buClr>
                <a:srgbClr val="00DEE6"/>
              </a:buClr>
              <a:buFont typeface="+mj-lt"/>
              <a:buAutoNum type="arabicPeriod"/>
            </a:pPr>
            <a:r>
              <a:rPr lang="en-US" sz="2000">
                <a:latin typeface="+mn-lt"/>
              </a:rPr>
              <a:t>	</a:t>
            </a:r>
            <a:r>
              <a:rPr lang="en-GB" sz="2000">
                <a:latin typeface="+mn-lt"/>
              </a:rPr>
              <a:t>After methods have been filled in with implementation unit tests from </a:t>
            </a:r>
            <a:r>
              <a:rPr lang="da-DK" sz="1800" err="1">
                <a:solidFill>
                  <a:srgbClr val="2B91AF"/>
                </a:solidFill>
                <a:latin typeface="Consolas" panose="020B0609020204030204" pitchFamily="49" charset="0"/>
              </a:rPr>
              <a:t>LinqPracticeTests</a:t>
            </a:r>
            <a:r>
              <a:rPr lang="da-DK" sz="1800">
                <a:solidFill>
                  <a:srgbClr val="2B91AF"/>
                </a:solidFill>
                <a:latin typeface="Consolas" panose="020B0609020204030204" pitchFamily="49" charset="0"/>
              </a:rPr>
              <a:t> </a:t>
            </a:r>
            <a:br>
              <a:rPr lang="da-DK" sz="1800">
                <a:solidFill>
                  <a:srgbClr val="2B91AF"/>
                </a:solidFill>
                <a:latin typeface="Consolas" panose="020B0609020204030204" pitchFamily="49" charset="0"/>
              </a:rPr>
            </a:br>
            <a:r>
              <a:rPr lang="en-GB" sz="2000">
                <a:latin typeface="+mn-lt"/>
              </a:rPr>
              <a:t>should no longer fail</a:t>
            </a:r>
          </a:p>
          <a:p>
            <a:pPr marL="342900" indent="-342900" defTabSz="179388">
              <a:spcAft>
                <a:spcPts val="1200"/>
              </a:spcAft>
              <a:buClr>
                <a:srgbClr val="00DEE6"/>
              </a:buClr>
              <a:buFont typeface="+mj-lt"/>
              <a:buAutoNum type="arabicPeriod"/>
            </a:pPr>
            <a:endParaRPr lang="en-GB" sz="2000">
              <a:latin typeface="+mn-lt"/>
            </a:endParaRPr>
          </a:p>
          <a:p>
            <a:pPr defTabSz="179388">
              <a:spcAft>
                <a:spcPts val="1200"/>
              </a:spcAft>
              <a:buClr>
                <a:srgbClr val="00DEE6"/>
              </a:buClr>
            </a:pPr>
            <a:endParaRPr lang="en-GB" sz="2000">
              <a:latin typeface="+mn-lt"/>
            </a:endParaRPr>
          </a:p>
        </p:txBody>
      </p:sp>
      <p:pic>
        <p:nvPicPr>
          <p:cNvPr id="7" name="Graphic 6" descr="Flask">
            <a:extLst>
              <a:ext uri="{FF2B5EF4-FFF2-40B4-BE49-F238E27FC236}">
                <a16:creationId xmlns:a16="http://schemas.microsoft.com/office/drawing/2014/main" id="{80DCBA09-266B-4D4C-87EA-0392EB85E8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197E99E2-DB68-4AA9-8A66-549A8AB3800D}"/>
              </a:ext>
            </a:extLst>
          </p:cNvPr>
          <p:cNvPicPr>
            <a:picLocks noChangeAspect="1"/>
          </p:cNvPicPr>
          <p:nvPr/>
        </p:nvPicPr>
        <p:blipFill>
          <a:blip r:embed="rId4"/>
          <a:stretch>
            <a:fillRect/>
          </a:stretch>
        </p:blipFill>
        <p:spPr>
          <a:xfrm>
            <a:off x="4517038" y="2740917"/>
            <a:ext cx="3142960" cy="3494906"/>
          </a:xfrm>
          <a:prstGeom prst="rect">
            <a:avLst/>
          </a:prstGeom>
        </p:spPr>
      </p:pic>
    </p:spTree>
    <p:extLst>
      <p:ext uri="{BB962C8B-B14F-4D97-AF65-F5344CB8AC3E}">
        <p14:creationId xmlns:p14="http://schemas.microsoft.com/office/powerpoint/2010/main" val="10606454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A9E8A-0277-4FDC-8080-368309138CEC}"/>
              </a:ext>
            </a:extLst>
          </p:cNvPr>
          <p:cNvSpPr>
            <a:spLocks noGrp="1"/>
          </p:cNvSpPr>
          <p:nvPr>
            <p:ph type="title"/>
          </p:nvPr>
        </p:nvSpPr>
        <p:spPr/>
        <p:txBody>
          <a:bodyPr/>
          <a:lstStyle/>
          <a:p>
            <a:r>
              <a:rPr lang="en-GB" err="1"/>
              <a:t>linq</a:t>
            </a:r>
            <a:endParaRPr lang="da-DK"/>
          </a:p>
        </p:txBody>
      </p:sp>
      <p:sp>
        <p:nvSpPr>
          <p:cNvPr id="3" name="Slide Number Placeholder 2">
            <a:extLst>
              <a:ext uri="{FF2B5EF4-FFF2-40B4-BE49-F238E27FC236}">
                <a16:creationId xmlns:a16="http://schemas.microsoft.com/office/drawing/2014/main" id="{170EA8CE-A42A-4BF2-8E2D-44A10CF3ACEC}"/>
              </a:ext>
            </a:extLst>
          </p:cNvPr>
          <p:cNvSpPr>
            <a:spLocks noGrp="1"/>
          </p:cNvSpPr>
          <p:nvPr>
            <p:ph type="sldNum" sz="quarter" idx="11"/>
          </p:nvPr>
        </p:nvSpPr>
        <p:spPr/>
        <p:txBody>
          <a:bodyPr/>
          <a:lstStyle/>
          <a:p>
            <a:fld id="{E16BA917-7F09-4B8D-AF07-F52890C14046}" type="slidenum">
              <a:rPr lang="da-DK" smtClean="0"/>
              <a:pPr/>
              <a:t>55</a:t>
            </a:fld>
            <a:endParaRPr lang="da-DK"/>
          </a:p>
        </p:txBody>
      </p:sp>
      <p:sp>
        <p:nvSpPr>
          <p:cNvPr id="4" name="Text Placeholder 3">
            <a:extLst>
              <a:ext uri="{FF2B5EF4-FFF2-40B4-BE49-F238E27FC236}">
                <a16:creationId xmlns:a16="http://schemas.microsoft.com/office/drawing/2014/main" id="{0B348983-7DE3-45B8-8C73-7150F6443B55}"/>
              </a:ext>
            </a:extLst>
          </p:cNvPr>
          <p:cNvSpPr>
            <a:spLocks noGrp="1"/>
          </p:cNvSpPr>
          <p:nvPr>
            <p:ph type="body" sz="quarter" idx="17"/>
          </p:nvPr>
        </p:nvSpPr>
        <p:spPr/>
        <p:txBody>
          <a:bodyPr/>
          <a:lstStyle/>
          <a:p>
            <a:r>
              <a:rPr lang="en-GB"/>
              <a:t>Practice 5 - solution</a:t>
            </a:r>
            <a:endParaRPr lang="da-DK"/>
          </a:p>
        </p:txBody>
      </p:sp>
      <p:sp>
        <p:nvSpPr>
          <p:cNvPr id="6" name="TextBox 5">
            <a:extLst>
              <a:ext uri="{FF2B5EF4-FFF2-40B4-BE49-F238E27FC236}">
                <a16:creationId xmlns:a16="http://schemas.microsoft.com/office/drawing/2014/main" id="{9039BADA-5CC0-4ECD-9823-51965EB9DD3D}"/>
              </a:ext>
            </a:extLst>
          </p:cNvPr>
          <p:cNvSpPr txBox="1"/>
          <p:nvPr/>
        </p:nvSpPr>
        <p:spPr>
          <a:xfrm>
            <a:off x="672001" y="1738082"/>
            <a:ext cx="10878758" cy="4497741"/>
          </a:xfrm>
          <a:prstGeom prst="rect">
            <a:avLst/>
          </a:prstGeom>
          <a:noFill/>
        </p:spPr>
        <p:txBody>
          <a:bodyPr wrap="none" lIns="0" tIns="0" rIns="0" bIns="0" rtlCol="0">
            <a:noAutofit/>
          </a:bodyPr>
          <a:lstStyle/>
          <a:p>
            <a:r>
              <a:rPr lang="da-DK" sz="1200">
                <a:solidFill>
                  <a:srgbClr val="0000FF"/>
                </a:solidFill>
                <a:latin typeface="Consolas" panose="020B0609020204030204" pitchFamily="49" charset="0"/>
              </a:rPr>
              <a:t>public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static</a:t>
            </a:r>
            <a:r>
              <a:rPr lang="da-DK" sz="1200">
                <a:solidFill>
                  <a:srgbClr val="000000"/>
                </a:solidFill>
                <a:latin typeface="Consolas" panose="020B0609020204030204" pitchFamily="49" charset="0"/>
              </a:rPr>
              <a:t> </a:t>
            </a:r>
            <a:r>
              <a:rPr lang="da-DK" sz="1200" err="1">
                <a:solidFill>
                  <a:srgbClr val="0000FF"/>
                </a:solidFill>
                <a:latin typeface="Consolas" panose="020B0609020204030204" pitchFamily="49" charset="0"/>
              </a:rPr>
              <a:t>class</a:t>
            </a:r>
            <a:r>
              <a:rPr lang="da-DK" sz="1200">
                <a:solidFill>
                  <a:srgbClr val="000000"/>
                </a:solidFill>
                <a:latin typeface="Consolas" panose="020B0609020204030204" pitchFamily="49" charset="0"/>
              </a:rPr>
              <a:t> </a:t>
            </a:r>
            <a:r>
              <a:rPr lang="da-DK" sz="1200" err="1">
                <a:solidFill>
                  <a:srgbClr val="2B91AF"/>
                </a:solidFill>
                <a:latin typeface="Consolas" panose="020B0609020204030204" pitchFamily="49" charset="0"/>
              </a:rPr>
              <a:t>LinqPractice</a:t>
            </a:r>
            <a:r>
              <a:rPr lang="da-DK"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a:t>
            </a:r>
            <a:r>
              <a:rPr lang="en-US" sz="1200" err="1">
                <a:solidFill>
                  <a:srgbClr val="000000"/>
                </a:solidFill>
                <a:latin typeface="Consolas" panose="020B0609020204030204" pitchFamily="49" charset="0"/>
              </a:rPr>
              <a:t>GetBondsRedemptionPriceHigherQuery</a:t>
            </a:r>
            <a:r>
              <a:rPr lang="en-US" sz="1200">
                <a:solidFill>
                  <a:srgbClr val="000000"/>
                </a:solidFill>
                <a:latin typeface="Consolas" panose="020B0609020204030204" pitchFamily="49" charset="0"/>
              </a:rPr>
              <a:t>(</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bonds,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redemptionPrice</a:t>
            </a:r>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0000FF"/>
                </a:solidFill>
                <a:highlight>
                  <a:srgbClr val="FFFF00"/>
                </a:highlight>
                <a:latin typeface="Consolas" panose="020B0609020204030204" pitchFamily="49" charset="0"/>
              </a:rPr>
              <a:t>from</a:t>
            </a:r>
            <a:r>
              <a:rPr lang="en-US" sz="1200">
                <a:solidFill>
                  <a:srgbClr val="000000"/>
                </a:solidFill>
                <a:highlight>
                  <a:srgbClr val="FFFF00"/>
                </a:highlight>
                <a:latin typeface="Consolas" panose="020B0609020204030204" pitchFamily="49" charset="0"/>
              </a:rPr>
              <a:t> bond </a:t>
            </a:r>
            <a:r>
              <a:rPr lang="en-US" sz="1200">
                <a:solidFill>
                  <a:srgbClr val="0000FF"/>
                </a:solidFill>
                <a:highlight>
                  <a:srgbClr val="FFFF00"/>
                </a:highlight>
                <a:latin typeface="Consolas" panose="020B0609020204030204" pitchFamily="49" charset="0"/>
              </a:rPr>
              <a:t>in</a:t>
            </a:r>
            <a:r>
              <a:rPr lang="en-US" sz="1200">
                <a:solidFill>
                  <a:srgbClr val="000000"/>
                </a:solidFill>
                <a:highlight>
                  <a:srgbClr val="FFFF00"/>
                </a:highlight>
                <a:latin typeface="Consolas" panose="020B0609020204030204" pitchFamily="49" charset="0"/>
              </a:rPr>
              <a:t> bonds</a:t>
            </a: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where</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bond.RedemptionPrice</a:t>
            </a:r>
            <a:r>
              <a:rPr lang="da-DK" sz="1200">
                <a:solidFill>
                  <a:srgbClr val="000000"/>
                </a:solidFill>
                <a:highlight>
                  <a:srgbClr val="FFFF00"/>
                </a:highlight>
                <a:latin typeface="Consolas" panose="020B0609020204030204" pitchFamily="49" charset="0"/>
              </a:rPr>
              <a:t> &gt; </a:t>
            </a:r>
            <a:r>
              <a:rPr lang="da-DK" sz="1200" err="1">
                <a:solidFill>
                  <a:srgbClr val="000000"/>
                </a:solidFill>
                <a:highlight>
                  <a:srgbClr val="FFFF00"/>
                </a:highlight>
                <a:latin typeface="Consolas" panose="020B0609020204030204" pitchFamily="49" charset="0"/>
              </a:rPr>
              <a:t>redemptionPrice</a:t>
            </a:r>
            <a:endParaRPr lang="da-DK" sz="1200">
              <a:solidFill>
                <a:srgbClr val="000000"/>
              </a:solidFill>
              <a:highlight>
                <a:srgbClr val="FFFF00"/>
              </a:highlight>
              <a:latin typeface="Consolas" panose="020B0609020204030204" pitchFamily="49" charset="0"/>
            </a:endParaRP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select</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bond</a:t>
            </a:r>
            <a:r>
              <a:rPr lang="da-DK" sz="1200">
                <a:solidFill>
                  <a:srgbClr val="000000"/>
                </a:solidFill>
                <a:highlight>
                  <a:srgbClr val="FFFF00"/>
                </a:highlight>
                <a:latin typeface="Consolas" panose="020B0609020204030204" pitchFamily="49" charset="0"/>
              </a:rPr>
              <a: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a:t>
            </a:r>
            <a:r>
              <a:rPr lang="en-US" sz="1200" err="1">
                <a:solidFill>
                  <a:srgbClr val="000000"/>
                </a:solidFill>
                <a:latin typeface="Consolas" panose="020B0609020204030204" pitchFamily="49" charset="0"/>
              </a:rPr>
              <a:t>GetBondsRedemptionPriceHigherLinq</a:t>
            </a:r>
            <a:r>
              <a:rPr lang="en-US" sz="1200">
                <a:solidFill>
                  <a:srgbClr val="000000"/>
                </a:solidFill>
                <a:latin typeface="Consolas" panose="020B0609020204030204" pitchFamily="49" charset="0"/>
              </a:rPr>
              <a:t>(</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a:t>
            </a:r>
            <a:r>
              <a:rPr lang="en-US" sz="1200" err="1">
                <a:solidFill>
                  <a:srgbClr val="000000"/>
                </a:solidFill>
                <a:latin typeface="Consolas" panose="020B0609020204030204" pitchFamily="49" charset="0"/>
              </a:rPr>
              <a:t>bonds,</a:t>
            </a:r>
            <a:r>
              <a:rPr lang="en-US" sz="1200" err="1">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redemptionPrice</a:t>
            </a:r>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err="1">
                <a:solidFill>
                  <a:srgbClr val="000000"/>
                </a:solidFill>
                <a:highlight>
                  <a:srgbClr val="FFFF00"/>
                </a:highlight>
                <a:latin typeface="Consolas" panose="020B0609020204030204" pitchFamily="49" charset="0"/>
              </a:rPr>
              <a:t>bonds.Where</a:t>
            </a:r>
            <a:r>
              <a:rPr lang="en-US" sz="1200">
                <a:solidFill>
                  <a:srgbClr val="000000"/>
                </a:solidFill>
                <a:highlight>
                  <a:srgbClr val="FFFF00"/>
                </a:highlight>
                <a:latin typeface="Consolas" panose="020B0609020204030204" pitchFamily="49" charset="0"/>
              </a:rPr>
              <a:t>(b =&gt; </a:t>
            </a:r>
            <a:r>
              <a:rPr lang="en-US" sz="1200" err="1">
                <a:solidFill>
                  <a:srgbClr val="000000"/>
                </a:solidFill>
                <a:highlight>
                  <a:srgbClr val="FFFF00"/>
                </a:highlight>
                <a:latin typeface="Consolas" panose="020B0609020204030204" pitchFamily="49" charset="0"/>
              </a:rPr>
              <a:t>b.RedemptionPrice</a:t>
            </a:r>
            <a:r>
              <a:rPr lang="en-US" sz="1200">
                <a:solidFill>
                  <a:srgbClr val="000000"/>
                </a:solidFill>
                <a:highlight>
                  <a:srgbClr val="FFFF00"/>
                </a:highlight>
                <a:latin typeface="Consolas" panose="020B0609020204030204" pitchFamily="49" charset="0"/>
              </a:rPr>
              <a:t> &gt; </a:t>
            </a:r>
            <a:r>
              <a:rPr lang="en-US" sz="1200" err="1">
                <a:solidFill>
                  <a:srgbClr val="000000"/>
                </a:solidFill>
                <a:highlight>
                  <a:srgbClr val="FFFF00"/>
                </a:highlight>
                <a:latin typeface="Consolas" panose="020B0609020204030204" pitchFamily="49" charset="0"/>
              </a:rPr>
              <a:t>redemptionPrice</a:t>
            </a:r>
            <a:r>
              <a:rPr lang="en-US" sz="1200">
                <a:solidFill>
                  <a:srgbClr val="000000"/>
                </a:solidFill>
                <a:highlight>
                  <a:srgbClr val="FFFF00"/>
                </a:highlight>
                <a:latin typeface="Consolas" panose="020B0609020204030204" pitchFamily="49" charset="0"/>
              </a:rPr>
              <a: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a:t>
            </a:r>
            <a:r>
              <a:rPr lang="en-US" sz="1200" err="1">
                <a:solidFill>
                  <a:srgbClr val="000000"/>
                </a:solidFill>
                <a:latin typeface="Consolas" panose="020B0609020204030204" pitchFamily="49" charset="0"/>
              </a:rPr>
              <a:t>GetBondsMaturityDateLowerQuery</a:t>
            </a:r>
            <a:r>
              <a:rPr lang="en-US" sz="1200">
                <a:solidFill>
                  <a:srgbClr val="000000"/>
                </a:solidFill>
                <a:latin typeface="Consolas" panose="020B0609020204030204" pitchFamily="49" charset="0"/>
              </a:rPr>
              <a:t>(</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bonds, </a:t>
            </a:r>
            <a:r>
              <a:rPr lang="en-US" sz="1200" err="1">
                <a:solidFill>
                  <a:srgbClr val="2B91AF"/>
                </a:solidFill>
                <a:latin typeface="Consolas" panose="020B0609020204030204" pitchFamily="49" charset="0"/>
              </a:rPr>
              <a:t>DateTime</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maturityDate</a:t>
            </a:r>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0000FF"/>
                </a:solidFill>
                <a:highlight>
                  <a:srgbClr val="FFFF00"/>
                </a:highlight>
                <a:latin typeface="Consolas" panose="020B0609020204030204" pitchFamily="49" charset="0"/>
              </a:rPr>
              <a:t>from</a:t>
            </a:r>
            <a:r>
              <a:rPr lang="en-US" sz="1200">
                <a:solidFill>
                  <a:srgbClr val="000000"/>
                </a:solidFill>
                <a:highlight>
                  <a:srgbClr val="FFFF00"/>
                </a:highlight>
                <a:latin typeface="Consolas" panose="020B0609020204030204" pitchFamily="49" charset="0"/>
              </a:rPr>
              <a:t> bond </a:t>
            </a:r>
            <a:r>
              <a:rPr lang="en-US" sz="1200">
                <a:solidFill>
                  <a:srgbClr val="0000FF"/>
                </a:solidFill>
                <a:highlight>
                  <a:srgbClr val="FFFF00"/>
                </a:highlight>
                <a:latin typeface="Consolas" panose="020B0609020204030204" pitchFamily="49" charset="0"/>
              </a:rPr>
              <a:t>in</a:t>
            </a:r>
            <a:r>
              <a:rPr lang="en-US" sz="1200">
                <a:solidFill>
                  <a:srgbClr val="000000"/>
                </a:solidFill>
                <a:highlight>
                  <a:srgbClr val="FFFF00"/>
                </a:highlight>
                <a:latin typeface="Consolas" panose="020B0609020204030204" pitchFamily="49" charset="0"/>
              </a:rPr>
              <a:t> bonds</a:t>
            </a: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where</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bond.MaturityDate</a:t>
            </a:r>
            <a:r>
              <a:rPr lang="da-DK" sz="1200">
                <a:solidFill>
                  <a:srgbClr val="000000"/>
                </a:solidFill>
                <a:highlight>
                  <a:srgbClr val="FFFF00"/>
                </a:highlight>
                <a:latin typeface="Consolas" panose="020B0609020204030204" pitchFamily="49" charset="0"/>
              </a:rPr>
              <a:t> &lt; </a:t>
            </a:r>
            <a:r>
              <a:rPr lang="da-DK" sz="1200" err="1">
                <a:solidFill>
                  <a:srgbClr val="000000"/>
                </a:solidFill>
                <a:highlight>
                  <a:srgbClr val="FFFF00"/>
                </a:highlight>
                <a:latin typeface="Consolas" panose="020B0609020204030204" pitchFamily="49" charset="0"/>
              </a:rPr>
              <a:t>maturityDate</a:t>
            </a:r>
            <a:endParaRPr lang="da-DK" sz="1200">
              <a:solidFill>
                <a:srgbClr val="000000"/>
              </a:solidFill>
              <a:highlight>
                <a:srgbClr val="FFFF00"/>
              </a:highlight>
              <a:latin typeface="Consolas" panose="020B0609020204030204" pitchFamily="49" charset="0"/>
            </a:endParaRPr>
          </a:p>
          <a:p>
            <a:r>
              <a:rPr lang="da-DK" sz="1200">
                <a:solidFill>
                  <a:srgbClr val="000000"/>
                </a:solidFill>
                <a:highlight>
                  <a:srgbClr val="FFFF00"/>
                </a:highlight>
                <a:latin typeface="Consolas" panose="020B0609020204030204" pitchFamily="49" charset="0"/>
              </a:rPr>
              <a:t>                </a:t>
            </a:r>
            <a:r>
              <a:rPr lang="da-DK" sz="1200" err="1">
                <a:solidFill>
                  <a:srgbClr val="0000FF"/>
                </a:solidFill>
                <a:highlight>
                  <a:srgbClr val="FFFF00"/>
                </a:highlight>
                <a:latin typeface="Consolas" panose="020B0609020204030204" pitchFamily="49" charset="0"/>
              </a:rPr>
              <a:t>select</a:t>
            </a:r>
            <a:r>
              <a:rPr lang="da-DK" sz="1200">
                <a:solidFill>
                  <a:srgbClr val="000000"/>
                </a:solidFill>
                <a:highlight>
                  <a:srgbClr val="FFFF00"/>
                </a:highlight>
                <a:latin typeface="Consolas" panose="020B0609020204030204" pitchFamily="49" charset="0"/>
              </a:rPr>
              <a:t> </a:t>
            </a:r>
            <a:r>
              <a:rPr lang="da-DK" sz="1200" err="1">
                <a:solidFill>
                  <a:srgbClr val="000000"/>
                </a:solidFill>
                <a:highlight>
                  <a:srgbClr val="FFFF00"/>
                </a:highlight>
                <a:latin typeface="Consolas" panose="020B0609020204030204" pitchFamily="49" charset="0"/>
              </a:rPr>
              <a:t>bond</a:t>
            </a:r>
            <a:r>
              <a:rPr lang="da-DK" sz="1200">
                <a:solidFill>
                  <a:srgbClr val="000000"/>
                </a:solidFill>
                <a:highlight>
                  <a:srgbClr val="FFFF00"/>
                </a:highlight>
                <a:latin typeface="Consolas" panose="020B0609020204030204" pitchFamily="49" charset="0"/>
              </a:rPr>
              <a:t>;</a:t>
            </a:r>
          </a:p>
          <a:p>
            <a:r>
              <a:rPr lang="da-DK" sz="1200">
                <a:solidFill>
                  <a:srgbClr val="000000"/>
                </a:solidFill>
                <a:latin typeface="Consolas" panose="020B0609020204030204" pitchFamily="49" charset="0"/>
              </a:rPr>
              <a:t>        }</a:t>
            </a:r>
          </a:p>
          <a:p>
            <a:endParaRPr lang="da-DK"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a:t>
            </a:r>
            <a:r>
              <a:rPr lang="en-US" sz="1200" err="1">
                <a:solidFill>
                  <a:srgbClr val="000000"/>
                </a:solidFill>
                <a:latin typeface="Consolas" panose="020B0609020204030204" pitchFamily="49" charset="0"/>
              </a:rPr>
              <a:t>GetBondsMaturityDateLowerLinq</a:t>
            </a:r>
            <a:r>
              <a:rPr lang="en-US" sz="1200">
                <a:solidFill>
                  <a:srgbClr val="000000"/>
                </a:solidFill>
                <a:latin typeface="Consolas" panose="020B0609020204030204" pitchFamily="49" charset="0"/>
              </a:rPr>
              <a:t>(</a:t>
            </a:r>
            <a:r>
              <a:rPr lang="en-US" sz="1200" err="1">
                <a:solidFill>
                  <a:srgbClr val="2B91AF"/>
                </a:solidFill>
                <a:latin typeface="Consolas" panose="020B0609020204030204" pitchFamily="49" charset="0"/>
              </a:rPr>
              <a:t>IEnumerable</a:t>
            </a:r>
            <a:r>
              <a:rPr lang="en-US" sz="1200">
                <a:solidFill>
                  <a:srgbClr val="000000"/>
                </a:solidFill>
                <a:latin typeface="Consolas" panose="020B0609020204030204" pitchFamily="49" charset="0"/>
              </a:rPr>
              <a:t>&lt;</a:t>
            </a:r>
            <a:r>
              <a:rPr lang="en-US" sz="1200">
                <a:solidFill>
                  <a:srgbClr val="2B91AF"/>
                </a:solidFill>
                <a:latin typeface="Consolas" panose="020B0609020204030204" pitchFamily="49" charset="0"/>
              </a:rPr>
              <a:t>Bond</a:t>
            </a:r>
            <a:r>
              <a:rPr lang="en-US" sz="1200">
                <a:solidFill>
                  <a:srgbClr val="000000"/>
                </a:solidFill>
                <a:latin typeface="Consolas" panose="020B0609020204030204" pitchFamily="49" charset="0"/>
              </a:rPr>
              <a:t>&gt; bonds, </a:t>
            </a:r>
            <a:r>
              <a:rPr lang="en-US" sz="1200" err="1">
                <a:solidFill>
                  <a:srgbClr val="2B91AF"/>
                </a:solidFill>
                <a:latin typeface="Consolas" panose="020B0609020204030204" pitchFamily="49" charset="0"/>
              </a:rPr>
              <a:t>DateTime</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maturityDate</a:t>
            </a:r>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err="1">
                <a:solidFill>
                  <a:srgbClr val="000000"/>
                </a:solidFill>
                <a:highlight>
                  <a:srgbClr val="FFFF00"/>
                </a:highlight>
                <a:latin typeface="Consolas" panose="020B0609020204030204" pitchFamily="49" charset="0"/>
              </a:rPr>
              <a:t>bonds.Where</a:t>
            </a:r>
            <a:r>
              <a:rPr lang="en-US" sz="1200">
                <a:solidFill>
                  <a:srgbClr val="000000"/>
                </a:solidFill>
                <a:highlight>
                  <a:srgbClr val="FFFF00"/>
                </a:highlight>
                <a:latin typeface="Consolas" panose="020B0609020204030204" pitchFamily="49" charset="0"/>
              </a:rPr>
              <a:t>(b =&gt; </a:t>
            </a:r>
            <a:r>
              <a:rPr lang="en-US" sz="1200" err="1">
                <a:solidFill>
                  <a:srgbClr val="000000"/>
                </a:solidFill>
                <a:highlight>
                  <a:srgbClr val="FFFF00"/>
                </a:highlight>
                <a:latin typeface="Consolas" panose="020B0609020204030204" pitchFamily="49" charset="0"/>
              </a:rPr>
              <a:t>b.MaturityDate</a:t>
            </a:r>
            <a:r>
              <a:rPr lang="en-US" sz="1200">
                <a:solidFill>
                  <a:srgbClr val="000000"/>
                </a:solidFill>
                <a:highlight>
                  <a:srgbClr val="FFFF00"/>
                </a:highlight>
                <a:latin typeface="Consolas" panose="020B0609020204030204" pitchFamily="49" charset="0"/>
              </a:rPr>
              <a:t> &lt; </a:t>
            </a:r>
            <a:r>
              <a:rPr lang="en-US" sz="1200" err="1">
                <a:solidFill>
                  <a:srgbClr val="000000"/>
                </a:solidFill>
                <a:highlight>
                  <a:srgbClr val="FFFF00"/>
                </a:highlight>
                <a:latin typeface="Consolas" panose="020B0609020204030204" pitchFamily="49" charset="0"/>
              </a:rPr>
              <a:t>maturityDate</a:t>
            </a:r>
            <a:r>
              <a:rPr lang="en-US" sz="1200">
                <a:solidFill>
                  <a:srgbClr val="000000"/>
                </a:solidFill>
                <a:highlight>
                  <a:srgbClr val="FFFF00"/>
                </a:highlight>
                <a:latin typeface="Consolas" panose="020B0609020204030204" pitchFamily="49" charset="0"/>
              </a:rPr>
              <a:t>);</a:t>
            </a:r>
          </a:p>
          <a:p>
            <a:r>
              <a:rPr lang="da-DK" sz="1200">
                <a:solidFill>
                  <a:srgbClr val="000000"/>
                </a:solidFill>
                <a:latin typeface="Consolas" panose="020B0609020204030204" pitchFamily="49" charset="0"/>
              </a:rPr>
              <a:t>        }</a:t>
            </a:r>
          </a:p>
          <a:p>
            <a:r>
              <a:rPr lang="da-DK" sz="1200">
                <a:solidFill>
                  <a:srgbClr val="000000"/>
                </a:solidFill>
                <a:latin typeface="Consolas" panose="020B0609020204030204" pitchFamily="49" charset="0"/>
              </a:rPr>
              <a:t>    }</a:t>
            </a:r>
            <a:endParaRPr lang="en-US" sz="1400">
              <a:latin typeface="+mn-lt"/>
            </a:endParaRPr>
          </a:p>
        </p:txBody>
      </p:sp>
      <p:pic>
        <p:nvPicPr>
          <p:cNvPr id="7" name="Graphic 6" descr="Flask">
            <a:extLst>
              <a:ext uri="{FF2B5EF4-FFF2-40B4-BE49-F238E27FC236}">
                <a16:creationId xmlns:a16="http://schemas.microsoft.com/office/drawing/2014/main" id="{80DCBA09-266B-4D4C-87EA-0392EB85E8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905148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3EE7-5376-4D4D-8712-83657F8BF5DD}"/>
              </a:ext>
            </a:extLst>
          </p:cNvPr>
          <p:cNvSpPr>
            <a:spLocks noGrp="1"/>
          </p:cNvSpPr>
          <p:nvPr>
            <p:ph type="title"/>
          </p:nvPr>
        </p:nvSpPr>
        <p:spPr/>
        <p:txBody>
          <a:bodyPr/>
          <a:lstStyle/>
          <a:p>
            <a:r>
              <a:rPr lang="en-GB"/>
              <a:t>Repository pattern</a:t>
            </a:r>
            <a:endParaRPr lang="da-DK"/>
          </a:p>
        </p:txBody>
      </p:sp>
      <p:sp>
        <p:nvSpPr>
          <p:cNvPr id="3" name="Slide Number Placeholder 2">
            <a:extLst>
              <a:ext uri="{FF2B5EF4-FFF2-40B4-BE49-F238E27FC236}">
                <a16:creationId xmlns:a16="http://schemas.microsoft.com/office/drawing/2014/main" id="{79E66531-2987-40E2-B65C-9C3F3A63B757}"/>
              </a:ext>
            </a:extLst>
          </p:cNvPr>
          <p:cNvSpPr>
            <a:spLocks noGrp="1"/>
          </p:cNvSpPr>
          <p:nvPr>
            <p:ph type="sldNum" sz="quarter" idx="11"/>
          </p:nvPr>
        </p:nvSpPr>
        <p:spPr/>
        <p:txBody>
          <a:bodyPr/>
          <a:lstStyle/>
          <a:p>
            <a:fld id="{E16BA917-7F09-4B8D-AF07-F52890C14046}" type="slidenum">
              <a:rPr lang="da-DK" smtClean="0"/>
              <a:pPr/>
              <a:t>56</a:t>
            </a:fld>
            <a:endParaRPr lang="da-DK"/>
          </a:p>
        </p:txBody>
      </p:sp>
      <p:sp>
        <p:nvSpPr>
          <p:cNvPr id="4" name="Text Placeholder 3">
            <a:extLst>
              <a:ext uri="{FF2B5EF4-FFF2-40B4-BE49-F238E27FC236}">
                <a16:creationId xmlns:a16="http://schemas.microsoft.com/office/drawing/2014/main" id="{07A6B011-A053-4E3D-9C48-3C45C523DCD9}"/>
              </a:ext>
            </a:extLst>
          </p:cNvPr>
          <p:cNvSpPr>
            <a:spLocks noGrp="1"/>
          </p:cNvSpPr>
          <p:nvPr>
            <p:ph type="body" sz="quarter" idx="17"/>
          </p:nvPr>
        </p:nvSpPr>
        <p:spPr/>
        <p:txBody>
          <a:bodyPr/>
          <a:lstStyle/>
          <a:p>
            <a:endParaRPr lang="da-DK"/>
          </a:p>
        </p:txBody>
      </p:sp>
      <p:pic>
        <p:nvPicPr>
          <p:cNvPr id="2050" name="Picture 2">
            <a:extLst>
              <a:ext uri="{FF2B5EF4-FFF2-40B4-BE49-F238E27FC236}">
                <a16:creationId xmlns:a16="http://schemas.microsoft.com/office/drawing/2014/main" id="{8574E1CB-1DE8-4068-BD5B-4B8A901C1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7593" y="2508991"/>
            <a:ext cx="6776814" cy="2371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29665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9C09-B419-4ACD-9612-720D2477BFE3}"/>
              </a:ext>
            </a:extLst>
          </p:cNvPr>
          <p:cNvSpPr>
            <a:spLocks noGrp="1"/>
          </p:cNvSpPr>
          <p:nvPr>
            <p:ph type="title"/>
          </p:nvPr>
        </p:nvSpPr>
        <p:spPr/>
        <p:txBody>
          <a:bodyPr/>
          <a:lstStyle/>
          <a:p>
            <a:r>
              <a:rPr lang="en-GB"/>
              <a:t>Database transactions &amp; using</a:t>
            </a:r>
            <a:endParaRPr lang="da-DK"/>
          </a:p>
        </p:txBody>
      </p:sp>
      <p:sp>
        <p:nvSpPr>
          <p:cNvPr id="3" name="Slide Number Placeholder 2">
            <a:extLst>
              <a:ext uri="{FF2B5EF4-FFF2-40B4-BE49-F238E27FC236}">
                <a16:creationId xmlns:a16="http://schemas.microsoft.com/office/drawing/2014/main" id="{E01C146C-A0D5-46C0-9076-19F050E7690E}"/>
              </a:ext>
            </a:extLst>
          </p:cNvPr>
          <p:cNvSpPr>
            <a:spLocks noGrp="1"/>
          </p:cNvSpPr>
          <p:nvPr>
            <p:ph type="sldNum" sz="quarter" idx="11"/>
          </p:nvPr>
        </p:nvSpPr>
        <p:spPr/>
        <p:txBody>
          <a:bodyPr/>
          <a:lstStyle/>
          <a:p>
            <a:fld id="{E16BA917-7F09-4B8D-AF07-F52890C14046}" type="slidenum">
              <a:rPr lang="da-DK" smtClean="0"/>
              <a:pPr/>
              <a:t>57</a:t>
            </a:fld>
            <a:endParaRPr lang="da-DK"/>
          </a:p>
        </p:txBody>
      </p:sp>
      <p:sp>
        <p:nvSpPr>
          <p:cNvPr id="4" name="Text Placeholder 3">
            <a:extLst>
              <a:ext uri="{FF2B5EF4-FFF2-40B4-BE49-F238E27FC236}">
                <a16:creationId xmlns:a16="http://schemas.microsoft.com/office/drawing/2014/main" id="{9716EA1C-4125-4BA6-ABD3-A031590A2C9D}"/>
              </a:ext>
            </a:extLst>
          </p:cNvPr>
          <p:cNvSpPr>
            <a:spLocks noGrp="1"/>
          </p:cNvSpPr>
          <p:nvPr>
            <p:ph type="body" sz="quarter" idx="17"/>
          </p:nvPr>
        </p:nvSpPr>
        <p:spPr/>
        <p:txBody>
          <a:bodyPr/>
          <a:lstStyle/>
          <a:p>
            <a:endParaRPr lang="da-DK"/>
          </a:p>
        </p:txBody>
      </p:sp>
      <p:sp>
        <p:nvSpPr>
          <p:cNvPr id="9" name="TextBox 8">
            <a:extLst>
              <a:ext uri="{FF2B5EF4-FFF2-40B4-BE49-F238E27FC236}">
                <a16:creationId xmlns:a16="http://schemas.microsoft.com/office/drawing/2014/main" id="{6C123305-9BBF-4C05-8226-2CBB8B380E49}"/>
              </a:ext>
            </a:extLst>
          </p:cNvPr>
          <p:cNvSpPr txBox="1"/>
          <p:nvPr/>
        </p:nvSpPr>
        <p:spPr>
          <a:xfrm>
            <a:off x="672001" y="1594591"/>
            <a:ext cx="10878759" cy="4516842"/>
          </a:xfrm>
          <a:prstGeom prst="rect">
            <a:avLst/>
          </a:prstGeom>
          <a:noFill/>
        </p:spPr>
        <p:txBody>
          <a:bodyPr wrap="none" lIns="0" tIns="0" rIns="0" bIns="0" rtlCol="0">
            <a:noAutofit/>
          </a:bodyPr>
          <a:lstStyle/>
          <a:p>
            <a:r>
              <a:rPr lang="da-DK" sz="2000">
                <a:solidFill>
                  <a:srgbClr val="000000"/>
                </a:solidFill>
                <a:latin typeface="Consolas" panose="020B0609020204030204" pitchFamily="49" charset="0"/>
              </a:rPr>
              <a:t> …</a:t>
            </a:r>
          </a:p>
          <a:p>
            <a:r>
              <a:rPr lang="da-DK" sz="2000">
                <a:solidFill>
                  <a:srgbClr val="0000FF"/>
                </a:solidFill>
                <a:latin typeface="Consolas" panose="020B0609020204030204" pitchFamily="49" charset="0"/>
              </a:rPr>
              <a:t>var</a:t>
            </a:r>
            <a:r>
              <a:rPr lang="da-DK" sz="2000">
                <a:solidFill>
                  <a:srgbClr val="000000"/>
                </a:solidFill>
                <a:latin typeface="Consolas" panose="020B0609020204030204" pitchFamily="49" charset="0"/>
              </a:rPr>
              <a:t> _</a:t>
            </a:r>
            <a:r>
              <a:rPr lang="da-DK" sz="2000" err="1">
                <a:solidFill>
                  <a:srgbClr val="000000"/>
                </a:solidFill>
                <a:latin typeface="Consolas" panose="020B0609020204030204" pitchFamily="49" charset="0"/>
              </a:rPr>
              <a:t>holdingRepository</a:t>
            </a:r>
            <a:r>
              <a:rPr lang="da-DK" sz="2000">
                <a:solidFill>
                  <a:srgbClr val="000000"/>
                </a:solidFill>
                <a:latin typeface="Consolas" panose="020B0609020204030204" pitchFamily="49" charset="0"/>
              </a:rPr>
              <a:t> = </a:t>
            </a:r>
            <a:r>
              <a:rPr lang="da-DK" sz="2000">
                <a:solidFill>
                  <a:srgbClr val="0000FF"/>
                </a:solidFill>
                <a:latin typeface="Consolas" panose="020B0609020204030204" pitchFamily="49" charset="0"/>
              </a:rPr>
              <a:t>new</a:t>
            </a:r>
            <a:r>
              <a:rPr lang="da-DK" sz="2000">
                <a:solidFill>
                  <a:srgbClr val="000000"/>
                </a:solidFill>
                <a:latin typeface="Consolas" panose="020B0609020204030204" pitchFamily="49" charset="0"/>
              </a:rPr>
              <a:t> </a:t>
            </a:r>
            <a:r>
              <a:rPr lang="da-DK" sz="2000" err="1">
                <a:solidFill>
                  <a:srgbClr val="2B91AF"/>
                </a:solidFill>
                <a:latin typeface="Consolas" panose="020B0609020204030204" pitchFamily="49" charset="0"/>
              </a:rPr>
              <a:t>HoldingRecordRepository</a:t>
            </a:r>
            <a:r>
              <a:rPr lang="da-DK" sz="2000">
                <a:solidFill>
                  <a:srgbClr val="000000"/>
                </a:solidFill>
                <a:latin typeface="Consolas" panose="020B0609020204030204" pitchFamily="49" charset="0"/>
              </a:rPr>
              <a:t>();           </a:t>
            </a:r>
          </a:p>
          <a:p>
            <a:r>
              <a:rPr lang="en-GB" sz="2000">
                <a:solidFill>
                  <a:srgbClr val="000000"/>
                </a:solidFill>
                <a:latin typeface="Consolas" panose="020B0609020204030204" pitchFamily="49" charset="0"/>
              </a:rPr>
              <a:t> …</a:t>
            </a:r>
            <a:endParaRPr lang="en-US" sz="2000">
              <a:solidFill>
                <a:srgbClr val="000000"/>
              </a:solidFill>
              <a:latin typeface="Consolas" panose="020B0609020204030204" pitchFamily="49" charset="0"/>
            </a:endParaRPr>
          </a:p>
          <a:p>
            <a:r>
              <a:rPr lang="da-DK" sz="2000" err="1">
                <a:solidFill>
                  <a:srgbClr val="0000FF"/>
                </a:solidFill>
                <a:latin typeface="Consolas" panose="020B0609020204030204" pitchFamily="49" charset="0"/>
              </a:rPr>
              <a:t>using</a:t>
            </a:r>
            <a:r>
              <a:rPr lang="da-DK" sz="2000">
                <a:solidFill>
                  <a:srgbClr val="000000"/>
                </a:solidFill>
                <a:latin typeface="Consolas" panose="020B0609020204030204" pitchFamily="49" charset="0"/>
              </a:rPr>
              <a:t> (</a:t>
            </a:r>
            <a:r>
              <a:rPr lang="da-DK" sz="2000" err="1">
                <a:solidFill>
                  <a:srgbClr val="2B91AF"/>
                </a:solidFill>
                <a:latin typeface="Consolas" panose="020B0609020204030204" pitchFamily="49" charset="0"/>
              </a:rPr>
              <a:t>ITransaction</a:t>
            </a:r>
            <a:r>
              <a:rPr lang="da-DK" sz="2000">
                <a:solidFill>
                  <a:srgbClr val="000000"/>
                </a:solidFill>
                <a:latin typeface="Consolas" panose="020B0609020204030204" pitchFamily="49" charset="0"/>
              </a:rPr>
              <a:t> </a:t>
            </a:r>
            <a:r>
              <a:rPr lang="da-DK" sz="2000" err="1">
                <a:solidFill>
                  <a:srgbClr val="000000"/>
                </a:solidFill>
                <a:latin typeface="Consolas" panose="020B0609020204030204" pitchFamily="49" charset="0"/>
              </a:rPr>
              <a:t>transaction</a:t>
            </a:r>
            <a:r>
              <a:rPr lang="da-DK" sz="2000">
                <a:solidFill>
                  <a:srgbClr val="000000"/>
                </a:solidFill>
                <a:latin typeface="Consolas" panose="020B0609020204030204" pitchFamily="49" charset="0"/>
              </a:rPr>
              <a:t> = </a:t>
            </a:r>
            <a:r>
              <a:rPr lang="da-DK" sz="2000" err="1">
                <a:solidFill>
                  <a:srgbClr val="000000"/>
                </a:solidFill>
                <a:latin typeface="Consolas" panose="020B0609020204030204" pitchFamily="49" charset="0"/>
              </a:rPr>
              <a:t>session.BeginTransaction</a:t>
            </a:r>
            <a:r>
              <a:rPr lang="da-DK" sz="2000">
                <a:solidFill>
                  <a:srgbClr val="000000"/>
                </a:solidFill>
                <a:latin typeface="Consolas" panose="020B0609020204030204" pitchFamily="49" charset="0"/>
              </a:rPr>
              <a:t>())  {</a:t>
            </a:r>
            <a:r>
              <a:rPr lang="en-GB" sz="2000">
                <a:solidFill>
                  <a:srgbClr val="000000"/>
                </a:solidFill>
                <a:latin typeface="Consolas" panose="020B0609020204030204" pitchFamily="49" charset="0"/>
              </a:rPr>
              <a:t> </a:t>
            </a:r>
          </a:p>
          <a:p>
            <a:r>
              <a:rPr lang="en-GB" sz="2000">
                <a:solidFill>
                  <a:srgbClr val="000000"/>
                </a:solidFill>
                <a:latin typeface="Consolas" panose="020B0609020204030204" pitchFamily="49" charset="0"/>
              </a:rPr>
              <a:t> … </a:t>
            </a:r>
          </a:p>
          <a:p>
            <a:r>
              <a:rPr lang="da-DK" sz="2000">
                <a:solidFill>
                  <a:srgbClr val="000000"/>
                </a:solidFill>
                <a:latin typeface="Consolas" panose="020B0609020204030204" pitchFamily="49" charset="0"/>
              </a:rPr>
              <a:t>_</a:t>
            </a:r>
            <a:r>
              <a:rPr lang="da-DK" sz="2000" err="1">
                <a:solidFill>
                  <a:srgbClr val="000000"/>
                </a:solidFill>
                <a:latin typeface="Consolas" panose="020B0609020204030204" pitchFamily="49" charset="0"/>
              </a:rPr>
              <a:t>holdingRepository.Session</a:t>
            </a:r>
            <a:r>
              <a:rPr lang="da-DK" sz="2000">
                <a:solidFill>
                  <a:srgbClr val="000000"/>
                </a:solidFill>
                <a:latin typeface="Consolas" panose="020B0609020204030204" pitchFamily="49" charset="0"/>
              </a:rPr>
              <a:t> = session;</a:t>
            </a:r>
          </a:p>
          <a:p>
            <a:r>
              <a:rPr lang="da-DK" sz="2000">
                <a:solidFill>
                  <a:srgbClr val="000000"/>
                </a:solidFill>
                <a:latin typeface="Consolas" panose="020B0609020204030204" pitchFamily="49" charset="0"/>
              </a:rPr>
              <a:t>_</a:t>
            </a:r>
            <a:r>
              <a:rPr lang="da-DK" sz="2000" err="1">
                <a:solidFill>
                  <a:srgbClr val="000000"/>
                </a:solidFill>
                <a:latin typeface="Consolas" panose="020B0609020204030204" pitchFamily="49" charset="0"/>
              </a:rPr>
              <a:t>holdingRepository.Save</a:t>
            </a:r>
            <a:r>
              <a:rPr lang="da-DK" sz="2000">
                <a:solidFill>
                  <a:srgbClr val="000000"/>
                </a:solidFill>
                <a:latin typeface="Consolas" panose="020B0609020204030204" pitchFamily="49" charset="0"/>
              </a:rPr>
              <a:t>(</a:t>
            </a:r>
            <a:r>
              <a:rPr lang="da-DK" sz="2000" err="1">
                <a:solidFill>
                  <a:srgbClr val="000000"/>
                </a:solidFill>
                <a:latin typeface="Consolas" panose="020B0609020204030204" pitchFamily="49" charset="0"/>
              </a:rPr>
              <a:t>holdingRecord</a:t>
            </a:r>
            <a:r>
              <a:rPr lang="da-DK" sz="2000">
                <a:solidFill>
                  <a:srgbClr val="000000"/>
                </a:solidFill>
                <a:latin typeface="Consolas" panose="020B0609020204030204" pitchFamily="49" charset="0"/>
              </a:rPr>
              <a:t>);</a:t>
            </a:r>
          </a:p>
          <a:p>
            <a:r>
              <a:rPr lang="da-DK" sz="2000">
                <a:solidFill>
                  <a:srgbClr val="000000"/>
                </a:solidFill>
                <a:latin typeface="Consolas" panose="020B0609020204030204" pitchFamily="49" charset="0"/>
              </a:rPr>
              <a:t> …</a:t>
            </a:r>
            <a:endParaRPr lang="en-GB" sz="2000">
              <a:solidFill>
                <a:srgbClr val="000000"/>
              </a:solidFill>
              <a:latin typeface="Consolas" panose="020B0609020204030204" pitchFamily="49" charset="0"/>
            </a:endParaRPr>
          </a:p>
          <a:p>
            <a:r>
              <a:rPr lang="da-DK" sz="2000">
                <a:solidFill>
                  <a:srgbClr val="000000"/>
                </a:solidFill>
                <a:latin typeface="Consolas" panose="020B0609020204030204" pitchFamily="49" charset="0"/>
              </a:rPr>
              <a:t>}</a:t>
            </a:r>
            <a:endParaRPr lang="da-DK" sz="2000">
              <a:latin typeface="+mn-lt"/>
            </a:endParaRPr>
          </a:p>
        </p:txBody>
      </p:sp>
    </p:spTree>
    <p:extLst>
      <p:ext uri="{BB962C8B-B14F-4D97-AF65-F5344CB8AC3E}">
        <p14:creationId xmlns:p14="http://schemas.microsoft.com/office/powerpoint/2010/main" val="22670492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E4F4-F625-41C4-8EAE-83C01F55A284}"/>
              </a:ext>
            </a:extLst>
          </p:cNvPr>
          <p:cNvSpPr>
            <a:spLocks noGrp="1"/>
          </p:cNvSpPr>
          <p:nvPr>
            <p:ph type="title"/>
          </p:nvPr>
        </p:nvSpPr>
        <p:spPr/>
        <p:txBody>
          <a:bodyPr/>
          <a:lstStyle/>
          <a:p>
            <a:r>
              <a:rPr lang="en-US"/>
              <a:t>references to null or transient value error</a:t>
            </a:r>
            <a:endParaRPr lang="da-DK"/>
          </a:p>
        </p:txBody>
      </p:sp>
      <p:sp>
        <p:nvSpPr>
          <p:cNvPr id="3" name="Slide Number Placeholder 2">
            <a:extLst>
              <a:ext uri="{FF2B5EF4-FFF2-40B4-BE49-F238E27FC236}">
                <a16:creationId xmlns:a16="http://schemas.microsoft.com/office/drawing/2014/main" id="{D38B66BB-B3A5-4267-8485-52D1BA2AE705}"/>
              </a:ext>
            </a:extLst>
          </p:cNvPr>
          <p:cNvSpPr>
            <a:spLocks noGrp="1"/>
          </p:cNvSpPr>
          <p:nvPr>
            <p:ph type="sldNum" sz="quarter" idx="11"/>
          </p:nvPr>
        </p:nvSpPr>
        <p:spPr/>
        <p:txBody>
          <a:bodyPr/>
          <a:lstStyle/>
          <a:p>
            <a:fld id="{E16BA917-7F09-4B8D-AF07-F52890C14046}" type="slidenum">
              <a:rPr lang="da-DK" smtClean="0"/>
              <a:pPr/>
              <a:t>58</a:t>
            </a:fld>
            <a:endParaRPr lang="da-DK"/>
          </a:p>
        </p:txBody>
      </p:sp>
      <p:sp>
        <p:nvSpPr>
          <p:cNvPr id="4" name="Text Placeholder 3">
            <a:extLst>
              <a:ext uri="{FF2B5EF4-FFF2-40B4-BE49-F238E27FC236}">
                <a16:creationId xmlns:a16="http://schemas.microsoft.com/office/drawing/2014/main" id="{8E8E3721-AB16-4065-B4AB-8D9E7CBEE24B}"/>
              </a:ext>
            </a:extLst>
          </p:cNvPr>
          <p:cNvSpPr>
            <a:spLocks noGrp="1"/>
          </p:cNvSpPr>
          <p:nvPr>
            <p:ph type="body" sz="quarter" idx="17"/>
          </p:nvPr>
        </p:nvSpPr>
        <p:spPr/>
        <p:txBody>
          <a:bodyPr/>
          <a:lstStyle/>
          <a:p>
            <a:endParaRPr lang="da-DK"/>
          </a:p>
        </p:txBody>
      </p:sp>
      <p:pic>
        <p:nvPicPr>
          <p:cNvPr id="5" name="Picture 4">
            <a:extLst>
              <a:ext uri="{FF2B5EF4-FFF2-40B4-BE49-F238E27FC236}">
                <a16:creationId xmlns:a16="http://schemas.microsoft.com/office/drawing/2014/main" id="{638D9FF7-176E-4698-AED7-A5D61EF3232D}"/>
              </a:ext>
            </a:extLst>
          </p:cNvPr>
          <p:cNvPicPr>
            <a:picLocks noChangeAspect="1"/>
          </p:cNvPicPr>
          <p:nvPr/>
        </p:nvPicPr>
        <p:blipFill>
          <a:blip r:embed="rId3"/>
          <a:stretch>
            <a:fillRect/>
          </a:stretch>
        </p:blipFill>
        <p:spPr>
          <a:xfrm>
            <a:off x="670985" y="1842802"/>
            <a:ext cx="10352381" cy="3904762"/>
          </a:xfrm>
          <a:prstGeom prst="rect">
            <a:avLst/>
          </a:prstGeom>
        </p:spPr>
      </p:pic>
    </p:spTree>
    <p:extLst>
      <p:ext uri="{BB962C8B-B14F-4D97-AF65-F5344CB8AC3E}">
        <p14:creationId xmlns:p14="http://schemas.microsoft.com/office/powerpoint/2010/main" val="3616370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fld id="{E16BA917-7F09-4B8D-AF07-F52890C14046}" type="slidenum">
              <a:rPr lang="da-DK" smtClean="0"/>
              <a:pPr/>
              <a:t>59</a:t>
            </a:fld>
            <a:endParaRPr lang="da-DK"/>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4</TotalTime>
  <Words>8404</Words>
  <Application>Microsoft Office PowerPoint</Application>
  <PresentationFormat>Widescreen</PresentationFormat>
  <Paragraphs>1067</Paragraphs>
  <Slides>59</Slides>
  <Notes>40</Notes>
  <HiddenSlides>13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Arial</vt:lpstr>
      <vt:lpstr>Calibri</vt:lpstr>
      <vt:lpstr>Consolas</vt:lpstr>
      <vt:lpstr>Georgia</vt:lpstr>
      <vt:lpstr>Merriweather</vt:lpstr>
      <vt:lpstr>Myriad Pro</vt:lpstr>
      <vt:lpstr>open sans</vt:lpstr>
      <vt:lpstr>Segoe UI</vt:lpstr>
      <vt:lpstr>SIMCORP</vt:lpstr>
      <vt:lpstr>PowerPoint Presentation</vt:lpstr>
      <vt:lpstr>Agenda</vt:lpstr>
      <vt:lpstr>Project for hands on tasks</vt:lpstr>
      <vt:lpstr>Live demo</vt:lpstr>
      <vt:lpstr>Live demo</vt:lpstr>
      <vt:lpstr>Generics</vt:lpstr>
      <vt:lpstr>Generics</vt:lpstr>
      <vt:lpstr>Live demo</vt:lpstr>
      <vt:lpstr>Generics</vt:lpstr>
      <vt:lpstr>Generics</vt:lpstr>
      <vt:lpstr>What is a collection</vt:lpstr>
      <vt:lpstr>How to choose a collection</vt:lpstr>
      <vt:lpstr>ArrayS</vt:lpstr>
      <vt:lpstr>ArrayS</vt:lpstr>
      <vt:lpstr>Live demo</vt:lpstr>
      <vt:lpstr>Array summary</vt:lpstr>
      <vt:lpstr>arrays</vt:lpstr>
      <vt:lpstr>arrays</vt:lpstr>
      <vt:lpstr>Coffee Break</vt:lpstr>
      <vt:lpstr>Lists</vt:lpstr>
      <vt:lpstr>Live demo</vt:lpstr>
      <vt:lpstr>Live demo</vt:lpstr>
      <vt:lpstr>Lists</vt:lpstr>
      <vt:lpstr>Lists</vt:lpstr>
      <vt:lpstr>Dictionaries</vt:lpstr>
      <vt:lpstr>Live demo</vt:lpstr>
      <vt:lpstr>Live demo</vt:lpstr>
      <vt:lpstr>Live demo</vt:lpstr>
      <vt:lpstr>LUNCH</vt:lpstr>
      <vt:lpstr>dictionaries</vt:lpstr>
      <vt:lpstr>dictionaries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Delegates, anonymous methods, lambda expressions</vt:lpstr>
      <vt:lpstr>Coffee Break</vt:lpstr>
      <vt:lpstr>Collection interfaces</vt:lpstr>
      <vt:lpstr>Live demo</vt:lpstr>
      <vt:lpstr>Live demo</vt:lpstr>
      <vt:lpstr>Language-Integrated Query (LINQ) </vt:lpstr>
      <vt:lpstr>Query Syntax</vt:lpstr>
      <vt:lpstr>Method Syntax</vt:lpstr>
      <vt:lpstr>Live demo</vt:lpstr>
      <vt:lpstr>Live demo</vt:lpstr>
      <vt:lpstr>linq</vt:lpstr>
      <vt:lpstr>linq</vt:lpstr>
      <vt:lpstr>Repository pattern</vt:lpstr>
      <vt:lpstr>Database transactions &amp; using</vt:lpstr>
      <vt:lpstr>references to null or transient value error</vt:lpstr>
      <vt:lpstr>Homework</vt:lpstr>
    </vt:vector>
  </TitlesOfParts>
  <Company>SimCorp 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Serhii Litvinov</dc:creator>
  <cp:lastModifiedBy>Serhii Harmash</cp:lastModifiedBy>
  <cp:revision>45</cp:revision>
  <dcterms:created xsi:type="dcterms:W3CDTF">2020-09-01T11:14:21Z</dcterms:created>
  <dcterms:modified xsi:type="dcterms:W3CDTF">2022-05-27T15:58:11Z</dcterms:modified>
</cp:coreProperties>
</file>